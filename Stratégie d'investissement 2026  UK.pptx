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4"/>
  </p:sldMasterIdLst>
  <p:notesMasterIdLst>
    <p:notesMasterId r:id="rId19"/>
  </p:notesMasterIdLst>
  <p:sldIdLst>
    <p:sldId id="2356" r:id="rId5"/>
    <p:sldId id="2821" r:id="rId6"/>
    <p:sldId id="2363" r:id="rId7"/>
    <p:sldId id="2362" r:id="rId8"/>
    <p:sldId id="2327" r:id="rId9"/>
    <p:sldId id="2361" r:id="rId10"/>
    <p:sldId id="2360" r:id="rId11"/>
    <p:sldId id="2358" r:id="rId12"/>
    <p:sldId id="2364" r:id="rId13"/>
    <p:sldId id="2365" r:id="rId14"/>
    <p:sldId id="2366" r:id="rId15"/>
    <p:sldId id="2326" r:id="rId16"/>
    <p:sldId id="320" r:id="rId17"/>
    <p:sldId id="2341" r:id="rId18"/>
  </p:sldIdLst>
  <p:sldSz cx="13439775" cy="7559675"/>
  <p:notesSz cx="6797675" cy="9928225"/>
  <p:custDataLst>
    <p:tags r:id="rId20"/>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234" userDrawn="1">
          <p15:clr>
            <a:srgbClr val="A4A3A4"/>
          </p15:clr>
        </p15:guide>
        <p15:guide id="2" orient="horz" pos="21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D8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9979" autoAdjust="0"/>
    <p:restoredTop sz="94690" autoAdjust="0"/>
  </p:normalViewPr>
  <p:slideViewPr>
    <p:cSldViewPr snapToGrid="0">
      <p:cViewPr varScale="1">
        <p:scale>
          <a:sx n="92" d="100"/>
          <a:sy n="92" d="100"/>
        </p:scale>
        <p:origin x="1158" y="84"/>
      </p:cViewPr>
      <p:guideLst>
        <p:guide pos="4234"/>
        <p:guide orient="horz" pos="2154"/>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Bernstein.lcf.fin.fr\Utilisateurs\EdR_AM\Marketing\06.Evenements\Conf&#233;rences%20clients\Comit&#233;s%20de%20gestion\2026\PARIS\Archives\Event-primes-31-12-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srvhomeslcf\homeslcf1$\galvarez\Bureau\Copie%20de%20Copie%20de%20Copie%20de%20EventFrancfort-primes-31-12-2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Bernstein.lcf.fin.fr\Utilisateurs\EdR_AM\Marketing\06.Evenements\Conf&#233;rences%20clients\Comit&#233;s%20de%20gestion\2026\PROVINCE\2026%2001%2015%20MONACO\Copie%20de%20Event-primes-31-12-25%20v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Bernstein.lcf.fin.fr\Utilisateurs\EdR_AM\Marketing\06.Evenements\Conf&#233;rences%20clients\Comit&#233;s%20de%20gestion\2026\PROVINCE\2026%2001%2015%20MONACO\Copie%20de%20Event-primes-31-12-25%20v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Downloads\Graph%20Eurostoxx%20Small%20vs%20Large%20Cap%20PE.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523791721998871E-2"/>
          <c:y val="3.4075846932368835E-2"/>
          <c:w val="0.93603084954301718"/>
          <c:h val="0.81495430616746001"/>
        </c:manualLayout>
      </c:layout>
      <c:lineChart>
        <c:grouping val="standard"/>
        <c:varyColors val="0"/>
        <c:ser>
          <c:idx val="0"/>
          <c:order val="0"/>
          <c:tx>
            <c:strRef>
              <c:f>'Sp 500'!$B$3</c:f>
              <c:strCache>
                <c:ptCount val="1"/>
                <c:pt idx="0">
                  <c:v>S&amp;P 500</c:v>
                </c:pt>
              </c:strCache>
            </c:strRef>
          </c:tx>
          <c:spPr>
            <a:ln w="28575" cap="rnd">
              <a:solidFill>
                <a:schemeClr val="bg2"/>
              </a:solidFill>
              <a:round/>
            </a:ln>
            <a:effectLst/>
          </c:spPr>
          <c:marker>
            <c:symbol val="none"/>
          </c:marker>
          <c:cat>
            <c:numRef>
              <c:f>'Sp 500'!$A$4:$A$7069</c:f>
              <c:numCache>
                <c:formatCode>m/d/yyyy</c:formatCode>
                <c:ptCount val="7066"/>
                <c:pt idx="0">
                  <c:v>35762</c:v>
                </c:pt>
                <c:pt idx="1">
                  <c:v>35765</c:v>
                </c:pt>
                <c:pt idx="2">
                  <c:v>35766</c:v>
                </c:pt>
                <c:pt idx="3">
                  <c:v>35767</c:v>
                </c:pt>
                <c:pt idx="4">
                  <c:v>35768</c:v>
                </c:pt>
                <c:pt idx="5">
                  <c:v>35769</c:v>
                </c:pt>
                <c:pt idx="6">
                  <c:v>35772</c:v>
                </c:pt>
                <c:pt idx="7">
                  <c:v>35773</c:v>
                </c:pt>
                <c:pt idx="8">
                  <c:v>35774</c:v>
                </c:pt>
                <c:pt idx="9">
                  <c:v>35775</c:v>
                </c:pt>
                <c:pt idx="10">
                  <c:v>35776</c:v>
                </c:pt>
                <c:pt idx="11">
                  <c:v>35779</c:v>
                </c:pt>
                <c:pt idx="12">
                  <c:v>35780</c:v>
                </c:pt>
                <c:pt idx="13">
                  <c:v>35781</c:v>
                </c:pt>
                <c:pt idx="14">
                  <c:v>35782</c:v>
                </c:pt>
                <c:pt idx="15">
                  <c:v>35783</c:v>
                </c:pt>
                <c:pt idx="16">
                  <c:v>35786</c:v>
                </c:pt>
                <c:pt idx="17">
                  <c:v>35787</c:v>
                </c:pt>
                <c:pt idx="18">
                  <c:v>35788</c:v>
                </c:pt>
                <c:pt idx="19">
                  <c:v>35790</c:v>
                </c:pt>
                <c:pt idx="20">
                  <c:v>35793</c:v>
                </c:pt>
                <c:pt idx="21">
                  <c:v>35794</c:v>
                </c:pt>
                <c:pt idx="22">
                  <c:v>35795</c:v>
                </c:pt>
                <c:pt idx="23">
                  <c:v>35797</c:v>
                </c:pt>
                <c:pt idx="24">
                  <c:v>35800</c:v>
                </c:pt>
                <c:pt idx="25">
                  <c:v>35801</c:v>
                </c:pt>
                <c:pt idx="26">
                  <c:v>35802</c:v>
                </c:pt>
                <c:pt idx="27">
                  <c:v>35803</c:v>
                </c:pt>
                <c:pt idx="28">
                  <c:v>35804</c:v>
                </c:pt>
                <c:pt idx="29">
                  <c:v>35807</c:v>
                </c:pt>
                <c:pt idx="30">
                  <c:v>35808</c:v>
                </c:pt>
                <c:pt idx="31">
                  <c:v>35809</c:v>
                </c:pt>
                <c:pt idx="32">
                  <c:v>35810</c:v>
                </c:pt>
                <c:pt idx="33">
                  <c:v>35811</c:v>
                </c:pt>
                <c:pt idx="34">
                  <c:v>35815</c:v>
                </c:pt>
                <c:pt idx="35">
                  <c:v>35816</c:v>
                </c:pt>
                <c:pt idx="36">
                  <c:v>35817</c:v>
                </c:pt>
                <c:pt idx="37">
                  <c:v>35818</c:v>
                </c:pt>
                <c:pt idx="38">
                  <c:v>35821</c:v>
                </c:pt>
                <c:pt idx="39">
                  <c:v>35822</c:v>
                </c:pt>
                <c:pt idx="40">
                  <c:v>35823</c:v>
                </c:pt>
                <c:pt idx="41">
                  <c:v>35824</c:v>
                </c:pt>
                <c:pt idx="42">
                  <c:v>35825</c:v>
                </c:pt>
                <c:pt idx="43">
                  <c:v>35828</c:v>
                </c:pt>
                <c:pt idx="44">
                  <c:v>35829</c:v>
                </c:pt>
                <c:pt idx="45">
                  <c:v>35830</c:v>
                </c:pt>
                <c:pt idx="46">
                  <c:v>35831</c:v>
                </c:pt>
                <c:pt idx="47">
                  <c:v>35832</c:v>
                </c:pt>
                <c:pt idx="48">
                  <c:v>35835</c:v>
                </c:pt>
                <c:pt idx="49">
                  <c:v>35836</c:v>
                </c:pt>
                <c:pt idx="50">
                  <c:v>35837</c:v>
                </c:pt>
                <c:pt idx="51">
                  <c:v>35838</c:v>
                </c:pt>
                <c:pt idx="52">
                  <c:v>35839</c:v>
                </c:pt>
                <c:pt idx="53">
                  <c:v>35843</c:v>
                </c:pt>
                <c:pt idx="54">
                  <c:v>35844</c:v>
                </c:pt>
                <c:pt idx="55">
                  <c:v>35845</c:v>
                </c:pt>
                <c:pt idx="56">
                  <c:v>35846</c:v>
                </c:pt>
                <c:pt idx="57">
                  <c:v>35849</c:v>
                </c:pt>
                <c:pt idx="58">
                  <c:v>35850</c:v>
                </c:pt>
                <c:pt idx="59">
                  <c:v>35851</c:v>
                </c:pt>
                <c:pt idx="60">
                  <c:v>35852</c:v>
                </c:pt>
                <c:pt idx="61">
                  <c:v>35853</c:v>
                </c:pt>
                <c:pt idx="62">
                  <c:v>35856</c:v>
                </c:pt>
                <c:pt idx="63">
                  <c:v>35857</c:v>
                </c:pt>
                <c:pt idx="64">
                  <c:v>35858</c:v>
                </c:pt>
                <c:pt idx="65">
                  <c:v>35859</c:v>
                </c:pt>
                <c:pt idx="66">
                  <c:v>35860</c:v>
                </c:pt>
                <c:pt idx="67">
                  <c:v>35863</c:v>
                </c:pt>
                <c:pt idx="68">
                  <c:v>35864</c:v>
                </c:pt>
                <c:pt idx="69">
                  <c:v>35865</c:v>
                </c:pt>
                <c:pt idx="70">
                  <c:v>35866</c:v>
                </c:pt>
                <c:pt idx="71">
                  <c:v>35867</c:v>
                </c:pt>
                <c:pt idx="72">
                  <c:v>35870</c:v>
                </c:pt>
                <c:pt idx="73">
                  <c:v>35871</c:v>
                </c:pt>
                <c:pt idx="74">
                  <c:v>35872</c:v>
                </c:pt>
                <c:pt idx="75">
                  <c:v>35873</c:v>
                </c:pt>
                <c:pt idx="76">
                  <c:v>35874</c:v>
                </c:pt>
                <c:pt idx="77">
                  <c:v>35877</c:v>
                </c:pt>
                <c:pt idx="78">
                  <c:v>35878</c:v>
                </c:pt>
                <c:pt idx="79">
                  <c:v>35879</c:v>
                </c:pt>
                <c:pt idx="80">
                  <c:v>35880</c:v>
                </c:pt>
                <c:pt idx="81">
                  <c:v>35881</c:v>
                </c:pt>
                <c:pt idx="82">
                  <c:v>35884</c:v>
                </c:pt>
                <c:pt idx="83">
                  <c:v>35885</c:v>
                </c:pt>
                <c:pt idx="84">
                  <c:v>35886</c:v>
                </c:pt>
                <c:pt idx="85">
                  <c:v>35887</c:v>
                </c:pt>
                <c:pt idx="86">
                  <c:v>35888</c:v>
                </c:pt>
                <c:pt idx="87">
                  <c:v>35891</c:v>
                </c:pt>
                <c:pt idx="88">
                  <c:v>35892</c:v>
                </c:pt>
                <c:pt idx="89">
                  <c:v>35893</c:v>
                </c:pt>
                <c:pt idx="90">
                  <c:v>35894</c:v>
                </c:pt>
                <c:pt idx="91">
                  <c:v>35898</c:v>
                </c:pt>
                <c:pt idx="92">
                  <c:v>35899</c:v>
                </c:pt>
                <c:pt idx="93">
                  <c:v>35900</c:v>
                </c:pt>
                <c:pt idx="94">
                  <c:v>35901</c:v>
                </c:pt>
                <c:pt idx="95">
                  <c:v>35902</c:v>
                </c:pt>
                <c:pt idx="96">
                  <c:v>35905</c:v>
                </c:pt>
                <c:pt idx="97">
                  <c:v>35906</c:v>
                </c:pt>
                <c:pt idx="98">
                  <c:v>35907</c:v>
                </c:pt>
                <c:pt idx="99">
                  <c:v>35908</c:v>
                </c:pt>
                <c:pt idx="100">
                  <c:v>35909</c:v>
                </c:pt>
                <c:pt idx="101">
                  <c:v>35912</c:v>
                </c:pt>
                <c:pt idx="102">
                  <c:v>35913</c:v>
                </c:pt>
                <c:pt idx="103">
                  <c:v>35914</c:v>
                </c:pt>
                <c:pt idx="104">
                  <c:v>35915</c:v>
                </c:pt>
                <c:pt idx="105">
                  <c:v>35916</c:v>
                </c:pt>
                <c:pt idx="106">
                  <c:v>35919</c:v>
                </c:pt>
                <c:pt idx="107">
                  <c:v>35920</c:v>
                </c:pt>
                <c:pt idx="108">
                  <c:v>35921</c:v>
                </c:pt>
                <c:pt idx="109">
                  <c:v>35922</c:v>
                </c:pt>
                <c:pt idx="110">
                  <c:v>35923</c:v>
                </c:pt>
                <c:pt idx="111">
                  <c:v>35926</c:v>
                </c:pt>
                <c:pt idx="112">
                  <c:v>35927</c:v>
                </c:pt>
                <c:pt idx="113">
                  <c:v>35928</c:v>
                </c:pt>
                <c:pt idx="114">
                  <c:v>35929</c:v>
                </c:pt>
                <c:pt idx="115">
                  <c:v>35930</c:v>
                </c:pt>
                <c:pt idx="116">
                  <c:v>35933</c:v>
                </c:pt>
                <c:pt idx="117">
                  <c:v>35934</c:v>
                </c:pt>
                <c:pt idx="118">
                  <c:v>35935</c:v>
                </c:pt>
                <c:pt idx="119">
                  <c:v>35936</c:v>
                </c:pt>
                <c:pt idx="120">
                  <c:v>35937</c:v>
                </c:pt>
                <c:pt idx="121">
                  <c:v>35941</c:v>
                </c:pt>
                <c:pt idx="122">
                  <c:v>35942</c:v>
                </c:pt>
                <c:pt idx="123">
                  <c:v>35943</c:v>
                </c:pt>
                <c:pt idx="124">
                  <c:v>35944</c:v>
                </c:pt>
                <c:pt idx="125">
                  <c:v>35947</c:v>
                </c:pt>
                <c:pt idx="126">
                  <c:v>35948</c:v>
                </c:pt>
                <c:pt idx="127">
                  <c:v>35949</c:v>
                </c:pt>
                <c:pt idx="128">
                  <c:v>35950</c:v>
                </c:pt>
                <c:pt idx="129">
                  <c:v>35951</c:v>
                </c:pt>
                <c:pt idx="130">
                  <c:v>35954</c:v>
                </c:pt>
                <c:pt idx="131">
                  <c:v>35955</c:v>
                </c:pt>
                <c:pt idx="132">
                  <c:v>35956</c:v>
                </c:pt>
                <c:pt idx="133">
                  <c:v>35957</c:v>
                </c:pt>
                <c:pt idx="134">
                  <c:v>35958</c:v>
                </c:pt>
                <c:pt idx="135">
                  <c:v>35961</c:v>
                </c:pt>
                <c:pt idx="136">
                  <c:v>35962</c:v>
                </c:pt>
                <c:pt idx="137">
                  <c:v>35963</c:v>
                </c:pt>
                <c:pt idx="138">
                  <c:v>35964</c:v>
                </c:pt>
                <c:pt idx="139">
                  <c:v>35965</c:v>
                </c:pt>
                <c:pt idx="140">
                  <c:v>35968</c:v>
                </c:pt>
                <c:pt idx="141">
                  <c:v>35969</c:v>
                </c:pt>
                <c:pt idx="142">
                  <c:v>35970</c:v>
                </c:pt>
                <c:pt idx="143">
                  <c:v>35971</c:v>
                </c:pt>
                <c:pt idx="144">
                  <c:v>35972</c:v>
                </c:pt>
                <c:pt idx="145">
                  <c:v>35975</c:v>
                </c:pt>
                <c:pt idx="146">
                  <c:v>35976</c:v>
                </c:pt>
                <c:pt idx="147">
                  <c:v>35977</c:v>
                </c:pt>
                <c:pt idx="148">
                  <c:v>35978</c:v>
                </c:pt>
                <c:pt idx="149">
                  <c:v>35982</c:v>
                </c:pt>
                <c:pt idx="150">
                  <c:v>35983</c:v>
                </c:pt>
                <c:pt idx="151">
                  <c:v>35984</c:v>
                </c:pt>
                <c:pt idx="152">
                  <c:v>35985</c:v>
                </c:pt>
                <c:pt idx="153">
                  <c:v>35986</c:v>
                </c:pt>
                <c:pt idx="154">
                  <c:v>35989</c:v>
                </c:pt>
                <c:pt idx="155">
                  <c:v>35990</c:v>
                </c:pt>
                <c:pt idx="156">
                  <c:v>35991</c:v>
                </c:pt>
                <c:pt idx="157">
                  <c:v>35992</c:v>
                </c:pt>
                <c:pt idx="158">
                  <c:v>35993</c:v>
                </c:pt>
                <c:pt idx="159">
                  <c:v>35996</c:v>
                </c:pt>
                <c:pt idx="160">
                  <c:v>35997</c:v>
                </c:pt>
                <c:pt idx="161">
                  <c:v>35998</c:v>
                </c:pt>
                <c:pt idx="162">
                  <c:v>35999</c:v>
                </c:pt>
                <c:pt idx="163">
                  <c:v>36000</c:v>
                </c:pt>
                <c:pt idx="164">
                  <c:v>36003</c:v>
                </c:pt>
                <c:pt idx="165">
                  <c:v>36004</c:v>
                </c:pt>
                <c:pt idx="166">
                  <c:v>36005</c:v>
                </c:pt>
                <c:pt idx="167">
                  <c:v>36006</c:v>
                </c:pt>
                <c:pt idx="168">
                  <c:v>36007</c:v>
                </c:pt>
                <c:pt idx="169">
                  <c:v>36010</c:v>
                </c:pt>
                <c:pt idx="170">
                  <c:v>36011</c:v>
                </c:pt>
                <c:pt idx="171">
                  <c:v>36012</c:v>
                </c:pt>
                <c:pt idx="172">
                  <c:v>36013</c:v>
                </c:pt>
                <c:pt idx="173">
                  <c:v>36014</c:v>
                </c:pt>
                <c:pt idx="174">
                  <c:v>36017</c:v>
                </c:pt>
                <c:pt idx="175">
                  <c:v>36018</c:v>
                </c:pt>
                <c:pt idx="176">
                  <c:v>36019</c:v>
                </c:pt>
                <c:pt idx="177">
                  <c:v>36020</c:v>
                </c:pt>
                <c:pt idx="178">
                  <c:v>36021</c:v>
                </c:pt>
                <c:pt idx="179">
                  <c:v>36024</c:v>
                </c:pt>
                <c:pt idx="180">
                  <c:v>36025</c:v>
                </c:pt>
                <c:pt idx="181">
                  <c:v>36026</c:v>
                </c:pt>
                <c:pt idx="182">
                  <c:v>36027</c:v>
                </c:pt>
                <c:pt idx="183">
                  <c:v>36028</c:v>
                </c:pt>
                <c:pt idx="184">
                  <c:v>36031</c:v>
                </c:pt>
                <c:pt idx="185">
                  <c:v>36032</c:v>
                </c:pt>
                <c:pt idx="186">
                  <c:v>36033</c:v>
                </c:pt>
                <c:pt idx="187">
                  <c:v>36034</c:v>
                </c:pt>
                <c:pt idx="188">
                  <c:v>36035</c:v>
                </c:pt>
                <c:pt idx="189">
                  <c:v>36038</c:v>
                </c:pt>
                <c:pt idx="190">
                  <c:v>36039</c:v>
                </c:pt>
                <c:pt idx="191">
                  <c:v>36040</c:v>
                </c:pt>
                <c:pt idx="192">
                  <c:v>36041</c:v>
                </c:pt>
                <c:pt idx="193">
                  <c:v>36042</c:v>
                </c:pt>
                <c:pt idx="194">
                  <c:v>36046</c:v>
                </c:pt>
                <c:pt idx="195">
                  <c:v>36047</c:v>
                </c:pt>
                <c:pt idx="196">
                  <c:v>36048</c:v>
                </c:pt>
                <c:pt idx="197">
                  <c:v>36049</c:v>
                </c:pt>
                <c:pt idx="198">
                  <c:v>36052</c:v>
                </c:pt>
                <c:pt idx="199">
                  <c:v>36053</c:v>
                </c:pt>
                <c:pt idx="200">
                  <c:v>36054</c:v>
                </c:pt>
                <c:pt idx="201">
                  <c:v>36055</c:v>
                </c:pt>
                <c:pt idx="202">
                  <c:v>36056</c:v>
                </c:pt>
                <c:pt idx="203">
                  <c:v>36059</c:v>
                </c:pt>
                <c:pt idx="204">
                  <c:v>36060</c:v>
                </c:pt>
                <c:pt idx="205">
                  <c:v>36061</c:v>
                </c:pt>
                <c:pt idx="206">
                  <c:v>36062</c:v>
                </c:pt>
                <c:pt idx="207">
                  <c:v>36063</c:v>
                </c:pt>
                <c:pt idx="208">
                  <c:v>36066</c:v>
                </c:pt>
                <c:pt idx="209">
                  <c:v>36067</c:v>
                </c:pt>
                <c:pt idx="210">
                  <c:v>36068</c:v>
                </c:pt>
                <c:pt idx="211">
                  <c:v>36069</c:v>
                </c:pt>
                <c:pt idx="212">
                  <c:v>36070</c:v>
                </c:pt>
                <c:pt idx="213">
                  <c:v>36073</c:v>
                </c:pt>
                <c:pt idx="214">
                  <c:v>36074</c:v>
                </c:pt>
                <c:pt idx="215">
                  <c:v>36075</c:v>
                </c:pt>
                <c:pt idx="216">
                  <c:v>36076</c:v>
                </c:pt>
                <c:pt idx="217">
                  <c:v>36077</c:v>
                </c:pt>
                <c:pt idx="218">
                  <c:v>36080</c:v>
                </c:pt>
                <c:pt idx="219">
                  <c:v>36081</c:v>
                </c:pt>
                <c:pt idx="220">
                  <c:v>36082</c:v>
                </c:pt>
                <c:pt idx="221">
                  <c:v>36083</c:v>
                </c:pt>
                <c:pt idx="222">
                  <c:v>36084</c:v>
                </c:pt>
                <c:pt idx="223">
                  <c:v>36087</c:v>
                </c:pt>
                <c:pt idx="224">
                  <c:v>36088</c:v>
                </c:pt>
                <c:pt idx="225">
                  <c:v>36089</c:v>
                </c:pt>
                <c:pt idx="226">
                  <c:v>36090</c:v>
                </c:pt>
                <c:pt idx="227">
                  <c:v>36091</c:v>
                </c:pt>
                <c:pt idx="228">
                  <c:v>36094</c:v>
                </c:pt>
                <c:pt idx="229">
                  <c:v>36095</c:v>
                </c:pt>
                <c:pt idx="230">
                  <c:v>36096</c:v>
                </c:pt>
                <c:pt idx="231">
                  <c:v>36097</c:v>
                </c:pt>
                <c:pt idx="232">
                  <c:v>36098</c:v>
                </c:pt>
                <c:pt idx="233">
                  <c:v>36101</c:v>
                </c:pt>
                <c:pt idx="234">
                  <c:v>36102</c:v>
                </c:pt>
                <c:pt idx="235">
                  <c:v>36103</c:v>
                </c:pt>
                <c:pt idx="236">
                  <c:v>36104</c:v>
                </c:pt>
                <c:pt idx="237">
                  <c:v>36105</c:v>
                </c:pt>
                <c:pt idx="238">
                  <c:v>36108</c:v>
                </c:pt>
                <c:pt idx="239">
                  <c:v>36109</c:v>
                </c:pt>
                <c:pt idx="240">
                  <c:v>36110</c:v>
                </c:pt>
                <c:pt idx="241">
                  <c:v>36111</c:v>
                </c:pt>
                <c:pt idx="242">
                  <c:v>36112</c:v>
                </c:pt>
                <c:pt idx="243">
                  <c:v>36115</c:v>
                </c:pt>
                <c:pt idx="244">
                  <c:v>36116</c:v>
                </c:pt>
                <c:pt idx="245">
                  <c:v>36117</c:v>
                </c:pt>
                <c:pt idx="246">
                  <c:v>36118</c:v>
                </c:pt>
                <c:pt idx="247">
                  <c:v>36119</c:v>
                </c:pt>
                <c:pt idx="248">
                  <c:v>36122</c:v>
                </c:pt>
                <c:pt idx="249">
                  <c:v>36123</c:v>
                </c:pt>
                <c:pt idx="250">
                  <c:v>36124</c:v>
                </c:pt>
                <c:pt idx="251">
                  <c:v>36126</c:v>
                </c:pt>
                <c:pt idx="252">
                  <c:v>36129</c:v>
                </c:pt>
                <c:pt idx="253">
                  <c:v>36130</c:v>
                </c:pt>
                <c:pt idx="254">
                  <c:v>36131</c:v>
                </c:pt>
                <c:pt idx="255">
                  <c:v>36132</c:v>
                </c:pt>
                <c:pt idx="256">
                  <c:v>36133</c:v>
                </c:pt>
                <c:pt idx="257">
                  <c:v>36136</c:v>
                </c:pt>
                <c:pt idx="258">
                  <c:v>36137</c:v>
                </c:pt>
                <c:pt idx="259">
                  <c:v>36138</c:v>
                </c:pt>
                <c:pt idx="260">
                  <c:v>36139</c:v>
                </c:pt>
                <c:pt idx="261">
                  <c:v>36140</c:v>
                </c:pt>
                <c:pt idx="262">
                  <c:v>36143</c:v>
                </c:pt>
                <c:pt idx="263">
                  <c:v>36144</c:v>
                </c:pt>
                <c:pt idx="264">
                  <c:v>36145</c:v>
                </c:pt>
                <c:pt idx="265">
                  <c:v>36146</c:v>
                </c:pt>
                <c:pt idx="266">
                  <c:v>36147</c:v>
                </c:pt>
                <c:pt idx="267">
                  <c:v>36150</c:v>
                </c:pt>
                <c:pt idx="268">
                  <c:v>36151</c:v>
                </c:pt>
                <c:pt idx="269">
                  <c:v>36152</c:v>
                </c:pt>
                <c:pt idx="270">
                  <c:v>36153</c:v>
                </c:pt>
                <c:pt idx="271">
                  <c:v>36157</c:v>
                </c:pt>
                <c:pt idx="272">
                  <c:v>36158</c:v>
                </c:pt>
                <c:pt idx="273">
                  <c:v>36159</c:v>
                </c:pt>
                <c:pt idx="274">
                  <c:v>36160</c:v>
                </c:pt>
                <c:pt idx="275">
                  <c:v>36164</c:v>
                </c:pt>
                <c:pt idx="276">
                  <c:v>36165</c:v>
                </c:pt>
                <c:pt idx="277">
                  <c:v>36166</c:v>
                </c:pt>
                <c:pt idx="278">
                  <c:v>36167</c:v>
                </c:pt>
                <c:pt idx="279">
                  <c:v>36168</c:v>
                </c:pt>
                <c:pt idx="280">
                  <c:v>36171</c:v>
                </c:pt>
                <c:pt idx="281">
                  <c:v>36172</c:v>
                </c:pt>
                <c:pt idx="282">
                  <c:v>36173</c:v>
                </c:pt>
                <c:pt idx="283">
                  <c:v>36174</c:v>
                </c:pt>
                <c:pt idx="284">
                  <c:v>36175</c:v>
                </c:pt>
                <c:pt idx="285">
                  <c:v>36179</c:v>
                </c:pt>
                <c:pt idx="286">
                  <c:v>36180</c:v>
                </c:pt>
                <c:pt idx="287">
                  <c:v>36181</c:v>
                </c:pt>
                <c:pt idx="288">
                  <c:v>36182</c:v>
                </c:pt>
                <c:pt idx="289">
                  <c:v>36185</c:v>
                </c:pt>
                <c:pt idx="290">
                  <c:v>36186</c:v>
                </c:pt>
                <c:pt idx="291">
                  <c:v>36187</c:v>
                </c:pt>
                <c:pt idx="292">
                  <c:v>36188</c:v>
                </c:pt>
                <c:pt idx="293">
                  <c:v>36189</c:v>
                </c:pt>
                <c:pt idx="294">
                  <c:v>36192</c:v>
                </c:pt>
                <c:pt idx="295">
                  <c:v>36193</c:v>
                </c:pt>
                <c:pt idx="296">
                  <c:v>36194</c:v>
                </c:pt>
                <c:pt idx="297">
                  <c:v>36195</c:v>
                </c:pt>
                <c:pt idx="298">
                  <c:v>36196</c:v>
                </c:pt>
                <c:pt idx="299">
                  <c:v>36199</c:v>
                </c:pt>
                <c:pt idx="300">
                  <c:v>36200</c:v>
                </c:pt>
                <c:pt idx="301">
                  <c:v>36201</c:v>
                </c:pt>
                <c:pt idx="302">
                  <c:v>36202</c:v>
                </c:pt>
                <c:pt idx="303">
                  <c:v>36203</c:v>
                </c:pt>
                <c:pt idx="304">
                  <c:v>36207</c:v>
                </c:pt>
                <c:pt idx="305">
                  <c:v>36208</c:v>
                </c:pt>
                <c:pt idx="306">
                  <c:v>36209</c:v>
                </c:pt>
                <c:pt idx="307">
                  <c:v>36210</c:v>
                </c:pt>
                <c:pt idx="308">
                  <c:v>36213</c:v>
                </c:pt>
                <c:pt idx="309">
                  <c:v>36214</c:v>
                </c:pt>
                <c:pt idx="310">
                  <c:v>36215</c:v>
                </c:pt>
                <c:pt idx="311">
                  <c:v>36216</c:v>
                </c:pt>
                <c:pt idx="312">
                  <c:v>36217</c:v>
                </c:pt>
                <c:pt idx="313">
                  <c:v>36220</c:v>
                </c:pt>
                <c:pt idx="314">
                  <c:v>36221</c:v>
                </c:pt>
                <c:pt idx="315">
                  <c:v>36222</c:v>
                </c:pt>
                <c:pt idx="316">
                  <c:v>36223</c:v>
                </c:pt>
                <c:pt idx="317">
                  <c:v>36224</c:v>
                </c:pt>
                <c:pt idx="318">
                  <c:v>36227</c:v>
                </c:pt>
                <c:pt idx="319">
                  <c:v>36228</c:v>
                </c:pt>
                <c:pt idx="320">
                  <c:v>36229</c:v>
                </c:pt>
                <c:pt idx="321">
                  <c:v>36230</c:v>
                </c:pt>
                <c:pt idx="322">
                  <c:v>36231</c:v>
                </c:pt>
                <c:pt idx="323">
                  <c:v>36234</c:v>
                </c:pt>
                <c:pt idx="324">
                  <c:v>36235</c:v>
                </c:pt>
                <c:pt idx="325">
                  <c:v>36236</c:v>
                </c:pt>
                <c:pt idx="326">
                  <c:v>36237</c:v>
                </c:pt>
                <c:pt idx="327">
                  <c:v>36238</c:v>
                </c:pt>
                <c:pt idx="328">
                  <c:v>36241</c:v>
                </c:pt>
                <c:pt idx="329">
                  <c:v>36242</c:v>
                </c:pt>
                <c:pt idx="330">
                  <c:v>36243</c:v>
                </c:pt>
                <c:pt idx="331">
                  <c:v>36244</c:v>
                </c:pt>
                <c:pt idx="332">
                  <c:v>36245</c:v>
                </c:pt>
                <c:pt idx="333">
                  <c:v>36248</c:v>
                </c:pt>
                <c:pt idx="334">
                  <c:v>36249</c:v>
                </c:pt>
                <c:pt idx="335">
                  <c:v>36250</c:v>
                </c:pt>
                <c:pt idx="336">
                  <c:v>36251</c:v>
                </c:pt>
                <c:pt idx="337">
                  <c:v>36255</c:v>
                </c:pt>
                <c:pt idx="338">
                  <c:v>36256</c:v>
                </c:pt>
                <c:pt idx="339">
                  <c:v>36257</c:v>
                </c:pt>
                <c:pt idx="340">
                  <c:v>36258</c:v>
                </c:pt>
                <c:pt idx="341">
                  <c:v>36259</c:v>
                </c:pt>
                <c:pt idx="342">
                  <c:v>36262</c:v>
                </c:pt>
                <c:pt idx="343">
                  <c:v>36263</c:v>
                </c:pt>
                <c:pt idx="344">
                  <c:v>36264</c:v>
                </c:pt>
                <c:pt idx="345">
                  <c:v>36265</c:v>
                </c:pt>
                <c:pt idx="346">
                  <c:v>36266</c:v>
                </c:pt>
                <c:pt idx="347">
                  <c:v>36269</c:v>
                </c:pt>
                <c:pt idx="348">
                  <c:v>36270</c:v>
                </c:pt>
                <c:pt idx="349">
                  <c:v>36271</c:v>
                </c:pt>
                <c:pt idx="350">
                  <c:v>36272</c:v>
                </c:pt>
                <c:pt idx="351">
                  <c:v>36273</c:v>
                </c:pt>
                <c:pt idx="352">
                  <c:v>36276</c:v>
                </c:pt>
                <c:pt idx="353">
                  <c:v>36277</c:v>
                </c:pt>
                <c:pt idx="354">
                  <c:v>36278</c:v>
                </c:pt>
                <c:pt idx="355">
                  <c:v>36279</c:v>
                </c:pt>
                <c:pt idx="356">
                  <c:v>36280</c:v>
                </c:pt>
                <c:pt idx="357">
                  <c:v>36283</c:v>
                </c:pt>
                <c:pt idx="358">
                  <c:v>36284</c:v>
                </c:pt>
                <c:pt idx="359">
                  <c:v>36285</c:v>
                </c:pt>
                <c:pt idx="360">
                  <c:v>36286</c:v>
                </c:pt>
                <c:pt idx="361">
                  <c:v>36287</c:v>
                </c:pt>
                <c:pt idx="362">
                  <c:v>36290</c:v>
                </c:pt>
                <c:pt idx="363">
                  <c:v>36291</c:v>
                </c:pt>
                <c:pt idx="364">
                  <c:v>36292</c:v>
                </c:pt>
                <c:pt idx="365">
                  <c:v>36293</c:v>
                </c:pt>
                <c:pt idx="366">
                  <c:v>36294</c:v>
                </c:pt>
                <c:pt idx="367">
                  <c:v>36297</c:v>
                </c:pt>
                <c:pt idx="368">
                  <c:v>36298</c:v>
                </c:pt>
                <c:pt idx="369">
                  <c:v>36299</c:v>
                </c:pt>
                <c:pt idx="370">
                  <c:v>36300</c:v>
                </c:pt>
                <c:pt idx="371">
                  <c:v>36301</c:v>
                </c:pt>
                <c:pt idx="372">
                  <c:v>36304</c:v>
                </c:pt>
                <c:pt idx="373">
                  <c:v>36305</c:v>
                </c:pt>
                <c:pt idx="374">
                  <c:v>36306</c:v>
                </c:pt>
                <c:pt idx="375">
                  <c:v>36307</c:v>
                </c:pt>
                <c:pt idx="376">
                  <c:v>36308</c:v>
                </c:pt>
                <c:pt idx="377">
                  <c:v>36312</c:v>
                </c:pt>
                <c:pt idx="378">
                  <c:v>36313</c:v>
                </c:pt>
                <c:pt idx="379">
                  <c:v>36314</c:v>
                </c:pt>
                <c:pt idx="380">
                  <c:v>36315</c:v>
                </c:pt>
                <c:pt idx="381">
                  <c:v>36318</c:v>
                </c:pt>
                <c:pt idx="382">
                  <c:v>36319</c:v>
                </c:pt>
                <c:pt idx="383">
                  <c:v>36320</c:v>
                </c:pt>
                <c:pt idx="384">
                  <c:v>36321</c:v>
                </c:pt>
                <c:pt idx="385">
                  <c:v>36322</c:v>
                </c:pt>
                <c:pt idx="386">
                  <c:v>36325</c:v>
                </c:pt>
                <c:pt idx="387">
                  <c:v>36326</c:v>
                </c:pt>
                <c:pt idx="388">
                  <c:v>36327</c:v>
                </c:pt>
                <c:pt idx="389">
                  <c:v>36328</c:v>
                </c:pt>
                <c:pt idx="390">
                  <c:v>36329</c:v>
                </c:pt>
                <c:pt idx="391">
                  <c:v>36332</c:v>
                </c:pt>
                <c:pt idx="392">
                  <c:v>36333</c:v>
                </c:pt>
                <c:pt idx="393">
                  <c:v>36334</c:v>
                </c:pt>
                <c:pt idx="394">
                  <c:v>36335</c:v>
                </c:pt>
                <c:pt idx="395">
                  <c:v>36336</c:v>
                </c:pt>
                <c:pt idx="396">
                  <c:v>36339</c:v>
                </c:pt>
                <c:pt idx="397">
                  <c:v>36340</c:v>
                </c:pt>
                <c:pt idx="398">
                  <c:v>36341</c:v>
                </c:pt>
                <c:pt idx="399">
                  <c:v>36342</c:v>
                </c:pt>
                <c:pt idx="400">
                  <c:v>36343</c:v>
                </c:pt>
                <c:pt idx="401">
                  <c:v>36347</c:v>
                </c:pt>
                <c:pt idx="402">
                  <c:v>36348</c:v>
                </c:pt>
                <c:pt idx="403">
                  <c:v>36349</c:v>
                </c:pt>
                <c:pt idx="404">
                  <c:v>36350</c:v>
                </c:pt>
                <c:pt idx="405">
                  <c:v>36353</c:v>
                </c:pt>
                <c:pt idx="406">
                  <c:v>36354</c:v>
                </c:pt>
                <c:pt idx="407">
                  <c:v>36355</c:v>
                </c:pt>
                <c:pt idx="408">
                  <c:v>36356</c:v>
                </c:pt>
                <c:pt idx="409">
                  <c:v>36357</c:v>
                </c:pt>
                <c:pt idx="410">
                  <c:v>36360</c:v>
                </c:pt>
                <c:pt idx="411">
                  <c:v>36361</c:v>
                </c:pt>
                <c:pt idx="412">
                  <c:v>36362</c:v>
                </c:pt>
                <c:pt idx="413">
                  <c:v>36363</c:v>
                </c:pt>
                <c:pt idx="414">
                  <c:v>36364</c:v>
                </c:pt>
                <c:pt idx="415">
                  <c:v>36367</c:v>
                </c:pt>
                <c:pt idx="416">
                  <c:v>36368</c:v>
                </c:pt>
                <c:pt idx="417">
                  <c:v>36369</c:v>
                </c:pt>
                <c:pt idx="418">
                  <c:v>36370</c:v>
                </c:pt>
                <c:pt idx="419">
                  <c:v>36371</c:v>
                </c:pt>
                <c:pt idx="420">
                  <c:v>36374</c:v>
                </c:pt>
                <c:pt idx="421">
                  <c:v>36375</c:v>
                </c:pt>
                <c:pt idx="422">
                  <c:v>36376</c:v>
                </c:pt>
                <c:pt idx="423">
                  <c:v>36377</c:v>
                </c:pt>
                <c:pt idx="424">
                  <c:v>36378</c:v>
                </c:pt>
                <c:pt idx="425">
                  <c:v>36381</c:v>
                </c:pt>
                <c:pt idx="426">
                  <c:v>36382</c:v>
                </c:pt>
                <c:pt idx="427">
                  <c:v>36383</c:v>
                </c:pt>
                <c:pt idx="428">
                  <c:v>36384</c:v>
                </c:pt>
                <c:pt idx="429">
                  <c:v>36385</c:v>
                </c:pt>
                <c:pt idx="430">
                  <c:v>36388</c:v>
                </c:pt>
                <c:pt idx="431">
                  <c:v>36389</c:v>
                </c:pt>
                <c:pt idx="432">
                  <c:v>36390</c:v>
                </c:pt>
                <c:pt idx="433">
                  <c:v>36391</c:v>
                </c:pt>
                <c:pt idx="434">
                  <c:v>36392</c:v>
                </c:pt>
                <c:pt idx="435">
                  <c:v>36395</c:v>
                </c:pt>
                <c:pt idx="436">
                  <c:v>36396</c:v>
                </c:pt>
                <c:pt idx="437">
                  <c:v>36397</c:v>
                </c:pt>
                <c:pt idx="438">
                  <c:v>36398</c:v>
                </c:pt>
                <c:pt idx="439">
                  <c:v>36399</c:v>
                </c:pt>
                <c:pt idx="440">
                  <c:v>36402</c:v>
                </c:pt>
                <c:pt idx="441">
                  <c:v>36403</c:v>
                </c:pt>
                <c:pt idx="442">
                  <c:v>36404</c:v>
                </c:pt>
                <c:pt idx="443">
                  <c:v>36405</c:v>
                </c:pt>
                <c:pt idx="444">
                  <c:v>36406</c:v>
                </c:pt>
                <c:pt idx="445">
                  <c:v>36410</c:v>
                </c:pt>
                <c:pt idx="446">
                  <c:v>36411</c:v>
                </c:pt>
                <c:pt idx="447">
                  <c:v>36412</c:v>
                </c:pt>
                <c:pt idx="448">
                  <c:v>36413</c:v>
                </c:pt>
                <c:pt idx="449">
                  <c:v>36416</c:v>
                </c:pt>
                <c:pt idx="450">
                  <c:v>36417</c:v>
                </c:pt>
                <c:pt idx="451">
                  <c:v>36418</c:v>
                </c:pt>
                <c:pt idx="452">
                  <c:v>36419</c:v>
                </c:pt>
                <c:pt idx="453">
                  <c:v>36420</c:v>
                </c:pt>
                <c:pt idx="454">
                  <c:v>36423</c:v>
                </c:pt>
                <c:pt idx="455">
                  <c:v>36424</c:v>
                </c:pt>
                <c:pt idx="456">
                  <c:v>36425</c:v>
                </c:pt>
                <c:pt idx="457">
                  <c:v>36426</c:v>
                </c:pt>
                <c:pt idx="458">
                  <c:v>36427</c:v>
                </c:pt>
                <c:pt idx="459">
                  <c:v>36430</c:v>
                </c:pt>
                <c:pt idx="460">
                  <c:v>36431</c:v>
                </c:pt>
                <c:pt idx="461">
                  <c:v>36432</c:v>
                </c:pt>
                <c:pt idx="462">
                  <c:v>36433</c:v>
                </c:pt>
                <c:pt idx="463">
                  <c:v>36434</c:v>
                </c:pt>
                <c:pt idx="464">
                  <c:v>36437</c:v>
                </c:pt>
                <c:pt idx="465">
                  <c:v>36438</c:v>
                </c:pt>
                <c:pt idx="466">
                  <c:v>36439</c:v>
                </c:pt>
                <c:pt idx="467">
                  <c:v>36440</c:v>
                </c:pt>
                <c:pt idx="468">
                  <c:v>36441</c:v>
                </c:pt>
                <c:pt idx="469">
                  <c:v>36444</c:v>
                </c:pt>
                <c:pt idx="470">
                  <c:v>36445</c:v>
                </c:pt>
                <c:pt idx="471">
                  <c:v>36446</c:v>
                </c:pt>
                <c:pt idx="472">
                  <c:v>36447</c:v>
                </c:pt>
                <c:pt idx="473">
                  <c:v>36448</c:v>
                </c:pt>
                <c:pt idx="474">
                  <c:v>36451</c:v>
                </c:pt>
                <c:pt idx="475">
                  <c:v>36452</c:v>
                </c:pt>
                <c:pt idx="476">
                  <c:v>36453</c:v>
                </c:pt>
                <c:pt idx="477">
                  <c:v>36454</c:v>
                </c:pt>
                <c:pt idx="478">
                  <c:v>36455</c:v>
                </c:pt>
                <c:pt idx="479">
                  <c:v>36458</c:v>
                </c:pt>
                <c:pt idx="480">
                  <c:v>36459</c:v>
                </c:pt>
                <c:pt idx="481">
                  <c:v>36460</c:v>
                </c:pt>
                <c:pt idx="482">
                  <c:v>36461</c:v>
                </c:pt>
                <c:pt idx="483">
                  <c:v>36462</c:v>
                </c:pt>
                <c:pt idx="484">
                  <c:v>36465</c:v>
                </c:pt>
                <c:pt idx="485">
                  <c:v>36466</c:v>
                </c:pt>
                <c:pt idx="486">
                  <c:v>36467</c:v>
                </c:pt>
                <c:pt idx="487">
                  <c:v>36468</c:v>
                </c:pt>
                <c:pt idx="488">
                  <c:v>36469</c:v>
                </c:pt>
                <c:pt idx="489">
                  <c:v>36472</c:v>
                </c:pt>
                <c:pt idx="490">
                  <c:v>36473</c:v>
                </c:pt>
                <c:pt idx="491">
                  <c:v>36474</c:v>
                </c:pt>
                <c:pt idx="492">
                  <c:v>36475</c:v>
                </c:pt>
                <c:pt idx="493">
                  <c:v>36476</c:v>
                </c:pt>
                <c:pt idx="494">
                  <c:v>36479</c:v>
                </c:pt>
                <c:pt idx="495">
                  <c:v>36480</c:v>
                </c:pt>
                <c:pt idx="496">
                  <c:v>36481</c:v>
                </c:pt>
                <c:pt idx="497">
                  <c:v>36482</c:v>
                </c:pt>
                <c:pt idx="498">
                  <c:v>36483</c:v>
                </c:pt>
                <c:pt idx="499">
                  <c:v>36486</c:v>
                </c:pt>
                <c:pt idx="500">
                  <c:v>36487</c:v>
                </c:pt>
                <c:pt idx="501">
                  <c:v>36488</c:v>
                </c:pt>
                <c:pt idx="502">
                  <c:v>36490</c:v>
                </c:pt>
                <c:pt idx="503">
                  <c:v>36493</c:v>
                </c:pt>
                <c:pt idx="504">
                  <c:v>36494</c:v>
                </c:pt>
                <c:pt idx="505">
                  <c:v>36495</c:v>
                </c:pt>
                <c:pt idx="506">
                  <c:v>36496</c:v>
                </c:pt>
                <c:pt idx="507">
                  <c:v>36497</c:v>
                </c:pt>
                <c:pt idx="508">
                  <c:v>36500</c:v>
                </c:pt>
                <c:pt idx="509">
                  <c:v>36501</c:v>
                </c:pt>
                <c:pt idx="510">
                  <c:v>36502</c:v>
                </c:pt>
                <c:pt idx="511">
                  <c:v>36503</c:v>
                </c:pt>
                <c:pt idx="512">
                  <c:v>36504</c:v>
                </c:pt>
                <c:pt idx="513">
                  <c:v>36507</c:v>
                </c:pt>
                <c:pt idx="514">
                  <c:v>36508</c:v>
                </c:pt>
                <c:pt idx="515">
                  <c:v>36509</c:v>
                </c:pt>
                <c:pt idx="516">
                  <c:v>36510</c:v>
                </c:pt>
                <c:pt idx="517">
                  <c:v>36511</c:v>
                </c:pt>
                <c:pt idx="518">
                  <c:v>36514</c:v>
                </c:pt>
                <c:pt idx="519">
                  <c:v>36515</c:v>
                </c:pt>
                <c:pt idx="520">
                  <c:v>36516</c:v>
                </c:pt>
                <c:pt idx="521">
                  <c:v>36517</c:v>
                </c:pt>
                <c:pt idx="522">
                  <c:v>36521</c:v>
                </c:pt>
                <c:pt idx="523">
                  <c:v>36522</c:v>
                </c:pt>
                <c:pt idx="524">
                  <c:v>36523</c:v>
                </c:pt>
                <c:pt idx="525">
                  <c:v>36524</c:v>
                </c:pt>
                <c:pt idx="526">
                  <c:v>36525</c:v>
                </c:pt>
                <c:pt idx="527">
                  <c:v>36528</c:v>
                </c:pt>
                <c:pt idx="528">
                  <c:v>36529</c:v>
                </c:pt>
                <c:pt idx="529">
                  <c:v>36530</c:v>
                </c:pt>
                <c:pt idx="530">
                  <c:v>36531</c:v>
                </c:pt>
                <c:pt idx="531">
                  <c:v>36532</c:v>
                </c:pt>
                <c:pt idx="532">
                  <c:v>36535</c:v>
                </c:pt>
                <c:pt idx="533">
                  <c:v>36536</c:v>
                </c:pt>
                <c:pt idx="534">
                  <c:v>36537</c:v>
                </c:pt>
                <c:pt idx="535">
                  <c:v>36538</c:v>
                </c:pt>
                <c:pt idx="536">
                  <c:v>36539</c:v>
                </c:pt>
                <c:pt idx="537">
                  <c:v>36543</c:v>
                </c:pt>
                <c:pt idx="538">
                  <c:v>36544</c:v>
                </c:pt>
                <c:pt idx="539">
                  <c:v>36545</c:v>
                </c:pt>
                <c:pt idx="540">
                  <c:v>36546</c:v>
                </c:pt>
                <c:pt idx="541">
                  <c:v>36549</c:v>
                </c:pt>
                <c:pt idx="542">
                  <c:v>36550</c:v>
                </c:pt>
                <c:pt idx="543">
                  <c:v>36551</c:v>
                </c:pt>
                <c:pt idx="544">
                  <c:v>36552</c:v>
                </c:pt>
                <c:pt idx="545">
                  <c:v>36553</c:v>
                </c:pt>
                <c:pt idx="546">
                  <c:v>36556</c:v>
                </c:pt>
                <c:pt idx="547">
                  <c:v>36557</c:v>
                </c:pt>
                <c:pt idx="548">
                  <c:v>36558</c:v>
                </c:pt>
                <c:pt idx="549">
                  <c:v>36559</c:v>
                </c:pt>
                <c:pt idx="550">
                  <c:v>36560</c:v>
                </c:pt>
                <c:pt idx="551">
                  <c:v>36563</c:v>
                </c:pt>
                <c:pt idx="552">
                  <c:v>36564</c:v>
                </c:pt>
                <c:pt idx="553">
                  <c:v>36565</c:v>
                </c:pt>
                <c:pt idx="554">
                  <c:v>36566</c:v>
                </c:pt>
                <c:pt idx="555">
                  <c:v>36567</c:v>
                </c:pt>
                <c:pt idx="556">
                  <c:v>36570</c:v>
                </c:pt>
                <c:pt idx="557">
                  <c:v>36571</c:v>
                </c:pt>
                <c:pt idx="558">
                  <c:v>36572</c:v>
                </c:pt>
                <c:pt idx="559">
                  <c:v>36573</c:v>
                </c:pt>
                <c:pt idx="560">
                  <c:v>36574</c:v>
                </c:pt>
                <c:pt idx="561">
                  <c:v>36578</c:v>
                </c:pt>
                <c:pt idx="562">
                  <c:v>36579</c:v>
                </c:pt>
                <c:pt idx="563">
                  <c:v>36580</c:v>
                </c:pt>
                <c:pt idx="564">
                  <c:v>36581</c:v>
                </c:pt>
                <c:pt idx="565">
                  <c:v>36584</c:v>
                </c:pt>
                <c:pt idx="566">
                  <c:v>36585</c:v>
                </c:pt>
                <c:pt idx="567">
                  <c:v>36586</c:v>
                </c:pt>
                <c:pt idx="568">
                  <c:v>36587</c:v>
                </c:pt>
                <c:pt idx="569">
                  <c:v>36588</c:v>
                </c:pt>
                <c:pt idx="570">
                  <c:v>36591</c:v>
                </c:pt>
                <c:pt idx="571">
                  <c:v>36592</c:v>
                </c:pt>
                <c:pt idx="572">
                  <c:v>36593</c:v>
                </c:pt>
                <c:pt idx="573">
                  <c:v>36594</c:v>
                </c:pt>
                <c:pt idx="574">
                  <c:v>36595</c:v>
                </c:pt>
                <c:pt idx="575">
                  <c:v>36598</c:v>
                </c:pt>
                <c:pt idx="576">
                  <c:v>36599</c:v>
                </c:pt>
                <c:pt idx="577">
                  <c:v>36600</c:v>
                </c:pt>
                <c:pt idx="578">
                  <c:v>36601</c:v>
                </c:pt>
                <c:pt idx="579">
                  <c:v>36602</c:v>
                </c:pt>
                <c:pt idx="580">
                  <c:v>36605</c:v>
                </c:pt>
                <c:pt idx="581">
                  <c:v>36606</c:v>
                </c:pt>
                <c:pt idx="582">
                  <c:v>36607</c:v>
                </c:pt>
                <c:pt idx="583">
                  <c:v>36608</c:v>
                </c:pt>
                <c:pt idx="584">
                  <c:v>36609</c:v>
                </c:pt>
                <c:pt idx="585">
                  <c:v>36612</c:v>
                </c:pt>
                <c:pt idx="586">
                  <c:v>36613</c:v>
                </c:pt>
                <c:pt idx="587">
                  <c:v>36614</c:v>
                </c:pt>
                <c:pt idx="588">
                  <c:v>36615</c:v>
                </c:pt>
                <c:pt idx="589">
                  <c:v>36616</c:v>
                </c:pt>
                <c:pt idx="590">
                  <c:v>36619</c:v>
                </c:pt>
                <c:pt idx="591">
                  <c:v>36620</c:v>
                </c:pt>
                <c:pt idx="592">
                  <c:v>36621</c:v>
                </c:pt>
                <c:pt idx="593">
                  <c:v>36622</c:v>
                </c:pt>
                <c:pt idx="594">
                  <c:v>36623</c:v>
                </c:pt>
                <c:pt idx="595">
                  <c:v>36626</c:v>
                </c:pt>
                <c:pt idx="596">
                  <c:v>36627</c:v>
                </c:pt>
                <c:pt idx="597">
                  <c:v>36628</c:v>
                </c:pt>
                <c:pt idx="598">
                  <c:v>36629</c:v>
                </c:pt>
                <c:pt idx="599">
                  <c:v>36630</c:v>
                </c:pt>
                <c:pt idx="600">
                  <c:v>36633</c:v>
                </c:pt>
                <c:pt idx="601">
                  <c:v>36634</c:v>
                </c:pt>
                <c:pt idx="602">
                  <c:v>36635</c:v>
                </c:pt>
                <c:pt idx="603">
                  <c:v>36636</c:v>
                </c:pt>
                <c:pt idx="604">
                  <c:v>36640</c:v>
                </c:pt>
                <c:pt idx="605">
                  <c:v>36641</c:v>
                </c:pt>
                <c:pt idx="606">
                  <c:v>36642</c:v>
                </c:pt>
                <c:pt idx="607">
                  <c:v>36643</c:v>
                </c:pt>
                <c:pt idx="608">
                  <c:v>36644</c:v>
                </c:pt>
                <c:pt idx="609">
                  <c:v>36647</c:v>
                </c:pt>
                <c:pt idx="610">
                  <c:v>36648</c:v>
                </c:pt>
                <c:pt idx="611">
                  <c:v>36649</c:v>
                </c:pt>
                <c:pt idx="612">
                  <c:v>36650</c:v>
                </c:pt>
                <c:pt idx="613">
                  <c:v>36651</c:v>
                </c:pt>
                <c:pt idx="614">
                  <c:v>36654</c:v>
                </c:pt>
                <c:pt idx="615">
                  <c:v>36655</c:v>
                </c:pt>
                <c:pt idx="616">
                  <c:v>36656</c:v>
                </c:pt>
                <c:pt idx="617">
                  <c:v>36657</c:v>
                </c:pt>
                <c:pt idx="618">
                  <c:v>36658</c:v>
                </c:pt>
                <c:pt idx="619">
                  <c:v>36661</c:v>
                </c:pt>
                <c:pt idx="620">
                  <c:v>36662</c:v>
                </c:pt>
                <c:pt idx="621">
                  <c:v>36663</c:v>
                </c:pt>
                <c:pt idx="622">
                  <c:v>36664</c:v>
                </c:pt>
                <c:pt idx="623">
                  <c:v>36665</c:v>
                </c:pt>
                <c:pt idx="624">
                  <c:v>36668</c:v>
                </c:pt>
                <c:pt idx="625">
                  <c:v>36669</c:v>
                </c:pt>
                <c:pt idx="626">
                  <c:v>36670</c:v>
                </c:pt>
                <c:pt idx="627">
                  <c:v>36671</c:v>
                </c:pt>
                <c:pt idx="628">
                  <c:v>36672</c:v>
                </c:pt>
                <c:pt idx="629">
                  <c:v>36676</c:v>
                </c:pt>
                <c:pt idx="630">
                  <c:v>36677</c:v>
                </c:pt>
                <c:pt idx="631">
                  <c:v>36678</c:v>
                </c:pt>
                <c:pt idx="632">
                  <c:v>36679</c:v>
                </c:pt>
                <c:pt idx="633">
                  <c:v>36682</c:v>
                </c:pt>
                <c:pt idx="634">
                  <c:v>36683</c:v>
                </c:pt>
                <c:pt idx="635">
                  <c:v>36684</c:v>
                </c:pt>
                <c:pt idx="636">
                  <c:v>36685</c:v>
                </c:pt>
                <c:pt idx="637">
                  <c:v>36686</c:v>
                </c:pt>
                <c:pt idx="638">
                  <c:v>36689</c:v>
                </c:pt>
                <c:pt idx="639">
                  <c:v>36690</c:v>
                </c:pt>
                <c:pt idx="640">
                  <c:v>36691</c:v>
                </c:pt>
                <c:pt idx="641">
                  <c:v>36692</c:v>
                </c:pt>
                <c:pt idx="642">
                  <c:v>36693</c:v>
                </c:pt>
                <c:pt idx="643">
                  <c:v>36696</c:v>
                </c:pt>
                <c:pt idx="644">
                  <c:v>36697</c:v>
                </c:pt>
                <c:pt idx="645">
                  <c:v>36698</c:v>
                </c:pt>
                <c:pt idx="646">
                  <c:v>36699</c:v>
                </c:pt>
                <c:pt idx="647">
                  <c:v>36700</c:v>
                </c:pt>
                <c:pt idx="648">
                  <c:v>36703</c:v>
                </c:pt>
                <c:pt idx="649">
                  <c:v>36704</c:v>
                </c:pt>
                <c:pt idx="650">
                  <c:v>36705</c:v>
                </c:pt>
                <c:pt idx="651">
                  <c:v>36706</c:v>
                </c:pt>
                <c:pt idx="652">
                  <c:v>36707</c:v>
                </c:pt>
                <c:pt idx="653">
                  <c:v>36710</c:v>
                </c:pt>
                <c:pt idx="654">
                  <c:v>36712</c:v>
                </c:pt>
                <c:pt idx="655">
                  <c:v>36713</c:v>
                </c:pt>
                <c:pt idx="656">
                  <c:v>36714</c:v>
                </c:pt>
                <c:pt idx="657">
                  <c:v>36717</c:v>
                </c:pt>
                <c:pt idx="658">
                  <c:v>36718</c:v>
                </c:pt>
                <c:pt idx="659">
                  <c:v>36719</c:v>
                </c:pt>
                <c:pt idx="660">
                  <c:v>36720</c:v>
                </c:pt>
                <c:pt idx="661">
                  <c:v>36721</c:v>
                </c:pt>
                <c:pt idx="662">
                  <c:v>36724</c:v>
                </c:pt>
                <c:pt idx="663">
                  <c:v>36725</c:v>
                </c:pt>
                <c:pt idx="664">
                  <c:v>36726</c:v>
                </c:pt>
                <c:pt idx="665">
                  <c:v>36727</c:v>
                </c:pt>
                <c:pt idx="666">
                  <c:v>36728</c:v>
                </c:pt>
                <c:pt idx="667">
                  <c:v>36731</c:v>
                </c:pt>
                <c:pt idx="668">
                  <c:v>36732</c:v>
                </c:pt>
                <c:pt idx="669">
                  <c:v>36733</c:v>
                </c:pt>
                <c:pt idx="670">
                  <c:v>36734</c:v>
                </c:pt>
                <c:pt idx="671">
                  <c:v>36735</c:v>
                </c:pt>
                <c:pt idx="672">
                  <c:v>36738</c:v>
                </c:pt>
                <c:pt idx="673">
                  <c:v>36739</c:v>
                </c:pt>
                <c:pt idx="674">
                  <c:v>36740</c:v>
                </c:pt>
                <c:pt idx="675">
                  <c:v>36741</c:v>
                </c:pt>
                <c:pt idx="676">
                  <c:v>36742</c:v>
                </c:pt>
                <c:pt idx="677">
                  <c:v>36745</c:v>
                </c:pt>
                <c:pt idx="678">
                  <c:v>36746</c:v>
                </c:pt>
                <c:pt idx="679">
                  <c:v>36747</c:v>
                </c:pt>
                <c:pt idx="680">
                  <c:v>36748</c:v>
                </c:pt>
                <c:pt idx="681">
                  <c:v>36749</c:v>
                </c:pt>
                <c:pt idx="682">
                  <c:v>36752</c:v>
                </c:pt>
                <c:pt idx="683">
                  <c:v>36753</c:v>
                </c:pt>
                <c:pt idx="684">
                  <c:v>36754</c:v>
                </c:pt>
                <c:pt idx="685">
                  <c:v>36755</c:v>
                </c:pt>
                <c:pt idx="686">
                  <c:v>36756</c:v>
                </c:pt>
                <c:pt idx="687">
                  <c:v>36759</c:v>
                </c:pt>
                <c:pt idx="688">
                  <c:v>36760</c:v>
                </c:pt>
                <c:pt idx="689">
                  <c:v>36761</c:v>
                </c:pt>
                <c:pt idx="690">
                  <c:v>36762</c:v>
                </c:pt>
                <c:pt idx="691">
                  <c:v>36763</c:v>
                </c:pt>
                <c:pt idx="692">
                  <c:v>36766</c:v>
                </c:pt>
                <c:pt idx="693">
                  <c:v>36767</c:v>
                </c:pt>
                <c:pt idx="694">
                  <c:v>36768</c:v>
                </c:pt>
                <c:pt idx="695">
                  <c:v>36769</c:v>
                </c:pt>
                <c:pt idx="696">
                  <c:v>36770</c:v>
                </c:pt>
                <c:pt idx="697">
                  <c:v>36774</c:v>
                </c:pt>
                <c:pt idx="698">
                  <c:v>36775</c:v>
                </c:pt>
                <c:pt idx="699">
                  <c:v>36776</c:v>
                </c:pt>
                <c:pt idx="700">
                  <c:v>36777</c:v>
                </c:pt>
                <c:pt idx="701">
                  <c:v>36780</c:v>
                </c:pt>
                <c:pt idx="702">
                  <c:v>36781</c:v>
                </c:pt>
                <c:pt idx="703">
                  <c:v>36782</c:v>
                </c:pt>
                <c:pt idx="704">
                  <c:v>36783</c:v>
                </c:pt>
                <c:pt idx="705">
                  <c:v>36784</c:v>
                </c:pt>
                <c:pt idx="706">
                  <c:v>36787</c:v>
                </c:pt>
                <c:pt idx="707">
                  <c:v>36788</c:v>
                </c:pt>
                <c:pt idx="708">
                  <c:v>36789</c:v>
                </c:pt>
                <c:pt idx="709">
                  <c:v>36790</c:v>
                </c:pt>
                <c:pt idx="710">
                  <c:v>36791</c:v>
                </c:pt>
                <c:pt idx="711">
                  <c:v>36794</c:v>
                </c:pt>
                <c:pt idx="712">
                  <c:v>36795</c:v>
                </c:pt>
                <c:pt idx="713">
                  <c:v>36796</c:v>
                </c:pt>
                <c:pt idx="714">
                  <c:v>36797</c:v>
                </c:pt>
                <c:pt idx="715">
                  <c:v>36798</c:v>
                </c:pt>
                <c:pt idx="716">
                  <c:v>36801</c:v>
                </c:pt>
                <c:pt idx="717">
                  <c:v>36802</c:v>
                </c:pt>
                <c:pt idx="718">
                  <c:v>36803</c:v>
                </c:pt>
                <c:pt idx="719">
                  <c:v>36804</c:v>
                </c:pt>
                <c:pt idx="720">
                  <c:v>36805</c:v>
                </c:pt>
                <c:pt idx="721">
                  <c:v>36808</c:v>
                </c:pt>
                <c:pt idx="722">
                  <c:v>36809</c:v>
                </c:pt>
                <c:pt idx="723">
                  <c:v>36810</c:v>
                </c:pt>
                <c:pt idx="724">
                  <c:v>36811</c:v>
                </c:pt>
                <c:pt idx="725">
                  <c:v>36812</c:v>
                </c:pt>
                <c:pt idx="726">
                  <c:v>36815</c:v>
                </c:pt>
                <c:pt idx="727">
                  <c:v>36816</c:v>
                </c:pt>
                <c:pt idx="728">
                  <c:v>36817</c:v>
                </c:pt>
                <c:pt idx="729">
                  <c:v>36818</c:v>
                </c:pt>
                <c:pt idx="730">
                  <c:v>36819</c:v>
                </c:pt>
                <c:pt idx="731">
                  <c:v>36822</c:v>
                </c:pt>
                <c:pt idx="732">
                  <c:v>36823</c:v>
                </c:pt>
                <c:pt idx="733">
                  <c:v>36824</c:v>
                </c:pt>
                <c:pt idx="734">
                  <c:v>36825</c:v>
                </c:pt>
                <c:pt idx="735">
                  <c:v>36826</c:v>
                </c:pt>
                <c:pt idx="736">
                  <c:v>36829</c:v>
                </c:pt>
                <c:pt idx="737">
                  <c:v>36830</c:v>
                </c:pt>
                <c:pt idx="738">
                  <c:v>36831</c:v>
                </c:pt>
                <c:pt idx="739">
                  <c:v>36832</c:v>
                </c:pt>
                <c:pt idx="740">
                  <c:v>36833</c:v>
                </c:pt>
                <c:pt idx="741">
                  <c:v>36836</c:v>
                </c:pt>
                <c:pt idx="742">
                  <c:v>36837</c:v>
                </c:pt>
                <c:pt idx="743">
                  <c:v>36838</c:v>
                </c:pt>
                <c:pt idx="744">
                  <c:v>36839</c:v>
                </c:pt>
                <c:pt idx="745">
                  <c:v>36840</c:v>
                </c:pt>
                <c:pt idx="746">
                  <c:v>36843</c:v>
                </c:pt>
                <c:pt idx="747">
                  <c:v>36844</c:v>
                </c:pt>
                <c:pt idx="748">
                  <c:v>36845</c:v>
                </c:pt>
                <c:pt idx="749">
                  <c:v>36846</c:v>
                </c:pt>
                <c:pt idx="750">
                  <c:v>36847</c:v>
                </c:pt>
                <c:pt idx="751">
                  <c:v>36850</c:v>
                </c:pt>
                <c:pt idx="752">
                  <c:v>36851</c:v>
                </c:pt>
                <c:pt idx="753">
                  <c:v>36852</c:v>
                </c:pt>
                <c:pt idx="754">
                  <c:v>36854</c:v>
                </c:pt>
                <c:pt idx="755">
                  <c:v>36857</c:v>
                </c:pt>
                <c:pt idx="756">
                  <c:v>36858</c:v>
                </c:pt>
                <c:pt idx="757">
                  <c:v>36859</c:v>
                </c:pt>
                <c:pt idx="758">
                  <c:v>36860</c:v>
                </c:pt>
                <c:pt idx="759">
                  <c:v>36861</c:v>
                </c:pt>
                <c:pt idx="760">
                  <c:v>36864</c:v>
                </c:pt>
                <c:pt idx="761">
                  <c:v>36865</c:v>
                </c:pt>
                <c:pt idx="762">
                  <c:v>36866</c:v>
                </c:pt>
                <c:pt idx="763">
                  <c:v>36867</c:v>
                </c:pt>
                <c:pt idx="764">
                  <c:v>36868</c:v>
                </c:pt>
                <c:pt idx="765">
                  <c:v>36871</c:v>
                </c:pt>
                <c:pt idx="766">
                  <c:v>36872</c:v>
                </c:pt>
                <c:pt idx="767">
                  <c:v>36873</c:v>
                </c:pt>
                <c:pt idx="768">
                  <c:v>36874</c:v>
                </c:pt>
                <c:pt idx="769">
                  <c:v>36875</c:v>
                </c:pt>
                <c:pt idx="770">
                  <c:v>36878</c:v>
                </c:pt>
                <c:pt idx="771">
                  <c:v>36879</c:v>
                </c:pt>
                <c:pt idx="772">
                  <c:v>36880</c:v>
                </c:pt>
                <c:pt idx="773">
                  <c:v>36881</c:v>
                </c:pt>
                <c:pt idx="774">
                  <c:v>36882</c:v>
                </c:pt>
                <c:pt idx="775">
                  <c:v>36886</c:v>
                </c:pt>
                <c:pt idx="776">
                  <c:v>36887</c:v>
                </c:pt>
                <c:pt idx="777">
                  <c:v>36888</c:v>
                </c:pt>
                <c:pt idx="778">
                  <c:v>36889</c:v>
                </c:pt>
                <c:pt idx="779">
                  <c:v>36893</c:v>
                </c:pt>
                <c:pt idx="780">
                  <c:v>36894</c:v>
                </c:pt>
                <c:pt idx="781">
                  <c:v>36895</c:v>
                </c:pt>
                <c:pt idx="782">
                  <c:v>36896</c:v>
                </c:pt>
                <c:pt idx="783">
                  <c:v>36899</c:v>
                </c:pt>
                <c:pt idx="784">
                  <c:v>36900</c:v>
                </c:pt>
                <c:pt idx="785">
                  <c:v>36901</c:v>
                </c:pt>
                <c:pt idx="786">
                  <c:v>36902</c:v>
                </c:pt>
                <c:pt idx="787">
                  <c:v>36903</c:v>
                </c:pt>
                <c:pt idx="788">
                  <c:v>36907</c:v>
                </c:pt>
                <c:pt idx="789">
                  <c:v>36908</c:v>
                </c:pt>
                <c:pt idx="790">
                  <c:v>36909</c:v>
                </c:pt>
                <c:pt idx="791">
                  <c:v>36910</c:v>
                </c:pt>
                <c:pt idx="792">
                  <c:v>36913</c:v>
                </c:pt>
                <c:pt idx="793">
                  <c:v>36914</c:v>
                </c:pt>
                <c:pt idx="794">
                  <c:v>36915</c:v>
                </c:pt>
                <c:pt idx="795">
                  <c:v>36916</c:v>
                </c:pt>
                <c:pt idx="796">
                  <c:v>36917</c:v>
                </c:pt>
                <c:pt idx="797">
                  <c:v>36920</c:v>
                </c:pt>
                <c:pt idx="798">
                  <c:v>36921</c:v>
                </c:pt>
                <c:pt idx="799">
                  <c:v>36922</c:v>
                </c:pt>
                <c:pt idx="800">
                  <c:v>36923</c:v>
                </c:pt>
                <c:pt idx="801">
                  <c:v>36924</c:v>
                </c:pt>
                <c:pt idx="802">
                  <c:v>36927</c:v>
                </c:pt>
                <c:pt idx="803">
                  <c:v>36928</c:v>
                </c:pt>
                <c:pt idx="804">
                  <c:v>36929</c:v>
                </c:pt>
                <c:pt idx="805">
                  <c:v>36930</c:v>
                </c:pt>
                <c:pt idx="806">
                  <c:v>36931</c:v>
                </c:pt>
                <c:pt idx="807">
                  <c:v>36934</c:v>
                </c:pt>
                <c:pt idx="808">
                  <c:v>36935</c:v>
                </c:pt>
                <c:pt idx="809">
                  <c:v>36936</c:v>
                </c:pt>
                <c:pt idx="810">
                  <c:v>36937</c:v>
                </c:pt>
                <c:pt idx="811">
                  <c:v>36938</c:v>
                </c:pt>
                <c:pt idx="812">
                  <c:v>36942</c:v>
                </c:pt>
                <c:pt idx="813">
                  <c:v>36943</c:v>
                </c:pt>
                <c:pt idx="814">
                  <c:v>36944</c:v>
                </c:pt>
                <c:pt idx="815">
                  <c:v>36945</c:v>
                </c:pt>
                <c:pt idx="816">
                  <c:v>36948</c:v>
                </c:pt>
                <c:pt idx="817">
                  <c:v>36949</c:v>
                </c:pt>
                <c:pt idx="818">
                  <c:v>36950</c:v>
                </c:pt>
                <c:pt idx="819">
                  <c:v>36951</c:v>
                </c:pt>
                <c:pt idx="820">
                  <c:v>36952</c:v>
                </c:pt>
                <c:pt idx="821">
                  <c:v>36955</c:v>
                </c:pt>
                <c:pt idx="822">
                  <c:v>36956</c:v>
                </c:pt>
                <c:pt idx="823">
                  <c:v>36957</c:v>
                </c:pt>
                <c:pt idx="824">
                  <c:v>36958</c:v>
                </c:pt>
                <c:pt idx="825">
                  <c:v>36959</c:v>
                </c:pt>
                <c:pt idx="826">
                  <c:v>36962</c:v>
                </c:pt>
                <c:pt idx="827">
                  <c:v>36963</c:v>
                </c:pt>
                <c:pt idx="828">
                  <c:v>36964</c:v>
                </c:pt>
                <c:pt idx="829">
                  <c:v>36965</c:v>
                </c:pt>
                <c:pt idx="830">
                  <c:v>36966</c:v>
                </c:pt>
                <c:pt idx="831">
                  <c:v>36969</c:v>
                </c:pt>
                <c:pt idx="832">
                  <c:v>36970</c:v>
                </c:pt>
                <c:pt idx="833">
                  <c:v>36971</c:v>
                </c:pt>
                <c:pt idx="834">
                  <c:v>36972</c:v>
                </c:pt>
                <c:pt idx="835">
                  <c:v>36973</c:v>
                </c:pt>
                <c:pt idx="836">
                  <c:v>36976</c:v>
                </c:pt>
                <c:pt idx="837">
                  <c:v>36977</c:v>
                </c:pt>
                <c:pt idx="838">
                  <c:v>36978</c:v>
                </c:pt>
                <c:pt idx="839">
                  <c:v>36979</c:v>
                </c:pt>
                <c:pt idx="840">
                  <c:v>36980</c:v>
                </c:pt>
                <c:pt idx="841">
                  <c:v>36983</c:v>
                </c:pt>
                <c:pt idx="842">
                  <c:v>36984</c:v>
                </c:pt>
                <c:pt idx="843">
                  <c:v>36985</c:v>
                </c:pt>
                <c:pt idx="844">
                  <c:v>36986</c:v>
                </c:pt>
                <c:pt idx="845">
                  <c:v>36987</c:v>
                </c:pt>
                <c:pt idx="846">
                  <c:v>36990</c:v>
                </c:pt>
                <c:pt idx="847">
                  <c:v>36991</c:v>
                </c:pt>
                <c:pt idx="848">
                  <c:v>36992</c:v>
                </c:pt>
                <c:pt idx="849">
                  <c:v>36993</c:v>
                </c:pt>
                <c:pt idx="850">
                  <c:v>36997</c:v>
                </c:pt>
                <c:pt idx="851">
                  <c:v>36998</c:v>
                </c:pt>
                <c:pt idx="852">
                  <c:v>36999</c:v>
                </c:pt>
                <c:pt idx="853">
                  <c:v>37000</c:v>
                </c:pt>
                <c:pt idx="854">
                  <c:v>37001</c:v>
                </c:pt>
                <c:pt idx="855">
                  <c:v>37004</c:v>
                </c:pt>
                <c:pt idx="856">
                  <c:v>37005</c:v>
                </c:pt>
                <c:pt idx="857">
                  <c:v>37006</c:v>
                </c:pt>
                <c:pt idx="858">
                  <c:v>37007</c:v>
                </c:pt>
                <c:pt idx="859">
                  <c:v>37008</c:v>
                </c:pt>
                <c:pt idx="860">
                  <c:v>37011</c:v>
                </c:pt>
                <c:pt idx="861">
                  <c:v>37012</c:v>
                </c:pt>
                <c:pt idx="862">
                  <c:v>37013</c:v>
                </c:pt>
                <c:pt idx="863">
                  <c:v>37014</c:v>
                </c:pt>
                <c:pt idx="864">
                  <c:v>37015</c:v>
                </c:pt>
                <c:pt idx="865">
                  <c:v>37018</c:v>
                </c:pt>
                <c:pt idx="866">
                  <c:v>37019</c:v>
                </c:pt>
                <c:pt idx="867">
                  <c:v>37020</c:v>
                </c:pt>
                <c:pt idx="868">
                  <c:v>37021</c:v>
                </c:pt>
                <c:pt idx="869">
                  <c:v>37022</c:v>
                </c:pt>
                <c:pt idx="870">
                  <c:v>37025</c:v>
                </c:pt>
                <c:pt idx="871">
                  <c:v>37026</c:v>
                </c:pt>
                <c:pt idx="872">
                  <c:v>37027</c:v>
                </c:pt>
                <c:pt idx="873">
                  <c:v>37028</c:v>
                </c:pt>
                <c:pt idx="874">
                  <c:v>37029</c:v>
                </c:pt>
                <c:pt idx="875">
                  <c:v>37032</c:v>
                </c:pt>
                <c:pt idx="876">
                  <c:v>37033</c:v>
                </c:pt>
                <c:pt idx="877">
                  <c:v>37034</c:v>
                </c:pt>
                <c:pt idx="878">
                  <c:v>37035</c:v>
                </c:pt>
                <c:pt idx="879">
                  <c:v>37036</c:v>
                </c:pt>
                <c:pt idx="880">
                  <c:v>37040</c:v>
                </c:pt>
                <c:pt idx="881">
                  <c:v>37041</c:v>
                </c:pt>
                <c:pt idx="882">
                  <c:v>37042</c:v>
                </c:pt>
                <c:pt idx="883">
                  <c:v>37043</c:v>
                </c:pt>
                <c:pt idx="884">
                  <c:v>37046</c:v>
                </c:pt>
                <c:pt idx="885">
                  <c:v>37047</c:v>
                </c:pt>
                <c:pt idx="886">
                  <c:v>37048</c:v>
                </c:pt>
                <c:pt idx="887">
                  <c:v>37049</c:v>
                </c:pt>
                <c:pt idx="888">
                  <c:v>37050</c:v>
                </c:pt>
                <c:pt idx="889">
                  <c:v>37053</c:v>
                </c:pt>
                <c:pt idx="890">
                  <c:v>37054</c:v>
                </c:pt>
                <c:pt idx="891">
                  <c:v>37055</c:v>
                </c:pt>
                <c:pt idx="892">
                  <c:v>37056</c:v>
                </c:pt>
                <c:pt idx="893">
                  <c:v>37057</c:v>
                </c:pt>
                <c:pt idx="894">
                  <c:v>37060</c:v>
                </c:pt>
                <c:pt idx="895">
                  <c:v>37061</c:v>
                </c:pt>
                <c:pt idx="896">
                  <c:v>37062</c:v>
                </c:pt>
                <c:pt idx="897">
                  <c:v>37063</c:v>
                </c:pt>
                <c:pt idx="898">
                  <c:v>37064</c:v>
                </c:pt>
                <c:pt idx="899">
                  <c:v>37067</c:v>
                </c:pt>
                <c:pt idx="900">
                  <c:v>37068</c:v>
                </c:pt>
                <c:pt idx="901">
                  <c:v>37069</c:v>
                </c:pt>
                <c:pt idx="902">
                  <c:v>37070</c:v>
                </c:pt>
                <c:pt idx="903">
                  <c:v>37071</c:v>
                </c:pt>
                <c:pt idx="904">
                  <c:v>37074</c:v>
                </c:pt>
                <c:pt idx="905">
                  <c:v>37075</c:v>
                </c:pt>
                <c:pt idx="906">
                  <c:v>37077</c:v>
                </c:pt>
                <c:pt idx="907">
                  <c:v>37078</c:v>
                </c:pt>
                <c:pt idx="908">
                  <c:v>37081</c:v>
                </c:pt>
                <c:pt idx="909">
                  <c:v>37082</c:v>
                </c:pt>
                <c:pt idx="910">
                  <c:v>37083</c:v>
                </c:pt>
                <c:pt idx="911">
                  <c:v>37084</c:v>
                </c:pt>
                <c:pt idx="912">
                  <c:v>37085</c:v>
                </c:pt>
                <c:pt idx="913">
                  <c:v>37088</c:v>
                </c:pt>
                <c:pt idx="914">
                  <c:v>37089</c:v>
                </c:pt>
                <c:pt idx="915">
                  <c:v>37090</c:v>
                </c:pt>
                <c:pt idx="916">
                  <c:v>37091</c:v>
                </c:pt>
                <c:pt idx="917">
                  <c:v>37092</c:v>
                </c:pt>
                <c:pt idx="918">
                  <c:v>37095</c:v>
                </c:pt>
                <c:pt idx="919">
                  <c:v>37096</c:v>
                </c:pt>
                <c:pt idx="920">
                  <c:v>37097</c:v>
                </c:pt>
                <c:pt idx="921">
                  <c:v>37098</c:v>
                </c:pt>
                <c:pt idx="922">
                  <c:v>37099</c:v>
                </c:pt>
                <c:pt idx="923">
                  <c:v>37102</c:v>
                </c:pt>
                <c:pt idx="924">
                  <c:v>37103</c:v>
                </c:pt>
                <c:pt idx="925">
                  <c:v>37104</c:v>
                </c:pt>
                <c:pt idx="926">
                  <c:v>37105</c:v>
                </c:pt>
                <c:pt idx="927">
                  <c:v>37106</c:v>
                </c:pt>
                <c:pt idx="928">
                  <c:v>37109</c:v>
                </c:pt>
                <c:pt idx="929">
                  <c:v>37110</c:v>
                </c:pt>
                <c:pt idx="930">
                  <c:v>37111</c:v>
                </c:pt>
                <c:pt idx="931">
                  <c:v>37112</c:v>
                </c:pt>
                <c:pt idx="932">
                  <c:v>37113</c:v>
                </c:pt>
                <c:pt idx="933">
                  <c:v>37116</c:v>
                </c:pt>
                <c:pt idx="934">
                  <c:v>37117</c:v>
                </c:pt>
                <c:pt idx="935">
                  <c:v>37118</c:v>
                </c:pt>
                <c:pt idx="936">
                  <c:v>37119</c:v>
                </c:pt>
                <c:pt idx="937">
                  <c:v>37120</c:v>
                </c:pt>
                <c:pt idx="938">
                  <c:v>37123</c:v>
                </c:pt>
                <c:pt idx="939">
                  <c:v>37124</c:v>
                </c:pt>
                <c:pt idx="940">
                  <c:v>37125</c:v>
                </c:pt>
                <c:pt idx="941">
                  <c:v>37126</c:v>
                </c:pt>
                <c:pt idx="942">
                  <c:v>37127</c:v>
                </c:pt>
                <c:pt idx="943">
                  <c:v>37130</c:v>
                </c:pt>
                <c:pt idx="944">
                  <c:v>37131</c:v>
                </c:pt>
                <c:pt idx="945">
                  <c:v>37132</c:v>
                </c:pt>
                <c:pt idx="946">
                  <c:v>37133</c:v>
                </c:pt>
                <c:pt idx="947">
                  <c:v>37134</c:v>
                </c:pt>
                <c:pt idx="948">
                  <c:v>37138</c:v>
                </c:pt>
                <c:pt idx="949">
                  <c:v>37139</c:v>
                </c:pt>
                <c:pt idx="950">
                  <c:v>37140</c:v>
                </c:pt>
                <c:pt idx="951">
                  <c:v>37141</c:v>
                </c:pt>
                <c:pt idx="952">
                  <c:v>37144</c:v>
                </c:pt>
                <c:pt idx="953">
                  <c:v>37151</c:v>
                </c:pt>
                <c:pt idx="954">
                  <c:v>37152</c:v>
                </c:pt>
                <c:pt idx="955">
                  <c:v>37153</c:v>
                </c:pt>
                <c:pt idx="956">
                  <c:v>37154</c:v>
                </c:pt>
                <c:pt idx="957">
                  <c:v>37155</c:v>
                </c:pt>
                <c:pt idx="958">
                  <c:v>37158</c:v>
                </c:pt>
                <c:pt idx="959">
                  <c:v>37159</c:v>
                </c:pt>
                <c:pt idx="960">
                  <c:v>37160</c:v>
                </c:pt>
                <c:pt idx="961">
                  <c:v>37161</c:v>
                </c:pt>
                <c:pt idx="962">
                  <c:v>37162</c:v>
                </c:pt>
                <c:pt idx="963">
                  <c:v>37165</c:v>
                </c:pt>
                <c:pt idx="964">
                  <c:v>37166</c:v>
                </c:pt>
                <c:pt idx="965">
                  <c:v>37167</c:v>
                </c:pt>
                <c:pt idx="966">
                  <c:v>37168</c:v>
                </c:pt>
                <c:pt idx="967">
                  <c:v>37169</c:v>
                </c:pt>
                <c:pt idx="968">
                  <c:v>37172</c:v>
                </c:pt>
                <c:pt idx="969">
                  <c:v>37173</c:v>
                </c:pt>
                <c:pt idx="970">
                  <c:v>37174</c:v>
                </c:pt>
                <c:pt idx="971">
                  <c:v>37175</c:v>
                </c:pt>
                <c:pt idx="972">
                  <c:v>37176</c:v>
                </c:pt>
                <c:pt idx="973">
                  <c:v>37179</c:v>
                </c:pt>
                <c:pt idx="974">
                  <c:v>37180</c:v>
                </c:pt>
                <c:pt idx="975">
                  <c:v>37181</c:v>
                </c:pt>
                <c:pt idx="976">
                  <c:v>37182</c:v>
                </c:pt>
                <c:pt idx="977">
                  <c:v>37183</c:v>
                </c:pt>
                <c:pt idx="978">
                  <c:v>37186</c:v>
                </c:pt>
                <c:pt idx="979">
                  <c:v>37187</c:v>
                </c:pt>
                <c:pt idx="980">
                  <c:v>37188</c:v>
                </c:pt>
                <c:pt idx="981">
                  <c:v>37189</c:v>
                </c:pt>
                <c:pt idx="982">
                  <c:v>37190</c:v>
                </c:pt>
                <c:pt idx="983">
                  <c:v>37193</c:v>
                </c:pt>
                <c:pt idx="984">
                  <c:v>37194</c:v>
                </c:pt>
                <c:pt idx="985">
                  <c:v>37195</c:v>
                </c:pt>
                <c:pt idx="986">
                  <c:v>37196</c:v>
                </c:pt>
                <c:pt idx="987">
                  <c:v>37197</c:v>
                </c:pt>
                <c:pt idx="988">
                  <c:v>37200</c:v>
                </c:pt>
                <c:pt idx="989">
                  <c:v>37201</c:v>
                </c:pt>
                <c:pt idx="990">
                  <c:v>37202</c:v>
                </c:pt>
                <c:pt idx="991">
                  <c:v>37203</c:v>
                </c:pt>
                <c:pt idx="992">
                  <c:v>37204</c:v>
                </c:pt>
                <c:pt idx="993">
                  <c:v>37207</c:v>
                </c:pt>
                <c:pt idx="994">
                  <c:v>37208</c:v>
                </c:pt>
                <c:pt idx="995">
                  <c:v>37209</c:v>
                </c:pt>
                <c:pt idx="996">
                  <c:v>37210</c:v>
                </c:pt>
                <c:pt idx="997">
                  <c:v>37211</c:v>
                </c:pt>
                <c:pt idx="998">
                  <c:v>37214</c:v>
                </c:pt>
                <c:pt idx="999">
                  <c:v>37215</c:v>
                </c:pt>
                <c:pt idx="1000">
                  <c:v>37216</c:v>
                </c:pt>
                <c:pt idx="1001">
                  <c:v>37218</c:v>
                </c:pt>
                <c:pt idx="1002">
                  <c:v>37221</c:v>
                </c:pt>
                <c:pt idx="1003">
                  <c:v>37222</c:v>
                </c:pt>
                <c:pt idx="1004">
                  <c:v>37223</c:v>
                </c:pt>
                <c:pt idx="1005">
                  <c:v>37224</c:v>
                </c:pt>
                <c:pt idx="1006">
                  <c:v>37225</c:v>
                </c:pt>
                <c:pt idx="1007">
                  <c:v>37228</c:v>
                </c:pt>
                <c:pt idx="1008">
                  <c:v>37229</c:v>
                </c:pt>
                <c:pt idx="1009">
                  <c:v>37230</c:v>
                </c:pt>
                <c:pt idx="1010">
                  <c:v>37231</c:v>
                </c:pt>
                <c:pt idx="1011">
                  <c:v>37232</c:v>
                </c:pt>
                <c:pt idx="1012">
                  <c:v>37235</c:v>
                </c:pt>
                <c:pt idx="1013">
                  <c:v>37236</c:v>
                </c:pt>
                <c:pt idx="1014">
                  <c:v>37237</c:v>
                </c:pt>
                <c:pt idx="1015">
                  <c:v>37238</c:v>
                </c:pt>
                <c:pt idx="1016">
                  <c:v>37239</c:v>
                </c:pt>
                <c:pt idx="1017">
                  <c:v>37242</c:v>
                </c:pt>
                <c:pt idx="1018">
                  <c:v>37243</c:v>
                </c:pt>
                <c:pt idx="1019">
                  <c:v>37244</c:v>
                </c:pt>
                <c:pt idx="1020">
                  <c:v>37245</c:v>
                </c:pt>
                <c:pt idx="1021">
                  <c:v>37246</c:v>
                </c:pt>
                <c:pt idx="1022">
                  <c:v>37249</c:v>
                </c:pt>
                <c:pt idx="1023">
                  <c:v>37251</c:v>
                </c:pt>
                <c:pt idx="1024">
                  <c:v>37252</c:v>
                </c:pt>
                <c:pt idx="1025">
                  <c:v>37253</c:v>
                </c:pt>
                <c:pt idx="1026">
                  <c:v>37256</c:v>
                </c:pt>
                <c:pt idx="1027">
                  <c:v>37258</c:v>
                </c:pt>
                <c:pt idx="1028">
                  <c:v>37259</c:v>
                </c:pt>
                <c:pt idx="1029">
                  <c:v>37260</c:v>
                </c:pt>
                <c:pt idx="1030">
                  <c:v>37263</c:v>
                </c:pt>
                <c:pt idx="1031">
                  <c:v>37264</c:v>
                </c:pt>
                <c:pt idx="1032">
                  <c:v>37265</c:v>
                </c:pt>
                <c:pt idx="1033">
                  <c:v>37266</c:v>
                </c:pt>
                <c:pt idx="1034">
                  <c:v>37267</c:v>
                </c:pt>
                <c:pt idx="1035">
                  <c:v>37270</c:v>
                </c:pt>
                <c:pt idx="1036">
                  <c:v>37271</c:v>
                </c:pt>
                <c:pt idx="1037">
                  <c:v>37272</c:v>
                </c:pt>
                <c:pt idx="1038">
                  <c:v>37273</c:v>
                </c:pt>
                <c:pt idx="1039">
                  <c:v>37274</c:v>
                </c:pt>
                <c:pt idx="1040">
                  <c:v>37278</c:v>
                </c:pt>
                <c:pt idx="1041">
                  <c:v>37279</c:v>
                </c:pt>
                <c:pt idx="1042">
                  <c:v>37280</c:v>
                </c:pt>
                <c:pt idx="1043">
                  <c:v>37281</c:v>
                </c:pt>
                <c:pt idx="1044">
                  <c:v>37284</c:v>
                </c:pt>
                <c:pt idx="1045">
                  <c:v>37285</c:v>
                </c:pt>
                <c:pt idx="1046">
                  <c:v>37286</c:v>
                </c:pt>
                <c:pt idx="1047">
                  <c:v>37287</c:v>
                </c:pt>
                <c:pt idx="1048">
                  <c:v>37288</c:v>
                </c:pt>
                <c:pt idx="1049">
                  <c:v>37291</c:v>
                </c:pt>
                <c:pt idx="1050">
                  <c:v>37292</c:v>
                </c:pt>
                <c:pt idx="1051">
                  <c:v>37293</c:v>
                </c:pt>
                <c:pt idx="1052">
                  <c:v>37294</c:v>
                </c:pt>
                <c:pt idx="1053">
                  <c:v>37295</c:v>
                </c:pt>
                <c:pt idx="1054">
                  <c:v>37298</c:v>
                </c:pt>
                <c:pt idx="1055">
                  <c:v>37299</c:v>
                </c:pt>
                <c:pt idx="1056">
                  <c:v>37300</c:v>
                </c:pt>
                <c:pt idx="1057">
                  <c:v>37301</c:v>
                </c:pt>
                <c:pt idx="1058">
                  <c:v>37302</c:v>
                </c:pt>
                <c:pt idx="1059">
                  <c:v>37306</c:v>
                </c:pt>
                <c:pt idx="1060">
                  <c:v>37307</c:v>
                </c:pt>
                <c:pt idx="1061">
                  <c:v>37308</c:v>
                </c:pt>
                <c:pt idx="1062">
                  <c:v>37309</c:v>
                </c:pt>
                <c:pt idx="1063">
                  <c:v>37312</c:v>
                </c:pt>
                <c:pt idx="1064">
                  <c:v>37313</c:v>
                </c:pt>
                <c:pt idx="1065">
                  <c:v>37314</c:v>
                </c:pt>
                <c:pt idx="1066">
                  <c:v>37315</c:v>
                </c:pt>
                <c:pt idx="1067">
                  <c:v>37316</c:v>
                </c:pt>
                <c:pt idx="1068">
                  <c:v>37319</c:v>
                </c:pt>
                <c:pt idx="1069">
                  <c:v>37320</c:v>
                </c:pt>
                <c:pt idx="1070">
                  <c:v>37321</c:v>
                </c:pt>
                <c:pt idx="1071">
                  <c:v>37322</c:v>
                </c:pt>
                <c:pt idx="1072">
                  <c:v>37323</c:v>
                </c:pt>
                <c:pt idx="1073">
                  <c:v>37326</c:v>
                </c:pt>
                <c:pt idx="1074">
                  <c:v>37327</c:v>
                </c:pt>
                <c:pt idx="1075">
                  <c:v>37328</c:v>
                </c:pt>
                <c:pt idx="1076">
                  <c:v>37329</c:v>
                </c:pt>
                <c:pt idx="1077">
                  <c:v>37330</c:v>
                </c:pt>
                <c:pt idx="1078">
                  <c:v>37333</c:v>
                </c:pt>
                <c:pt idx="1079">
                  <c:v>37334</c:v>
                </c:pt>
                <c:pt idx="1080">
                  <c:v>37335</c:v>
                </c:pt>
                <c:pt idx="1081">
                  <c:v>37336</c:v>
                </c:pt>
                <c:pt idx="1082">
                  <c:v>37337</c:v>
                </c:pt>
                <c:pt idx="1083">
                  <c:v>37340</c:v>
                </c:pt>
                <c:pt idx="1084">
                  <c:v>37341</c:v>
                </c:pt>
                <c:pt idx="1085">
                  <c:v>37342</c:v>
                </c:pt>
                <c:pt idx="1086">
                  <c:v>37343</c:v>
                </c:pt>
                <c:pt idx="1087">
                  <c:v>37347</c:v>
                </c:pt>
                <c:pt idx="1088">
                  <c:v>37348</c:v>
                </c:pt>
                <c:pt idx="1089">
                  <c:v>37349</c:v>
                </c:pt>
                <c:pt idx="1090">
                  <c:v>37350</c:v>
                </c:pt>
                <c:pt idx="1091">
                  <c:v>37351</c:v>
                </c:pt>
                <c:pt idx="1092">
                  <c:v>37354</c:v>
                </c:pt>
                <c:pt idx="1093">
                  <c:v>37355</c:v>
                </c:pt>
                <c:pt idx="1094">
                  <c:v>37356</c:v>
                </c:pt>
                <c:pt idx="1095">
                  <c:v>37357</c:v>
                </c:pt>
                <c:pt idx="1096">
                  <c:v>37358</c:v>
                </c:pt>
                <c:pt idx="1097">
                  <c:v>37361</c:v>
                </c:pt>
                <c:pt idx="1098">
                  <c:v>37362</c:v>
                </c:pt>
                <c:pt idx="1099">
                  <c:v>37363</c:v>
                </c:pt>
                <c:pt idx="1100">
                  <c:v>37364</c:v>
                </c:pt>
                <c:pt idx="1101">
                  <c:v>37365</c:v>
                </c:pt>
                <c:pt idx="1102">
                  <c:v>37368</c:v>
                </c:pt>
                <c:pt idx="1103">
                  <c:v>37369</c:v>
                </c:pt>
                <c:pt idx="1104">
                  <c:v>37370</c:v>
                </c:pt>
                <c:pt idx="1105">
                  <c:v>37371</c:v>
                </c:pt>
                <c:pt idx="1106">
                  <c:v>37372</c:v>
                </c:pt>
                <c:pt idx="1107">
                  <c:v>37375</c:v>
                </c:pt>
                <c:pt idx="1108">
                  <c:v>37376</c:v>
                </c:pt>
                <c:pt idx="1109">
                  <c:v>37377</c:v>
                </c:pt>
                <c:pt idx="1110">
                  <c:v>37378</c:v>
                </c:pt>
                <c:pt idx="1111">
                  <c:v>37379</c:v>
                </c:pt>
                <c:pt idx="1112">
                  <c:v>37382</c:v>
                </c:pt>
                <c:pt idx="1113">
                  <c:v>37383</c:v>
                </c:pt>
                <c:pt idx="1114">
                  <c:v>37384</c:v>
                </c:pt>
                <c:pt idx="1115">
                  <c:v>37385</c:v>
                </c:pt>
                <c:pt idx="1116">
                  <c:v>37386</c:v>
                </c:pt>
                <c:pt idx="1117">
                  <c:v>37389</c:v>
                </c:pt>
                <c:pt idx="1118">
                  <c:v>37390</c:v>
                </c:pt>
                <c:pt idx="1119">
                  <c:v>37391</c:v>
                </c:pt>
                <c:pt idx="1120">
                  <c:v>37392</c:v>
                </c:pt>
                <c:pt idx="1121">
                  <c:v>37393</c:v>
                </c:pt>
                <c:pt idx="1122">
                  <c:v>37396</c:v>
                </c:pt>
                <c:pt idx="1123">
                  <c:v>37397</c:v>
                </c:pt>
                <c:pt idx="1124">
                  <c:v>37398</c:v>
                </c:pt>
                <c:pt idx="1125">
                  <c:v>37399</c:v>
                </c:pt>
                <c:pt idx="1126">
                  <c:v>37400</c:v>
                </c:pt>
                <c:pt idx="1127">
                  <c:v>37404</c:v>
                </c:pt>
                <c:pt idx="1128">
                  <c:v>37405</c:v>
                </c:pt>
                <c:pt idx="1129">
                  <c:v>37406</c:v>
                </c:pt>
                <c:pt idx="1130">
                  <c:v>37407</c:v>
                </c:pt>
                <c:pt idx="1131">
                  <c:v>37410</c:v>
                </c:pt>
                <c:pt idx="1132">
                  <c:v>37411</c:v>
                </c:pt>
                <c:pt idx="1133">
                  <c:v>37412</c:v>
                </c:pt>
                <c:pt idx="1134">
                  <c:v>37413</c:v>
                </c:pt>
                <c:pt idx="1135">
                  <c:v>37414</c:v>
                </c:pt>
                <c:pt idx="1136">
                  <c:v>37417</c:v>
                </c:pt>
                <c:pt idx="1137">
                  <c:v>37418</c:v>
                </c:pt>
                <c:pt idx="1138">
                  <c:v>37419</c:v>
                </c:pt>
                <c:pt idx="1139">
                  <c:v>37420</c:v>
                </c:pt>
                <c:pt idx="1140">
                  <c:v>37421</c:v>
                </c:pt>
                <c:pt idx="1141">
                  <c:v>37424</c:v>
                </c:pt>
                <c:pt idx="1142">
                  <c:v>37425</c:v>
                </c:pt>
                <c:pt idx="1143">
                  <c:v>37426</c:v>
                </c:pt>
                <c:pt idx="1144">
                  <c:v>37427</c:v>
                </c:pt>
                <c:pt idx="1145">
                  <c:v>37428</c:v>
                </c:pt>
                <c:pt idx="1146">
                  <c:v>37431</c:v>
                </c:pt>
                <c:pt idx="1147">
                  <c:v>37432</c:v>
                </c:pt>
                <c:pt idx="1148">
                  <c:v>37433</c:v>
                </c:pt>
                <c:pt idx="1149">
                  <c:v>37434</c:v>
                </c:pt>
                <c:pt idx="1150">
                  <c:v>37435</c:v>
                </c:pt>
                <c:pt idx="1151">
                  <c:v>37438</c:v>
                </c:pt>
                <c:pt idx="1152">
                  <c:v>37439</c:v>
                </c:pt>
                <c:pt idx="1153">
                  <c:v>37440</c:v>
                </c:pt>
                <c:pt idx="1154">
                  <c:v>37442</c:v>
                </c:pt>
                <c:pt idx="1155">
                  <c:v>37445</c:v>
                </c:pt>
                <c:pt idx="1156">
                  <c:v>37446</c:v>
                </c:pt>
                <c:pt idx="1157">
                  <c:v>37447</c:v>
                </c:pt>
                <c:pt idx="1158">
                  <c:v>37448</c:v>
                </c:pt>
                <c:pt idx="1159">
                  <c:v>37449</c:v>
                </c:pt>
                <c:pt idx="1160">
                  <c:v>37452</c:v>
                </c:pt>
                <c:pt idx="1161">
                  <c:v>37453</c:v>
                </c:pt>
                <c:pt idx="1162">
                  <c:v>37454</c:v>
                </c:pt>
                <c:pt idx="1163">
                  <c:v>37455</c:v>
                </c:pt>
                <c:pt idx="1164">
                  <c:v>37456</c:v>
                </c:pt>
                <c:pt idx="1165">
                  <c:v>37459</c:v>
                </c:pt>
                <c:pt idx="1166">
                  <c:v>37460</c:v>
                </c:pt>
                <c:pt idx="1167">
                  <c:v>37461</c:v>
                </c:pt>
                <c:pt idx="1168">
                  <c:v>37462</c:v>
                </c:pt>
                <c:pt idx="1169">
                  <c:v>37463</c:v>
                </c:pt>
                <c:pt idx="1170">
                  <c:v>37466</c:v>
                </c:pt>
                <c:pt idx="1171">
                  <c:v>37467</c:v>
                </c:pt>
                <c:pt idx="1172">
                  <c:v>37468</c:v>
                </c:pt>
                <c:pt idx="1173">
                  <c:v>37469</c:v>
                </c:pt>
                <c:pt idx="1174">
                  <c:v>37470</c:v>
                </c:pt>
                <c:pt idx="1175">
                  <c:v>37473</c:v>
                </c:pt>
                <c:pt idx="1176">
                  <c:v>37474</c:v>
                </c:pt>
                <c:pt idx="1177">
                  <c:v>37475</c:v>
                </c:pt>
                <c:pt idx="1178">
                  <c:v>37476</c:v>
                </c:pt>
                <c:pt idx="1179">
                  <c:v>37477</c:v>
                </c:pt>
                <c:pt idx="1180">
                  <c:v>37480</c:v>
                </c:pt>
                <c:pt idx="1181">
                  <c:v>37481</c:v>
                </c:pt>
                <c:pt idx="1182">
                  <c:v>37482</c:v>
                </c:pt>
                <c:pt idx="1183">
                  <c:v>37483</c:v>
                </c:pt>
                <c:pt idx="1184">
                  <c:v>37484</c:v>
                </c:pt>
                <c:pt idx="1185">
                  <c:v>37487</c:v>
                </c:pt>
                <c:pt idx="1186">
                  <c:v>37488</c:v>
                </c:pt>
                <c:pt idx="1187">
                  <c:v>37489</c:v>
                </c:pt>
                <c:pt idx="1188">
                  <c:v>37490</c:v>
                </c:pt>
                <c:pt idx="1189">
                  <c:v>37491</c:v>
                </c:pt>
                <c:pt idx="1190">
                  <c:v>37494</c:v>
                </c:pt>
                <c:pt idx="1191">
                  <c:v>37495</c:v>
                </c:pt>
                <c:pt idx="1192">
                  <c:v>37496</c:v>
                </c:pt>
                <c:pt idx="1193">
                  <c:v>37497</c:v>
                </c:pt>
                <c:pt idx="1194">
                  <c:v>37498</c:v>
                </c:pt>
                <c:pt idx="1195">
                  <c:v>37502</c:v>
                </c:pt>
                <c:pt idx="1196">
                  <c:v>37503</c:v>
                </c:pt>
                <c:pt idx="1197">
                  <c:v>37504</c:v>
                </c:pt>
                <c:pt idx="1198">
                  <c:v>37505</c:v>
                </c:pt>
                <c:pt idx="1199">
                  <c:v>37508</c:v>
                </c:pt>
                <c:pt idx="1200">
                  <c:v>37509</c:v>
                </c:pt>
                <c:pt idx="1201">
                  <c:v>37510</c:v>
                </c:pt>
                <c:pt idx="1202">
                  <c:v>37511</c:v>
                </c:pt>
                <c:pt idx="1203">
                  <c:v>37512</c:v>
                </c:pt>
                <c:pt idx="1204">
                  <c:v>37515</c:v>
                </c:pt>
                <c:pt idx="1205">
                  <c:v>37516</c:v>
                </c:pt>
                <c:pt idx="1206">
                  <c:v>37517</c:v>
                </c:pt>
                <c:pt idx="1207">
                  <c:v>37518</c:v>
                </c:pt>
                <c:pt idx="1208">
                  <c:v>37519</c:v>
                </c:pt>
                <c:pt idx="1209">
                  <c:v>37522</c:v>
                </c:pt>
                <c:pt idx="1210">
                  <c:v>37523</c:v>
                </c:pt>
                <c:pt idx="1211">
                  <c:v>37524</c:v>
                </c:pt>
                <c:pt idx="1212">
                  <c:v>37525</c:v>
                </c:pt>
                <c:pt idx="1213">
                  <c:v>37526</c:v>
                </c:pt>
                <c:pt idx="1214">
                  <c:v>37529</c:v>
                </c:pt>
                <c:pt idx="1215">
                  <c:v>37530</c:v>
                </c:pt>
                <c:pt idx="1216">
                  <c:v>37531</c:v>
                </c:pt>
                <c:pt idx="1217">
                  <c:v>37532</c:v>
                </c:pt>
                <c:pt idx="1218">
                  <c:v>37533</c:v>
                </c:pt>
                <c:pt idx="1219">
                  <c:v>37536</c:v>
                </c:pt>
                <c:pt idx="1220">
                  <c:v>37537</c:v>
                </c:pt>
                <c:pt idx="1221">
                  <c:v>37538</c:v>
                </c:pt>
                <c:pt idx="1222">
                  <c:v>37539</c:v>
                </c:pt>
                <c:pt idx="1223">
                  <c:v>37540</c:v>
                </c:pt>
                <c:pt idx="1224">
                  <c:v>37543</c:v>
                </c:pt>
                <c:pt idx="1225">
                  <c:v>37544</c:v>
                </c:pt>
                <c:pt idx="1226">
                  <c:v>37545</c:v>
                </c:pt>
                <c:pt idx="1227">
                  <c:v>37546</c:v>
                </c:pt>
                <c:pt idx="1228">
                  <c:v>37547</c:v>
                </c:pt>
                <c:pt idx="1229">
                  <c:v>37550</c:v>
                </c:pt>
                <c:pt idx="1230">
                  <c:v>37551</c:v>
                </c:pt>
                <c:pt idx="1231">
                  <c:v>37552</c:v>
                </c:pt>
                <c:pt idx="1232">
                  <c:v>37553</c:v>
                </c:pt>
                <c:pt idx="1233">
                  <c:v>37554</c:v>
                </c:pt>
                <c:pt idx="1234">
                  <c:v>37557</c:v>
                </c:pt>
                <c:pt idx="1235">
                  <c:v>37558</c:v>
                </c:pt>
                <c:pt idx="1236">
                  <c:v>37559</c:v>
                </c:pt>
                <c:pt idx="1237">
                  <c:v>37560</c:v>
                </c:pt>
                <c:pt idx="1238">
                  <c:v>37561</c:v>
                </c:pt>
                <c:pt idx="1239">
                  <c:v>37564</c:v>
                </c:pt>
                <c:pt idx="1240">
                  <c:v>37565</c:v>
                </c:pt>
                <c:pt idx="1241">
                  <c:v>37566</c:v>
                </c:pt>
                <c:pt idx="1242">
                  <c:v>37567</c:v>
                </c:pt>
                <c:pt idx="1243">
                  <c:v>37568</c:v>
                </c:pt>
                <c:pt idx="1244">
                  <c:v>37571</c:v>
                </c:pt>
                <c:pt idx="1245">
                  <c:v>37572</c:v>
                </c:pt>
                <c:pt idx="1246">
                  <c:v>37573</c:v>
                </c:pt>
                <c:pt idx="1247">
                  <c:v>37574</c:v>
                </c:pt>
                <c:pt idx="1248">
                  <c:v>37575</c:v>
                </c:pt>
                <c:pt idx="1249">
                  <c:v>37578</c:v>
                </c:pt>
                <c:pt idx="1250">
                  <c:v>37579</c:v>
                </c:pt>
                <c:pt idx="1251">
                  <c:v>37580</c:v>
                </c:pt>
                <c:pt idx="1252">
                  <c:v>37581</c:v>
                </c:pt>
                <c:pt idx="1253">
                  <c:v>37582</c:v>
                </c:pt>
                <c:pt idx="1254">
                  <c:v>37585</c:v>
                </c:pt>
                <c:pt idx="1255">
                  <c:v>37586</c:v>
                </c:pt>
                <c:pt idx="1256">
                  <c:v>37587</c:v>
                </c:pt>
                <c:pt idx="1257">
                  <c:v>37589</c:v>
                </c:pt>
                <c:pt idx="1258">
                  <c:v>37592</c:v>
                </c:pt>
                <c:pt idx="1259">
                  <c:v>37593</c:v>
                </c:pt>
                <c:pt idx="1260">
                  <c:v>37594</c:v>
                </c:pt>
                <c:pt idx="1261">
                  <c:v>37595</c:v>
                </c:pt>
                <c:pt idx="1262">
                  <c:v>37596</c:v>
                </c:pt>
                <c:pt idx="1263">
                  <c:v>37599</c:v>
                </c:pt>
                <c:pt idx="1264">
                  <c:v>37600</c:v>
                </c:pt>
                <c:pt idx="1265">
                  <c:v>37601</c:v>
                </c:pt>
                <c:pt idx="1266">
                  <c:v>37602</c:v>
                </c:pt>
                <c:pt idx="1267">
                  <c:v>37603</c:v>
                </c:pt>
                <c:pt idx="1268">
                  <c:v>37606</c:v>
                </c:pt>
                <c:pt idx="1269">
                  <c:v>37607</c:v>
                </c:pt>
                <c:pt idx="1270">
                  <c:v>37608</c:v>
                </c:pt>
                <c:pt idx="1271">
                  <c:v>37609</c:v>
                </c:pt>
                <c:pt idx="1272">
                  <c:v>37610</c:v>
                </c:pt>
                <c:pt idx="1273">
                  <c:v>37613</c:v>
                </c:pt>
                <c:pt idx="1274">
                  <c:v>37614</c:v>
                </c:pt>
                <c:pt idx="1275">
                  <c:v>37616</c:v>
                </c:pt>
                <c:pt idx="1276">
                  <c:v>37617</c:v>
                </c:pt>
                <c:pt idx="1277">
                  <c:v>37620</c:v>
                </c:pt>
                <c:pt idx="1278">
                  <c:v>37621</c:v>
                </c:pt>
                <c:pt idx="1279">
                  <c:v>37623</c:v>
                </c:pt>
                <c:pt idx="1280">
                  <c:v>37624</c:v>
                </c:pt>
                <c:pt idx="1281">
                  <c:v>37627</c:v>
                </c:pt>
                <c:pt idx="1282">
                  <c:v>37628</c:v>
                </c:pt>
                <c:pt idx="1283">
                  <c:v>37629</c:v>
                </c:pt>
                <c:pt idx="1284">
                  <c:v>37630</c:v>
                </c:pt>
                <c:pt idx="1285">
                  <c:v>37631</c:v>
                </c:pt>
                <c:pt idx="1286">
                  <c:v>37634</c:v>
                </c:pt>
                <c:pt idx="1287">
                  <c:v>37635</c:v>
                </c:pt>
                <c:pt idx="1288">
                  <c:v>37636</c:v>
                </c:pt>
                <c:pt idx="1289">
                  <c:v>37637</c:v>
                </c:pt>
                <c:pt idx="1290">
                  <c:v>37638</c:v>
                </c:pt>
                <c:pt idx="1291">
                  <c:v>37642</c:v>
                </c:pt>
                <c:pt idx="1292">
                  <c:v>37643</c:v>
                </c:pt>
                <c:pt idx="1293">
                  <c:v>37644</c:v>
                </c:pt>
                <c:pt idx="1294">
                  <c:v>37645</c:v>
                </c:pt>
                <c:pt idx="1295">
                  <c:v>37648</c:v>
                </c:pt>
                <c:pt idx="1296">
                  <c:v>37649</c:v>
                </c:pt>
                <c:pt idx="1297">
                  <c:v>37650</c:v>
                </c:pt>
                <c:pt idx="1298">
                  <c:v>37651</c:v>
                </c:pt>
                <c:pt idx="1299">
                  <c:v>37652</c:v>
                </c:pt>
                <c:pt idx="1300">
                  <c:v>37655</c:v>
                </c:pt>
                <c:pt idx="1301">
                  <c:v>37656</c:v>
                </c:pt>
                <c:pt idx="1302">
                  <c:v>37657</c:v>
                </c:pt>
                <c:pt idx="1303">
                  <c:v>37658</c:v>
                </c:pt>
                <c:pt idx="1304">
                  <c:v>37659</c:v>
                </c:pt>
                <c:pt idx="1305">
                  <c:v>37662</c:v>
                </c:pt>
                <c:pt idx="1306">
                  <c:v>37663</c:v>
                </c:pt>
                <c:pt idx="1307">
                  <c:v>37664</c:v>
                </c:pt>
                <c:pt idx="1308">
                  <c:v>37665</c:v>
                </c:pt>
                <c:pt idx="1309">
                  <c:v>37666</c:v>
                </c:pt>
                <c:pt idx="1310">
                  <c:v>37670</c:v>
                </c:pt>
                <c:pt idx="1311">
                  <c:v>37671</c:v>
                </c:pt>
                <c:pt idx="1312">
                  <c:v>37672</c:v>
                </c:pt>
                <c:pt idx="1313">
                  <c:v>37673</c:v>
                </c:pt>
                <c:pt idx="1314">
                  <c:v>37676</c:v>
                </c:pt>
                <c:pt idx="1315">
                  <c:v>37677</c:v>
                </c:pt>
                <c:pt idx="1316">
                  <c:v>37678</c:v>
                </c:pt>
                <c:pt idx="1317">
                  <c:v>37679</c:v>
                </c:pt>
                <c:pt idx="1318">
                  <c:v>37680</c:v>
                </c:pt>
                <c:pt idx="1319">
                  <c:v>37683</c:v>
                </c:pt>
                <c:pt idx="1320">
                  <c:v>37684</c:v>
                </c:pt>
                <c:pt idx="1321">
                  <c:v>37685</c:v>
                </c:pt>
                <c:pt idx="1322">
                  <c:v>37686</c:v>
                </c:pt>
                <c:pt idx="1323">
                  <c:v>37687</c:v>
                </c:pt>
                <c:pt idx="1324">
                  <c:v>37690</c:v>
                </c:pt>
                <c:pt idx="1325">
                  <c:v>37691</c:v>
                </c:pt>
                <c:pt idx="1326">
                  <c:v>37692</c:v>
                </c:pt>
                <c:pt idx="1327">
                  <c:v>37693</c:v>
                </c:pt>
                <c:pt idx="1328">
                  <c:v>37694</c:v>
                </c:pt>
                <c:pt idx="1329">
                  <c:v>37697</c:v>
                </c:pt>
                <c:pt idx="1330">
                  <c:v>37698</c:v>
                </c:pt>
                <c:pt idx="1331">
                  <c:v>37699</c:v>
                </c:pt>
                <c:pt idx="1332">
                  <c:v>37700</c:v>
                </c:pt>
                <c:pt idx="1333">
                  <c:v>37701</c:v>
                </c:pt>
                <c:pt idx="1334">
                  <c:v>37704</c:v>
                </c:pt>
                <c:pt idx="1335">
                  <c:v>37705</c:v>
                </c:pt>
                <c:pt idx="1336">
                  <c:v>37706</c:v>
                </c:pt>
                <c:pt idx="1337">
                  <c:v>37707</c:v>
                </c:pt>
                <c:pt idx="1338">
                  <c:v>37708</c:v>
                </c:pt>
                <c:pt idx="1339">
                  <c:v>37711</c:v>
                </c:pt>
                <c:pt idx="1340">
                  <c:v>37712</c:v>
                </c:pt>
                <c:pt idx="1341">
                  <c:v>37713</c:v>
                </c:pt>
                <c:pt idx="1342">
                  <c:v>37714</c:v>
                </c:pt>
                <c:pt idx="1343">
                  <c:v>37715</c:v>
                </c:pt>
                <c:pt idx="1344">
                  <c:v>37718</c:v>
                </c:pt>
                <c:pt idx="1345">
                  <c:v>37719</c:v>
                </c:pt>
                <c:pt idx="1346">
                  <c:v>37720</c:v>
                </c:pt>
                <c:pt idx="1347">
                  <c:v>37721</c:v>
                </c:pt>
                <c:pt idx="1348">
                  <c:v>37722</c:v>
                </c:pt>
                <c:pt idx="1349">
                  <c:v>37725</c:v>
                </c:pt>
                <c:pt idx="1350">
                  <c:v>37726</c:v>
                </c:pt>
                <c:pt idx="1351">
                  <c:v>37727</c:v>
                </c:pt>
                <c:pt idx="1352">
                  <c:v>37728</c:v>
                </c:pt>
                <c:pt idx="1353">
                  <c:v>37732</c:v>
                </c:pt>
                <c:pt idx="1354">
                  <c:v>37733</c:v>
                </c:pt>
                <c:pt idx="1355">
                  <c:v>37734</c:v>
                </c:pt>
                <c:pt idx="1356">
                  <c:v>37735</c:v>
                </c:pt>
                <c:pt idx="1357">
                  <c:v>37736</c:v>
                </c:pt>
                <c:pt idx="1358">
                  <c:v>37739</c:v>
                </c:pt>
                <c:pt idx="1359">
                  <c:v>37740</c:v>
                </c:pt>
                <c:pt idx="1360">
                  <c:v>37741</c:v>
                </c:pt>
                <c:pt idx="1361">
                  <c:v>37742</c:v>
                </c:pt>
                <c:pt idx="1362">
                  <c:v>37743</c:v>
                </c:pt>
                <c:pt idx="1363">
                  <c:v>37746</c:v>
                </c:pt>
                <c:pt idx="1364">
                  <c:v>37747</c:v>
                </c:pt>
                <c:pt idx="1365">
                  <c:v>37748</c:v>
                </c:pt>
                <c:pt idx="1366">
                  <c:v>37749</c:v>
                </c:pt>
                <c:pt idx="1367">
                  <c:v>37750</c:v>
                </c:pt>
                <c:pt idx="1368">
                  <c:v>37753</c:v>
                </c:pt>
                <c:pt idx="1369">
                  <c:v>37754</c:v>
                </c:pt>
                <c:pt idx="1370">
                  <c:v>37755</c:v>
                </c:pt>
                <c:pt idx="1371">
                  <c:v>37756</c:v>
                </c:pt>
                <c:pt idx="1372">
                  <c:v>37757</c:v>
                </c:pt>
                <c:pt idx="1373">
                  <c:v>37760</c:v>
                </c:pt>
                <c:pt idx="1374">
                  <c:v>37761</c:v>
                </c:pt>
                <c:pt idx="1375">
                  <c:v>37762</c:v>
                </c:pt>
                <c:pt idx="1376">
                  <c:v>37763</c:v>
                </c:pt>
                <c:pt idx="1377">
                  <c:v>37764</c:v>
                </c:pt>
                <c:pt idx="1378">
                  <c:v>37768</c:v>
                </c:pt>
                <c:pt idx="1379">
                  <c:v>37769</c:v>
                </c:pt>
                <c:pt idx="1380">
                  <c:v>37770</c:v>
                </c:pt>
                <c:pt idx="1381">
                  <c:v>37771</c:v>
                </c:pt>
                <c:pt idx="1382">
                  <c:v>37774</c:v>
                </c:pt>
                <c:pt idx="1383">
                  <c:v>37775</c:v>
                </c:pt>
                <c:pt idx="1384">
                  <c:v>37776</c:v>
                </c:pt>
                <c:pt idx="1385">
                  <c:v>37777</c:v>
                </c:pt>
                <c:pt idx="1386">
                  <c:v>37778</c:v>
                </c:pt>
                <c:pt idx="1387">
                  <c:v>37781</c:v>
                </c:pt>
                <c:pt idx="1388">
                  <c:v>37782</c:v>
                </c:pt>
                <c:pt idx="1389">
                  <c:v>37783</c:v>
                </c:pt>
                <c:pt idx="1390">
                  <c:v>37784</c:v>
                </c:pt>
                <c:pt idx="1391">
                  <c:v>37785</c:v>
                </c:pt>
                <c:pt idx="1392">
                  <c:v>37788</c:v>
                </c:pt>
                <c:pt idx="1393">
                  <c:v>37789</c:v>
                </c:pt>
                <c:pt idx="1394">
                  <c:v>37790</c:v>
                </c:pt>
                <c:pt idx="1395">
                  <c:v>37791</c:v>
                </c:pt>
                <c:pt idx="1396">
                  <c:v>37792</c:v>
                </c:pt>
                <c:pt idx="1397">
                  <c:v>37795</c:v>
                </c:pt>
                <c:pt idx="1398">
                  <c:v>37796</c:v>
                </c:pt>
                <c:pt idx="1399">
                  <c:v>37797</c:v>
                </c:pt>
                <c:pt idx="1400">
                  <c:v>37798</c:v>
                </c:pt>
                <c:pt idx="1401">
                  <c:v>37799</c:v>
                </c:pt>
                <c:pt idx="1402">
                  <c:v>37802</c:v>
                </c:pt>
                <c:pt idx="1403">
                  <c:v>37803</c:v>
                </c:pt>
                <c:pt idx="1404">
                  <c:v>37804</c:v>
                </c:pt>
                <c:pt idx="1405">
                  <c:v>37805</c:v>
                </c:pt>
                <c:pt idx="1406">
                  <c:v>37809</c:v>
                </c:pt>
                <c:pt idx="1407">
                  <c:v>37810</c:v>
                </c:pt>
                <c:pt idx="1408">
                  <c:v>37811</c:v>
                </c:pt>
                <c:pt idx="1409">
                  <c:v>37812</c:v>
                </c:pt>
                <c:pt idx="1410">
                  <c:v>37813</c:v>
                </c:pt>
                <c:pt idx="1411">
                  <c:v>37816</c:v>
                </c:pt>
                <c:pt idx="1412">
                  <c:v>37817</c:v>
                </c:pt>
                <c:pt idx="1413">
                  <c:v>37818</c:v>
                </c:pt>
                <c:pt idx="1414">
                  <c:v>37819</c:v>
                </c:pt>
                <c:pt idx="1415">
                  <c:v>37820</c:v>
                </c:pt>
                <c:pt idx="1416">
                  <c:v>37823</c:v>
                </c:pt>
                <c:pt idx="1417">
                  <c:v>37824</c:v>
                </c:pt>
                <c:pt idx="1418">
                  <c:v>37825</c:v>
                </c:pt>
                <c:pt idx="1419">
                  <c:v>37826</c:v>
                </c:pt>
                <c:pt idx="1420">
                  <c:v>37827</c:v>
                </c:pt>
                <c:pt idx="1421">
                  <c:v>37830</c:v>
                </c:pt>
                <c:pt idx="1422">
                  <c:v>37831</c:v>
                </c:pt>
                <c:pt idx="1423">
                  <c:v>37832</c:v>
                </c:pt>
                <c:pt idx="1424">
                  <c:v>37833</c:v>
                </c:pt>
                <c:pt idx="1425">
                  <c:v>37834</c:v>
                </c:pt>
                <c:pt idx="1426">
                  <c:v>37837</c:v>
                </c:pt>
                <c:pt idx="1427">
                  <c:v>37838</c:v>
                </c:pt>
                <c:pt idx="1428">
                  <c:v>37839</c:v>
                </c:pt>
                <c:pt idx="1429">
                  <c:v>37840</c:v>
                </c:pt>
                <c:pt idx="1430">
                  <c:v>37841</c:v>
                </c:pt>
                <c:pt idx="1431">
                  <c:v>37844</c:v>
                </c:pt>
                <c:pt idx="1432">
                  <c:v>37845</c:v>
                </c:pt>
                <c:pt idx="1433">
                  <c:v>37846</c:v>
                </c:pt>
                <c:pt idx="1434">
                  <c:v>37847</c:v>
                </c:pt>
                <c:pt idx="1435">
                  <c:v>37848</c:v>
                </c:pt>
                <c:pt idx="1436">
                  <c:v>37851</c:v>
                </c:pt>
                <c:pt idx="1437">
                  <c:v>37852</c:v>
                </c:pt>
                <c:pt idx="1438">
                  <c:v>37853</c:v>
                </c:pt>
                <c:pt idx="1439">
                  <c:v>37854</c:v>
                </c:pt>
                <c:pt idx="1440">
                  <c:v>37855</c:v>
                </c:pt>
                <c:pt idx="1441">
                  <c:v>37858</c:v>
                </c:pt>
                <c:pt idx="1442">
                  <c:v>37859</c:v>
                </c:pt>
                <c:pt idx="1443">
                  <c:v>37860</c:v>
                </c:pt>
                <c:pt idx="1444">
                  <c:v>37861</c:v>
                </c:pt>
                <c:pt idx="1445">
                  <c:v>37862</c:v>
                </c:pt>
                <c:pt idx="1446">
                  <c:v>37866</c:v>
                </c:pt>
                <c:pt idx="1447">
                  <c:v>37867</c:v>
                </c:pt>
                <c:pt idx="1448">
                  <c:v>37868</c:v>
                </c:pt>
                <c:pt idx="1449">
                  <c:v>37869</c:v>
                </c:pt>
                <c:pt idx="1450">
                  <c:v>37872</c:v>
                </c:pt>
                <c:pt idx="1451">
                  <c:v>37873</c:v>
                </c:pt>
                <c:pt idx="1452">
                  <c:v>37874</c:v>
                </c:pt>
                <c:pt idx="1453">
                  <c:v>37875</c:v>
                </c:pt>
                <c:pt idx="1454">
                  <c:v>37876</c:v>
                </c:pt>
                <c:pt idx="1455">
                  <c:v>37879</c:v>
                </c:pt>
                <c:pt idx="1456">
                  <c:v>37880</c:v>
                </c:pt>
                <c:pt idx="1457">
                  <c:v>37881</c:v>
                </c:pt>
                <c:pt idx="1458">
                  <c:v>37882</c:v>
                </c:pt>
                <c:pt idx="1459">
                  <c:v>37883</c:v>
                </c:pt>
                <c:pt idx="1460">
                  <c:v>37886</c:v>
                </c:pt>
                <c:pt idx="1461">
                  <c:v>37887</c:v>
                </c:pt>
                <c:pt idx="1462">
                  <c:v>37888</c:v>
                </c:pt>
                <c:pt idx="1463">
                  <c:v>37889</c:v>
                </c:pt>
                <c:pt idx="1464">
                  <c:v>37890</c:v>
                </c:pt>
                <c:pt idx="1465">
                  <c:v>37893</c:v>
                </c:pt>
                <c:pt idx="1466">
                  <c:v>37894</c:v>
                </c:pt>
                <c:pt idx="1467">
                  <c:v>37895</c:v>
                </c:pt>
                <c:pt idx="1468">
                  <c:v>37896</c:v>
                </c:pt>
                <c:pt idx="1469">
                  <c:v>37897</c:v>
                </c:pt>
                <c:pt idx="1470">
                  <c:v>37900</c:v>
                </c:pt>
                <c:pt idx="1471">
                  <c:v>37901</c:v>
                </c:pt>
                <c:pt idx="1472">
                  <c:v>37902</c:v>
                </c:pt>
                <c:pt idx="1473">
                  <c:v>37903</c:v>
                </c:pt>
                <c:pt idx="1474">
                  <c:v>37904</c:v>
                </c:pt>
                <c:pt idx="1475">
                  <c:v>37907</c:v>
                </c:pt>
                <c:pt idx="1476">
                  <c:v>37908</c:v>
                </c:pt>
                <c:pt idx="1477">
                  <c:v>37909</c:v>
                </c:pt>
                <c:pt idx="1478">
                  <c:v>37910</c:v>
                </c:pt>
                <c:pt idx="1479">
                  <c:v>37911</c:v>
                </c:pt>
                <c:pt idx="1480">
                  <c:v>37914</c:v>
                </c:pt>
                <c:pt idx="1481">
                  <c:v>37915</c:v>
                </c:pt>
                <c:pt idx="1482">
                  <c:v>37916</c:v>
                </c:pt>
                <c:pt idx="1483">
                  <c:v>37917</c:v>
                </c:pt>
                <c:pt idx="1484">
                  <c:v>37918</c:v>
                </c:pt>
                <c:pt idx="1485">
                  <c:v>37921</c:v>
                </c:pt>
                <c:pt idx="1486">
                  <c:v>37922</c:v>
                </c:pt>
                <c:pt idx="1487">
                  <c:v>37923</c:v>
                </c:pt>
                <c:pt idx="1488">
                  <c:v>37924</c:v>
                </c:pt>
                <c:pt idx="1489">
                  <c:v>37925</c:v>
                </c:pt>
                <c:pt idx="1490">
                  <c:v>37928</c:v>
                </c:pt>
                <c:pt idx="1491">
                  <c:v>37929</c:v>
                </c:pt>
                <c:pt idx="1492">
                  <c:v>37930</c:v>
                </c:pt>
                <c:pt idx="1493">
                  <c:v>37931</c:v>
                </c:pt>
                <c:pt idx="1494">
                  <c:v>37932</c:v>
                </c:pt>
                <c:pt idx="1495">
                  <c:v>37935</c:v>
                </c:pt>
                <c:pt idx="1496">
                  <c:v>37936</c:v>
                </c:pt>
                <c:pt idx="1497">
                  <c:v>37937</c:v>
                </c:pt>
                <c:pt idx="1498">
                  <c:v>37938</c:v>
                </c:pt>
                <c:pt idx="1499">
                  <c:v>37939</c:v>
                </c:pt>
                <c:pt idx="1500">
                  <c:v>37942</c:v>
                </c:pt>
                <c:pt idx="1501">
                  <c:v>37943</c:v>
                </c:pt>
                <c:pt idx="1502">
                  <c:v>37944</c:v>
                </c:pt>
                <c:pt idx="1503">
                  <c:v>37945</c:v>
                </c:pt>
                <c:pt idx="1504">
                  <c:v>37946</c:v>
                </c:pt>
                <c:pt idx="1505">
                  <c:v>37949</c:v>
                </c:pt>
                <c:pt idx="1506">
                  <c:v>37950</c:v>
                </c:pt>
                <c:pt idx="1507">
                  <c:v>37951</c:v>
                </c:pt>
                <c:pt idx="1508">
                  <c:v>37953</c:v>
                </c:pt>
                <c:pt idx="1509">
                  <c:v>37956</c:v>
                </c:pt>
                <c:pt idx="1510">
                  <c:v>37957</c:v>
                </c:pt>
                <c:pt idx="1511">
                  <c:v>37958</c:v>
                </c:pt>
                <c:pt idx="1512">
                  <c:v>37959</c:v>
                </c:pt>
                <c:pt idx="1513">
                  <c:v>37960</c:v>
                </c:pt>
                <c:pt idx="1514">
                  <c:v>37963</c:v>
                </c:pt>
                <c:pt idx="1515">
                  <c:v>37964</c:v>
                </c:pt>
                <c:pt idx="1516">
                  <c:v>37965</c:v>
                </c:pt>
                <c:pt idx="1517">
                  <c:v>37966</c:v>
                </c:pt>
                <c:pt idx="1518">
                  <c:v>37967</c:v>
                </c:pt>
                <c:pt idx="1519">
                  <c:v>37970</c:v>
                </c:pt>
                <c:pt idx="1520">
                  <c:v>37971</c:v>
                </c:pt>
                <c:pt idx="1521">
                  <c:v>37972</c:v>
                </c:pt>
                <c:pt idx="1522">
                  <c:v>37973</c:v>
                </c:pt>
                <c:pt idx="1523">
                  <c:v>37974</c:v>
                </c:pt>
                <c:pt idx="1524">
                  <c:v>37977</c:v>
                </c:pt>
                <c:pt idx="1525">
                  <c:v>37978</c:v>
                </c:pt>
                <c:pt idx="1526">
                  <c:v>37979</c:v>
                </c:pt>
                <c:pt idx="1527">
                  <c:v>37981</c:v>
                </c:pt>
                <c:pt idx="1528">
                  <c:v>37984</c:v>
                </c:pt>
                <c:pt idx="1529">
                  <c:v>37985</c:v>
                </c:pt>
                <c:pt idx="1530">
                  <c:v>37986</c:v>
                </c:pt>
                <c:pt idx="1531">
                  <c:v>37988</c:v>
                </c:pt>
                <c:pt idx="1532">
                  <c:v>37991</c:v>
                </c:pt>
                <c:pt idx="1533">
                  <c:v>37992</c:v>
                </c:pt>
                <c:pt idx="1534">
                  <c:v>37993</c:v>
                </c:pt>
                <c:pt idx="1535">
                  <c:v>37994</c:v>
                </c:pt>
                <c:pt idx="1536">
                  <c:v>37995</c:v>
                </c:pt>
                <c:pt idx="1537">
                  <c:v>37998</c:v>
                </c:pt>
                <c:pt idx="1538">
                  <c:v>37999</c:v>
                </c:pt>
                <c:pt idx="1539">
                  <c:v>38000</c:v>
                </c:pt>
                <c:pt idx="1540">
                  <c:v>38001</c:v>
                </c:pt>
                <c:pt idx="1541">
                  <c:v>38002</c:v>
                </c:pt>
                <c:pt idx="1542">
                  <c:v>38006</c:v>
                </c:pt>
                <c:pt idx="1543">
                  <c:v>38007</c:v>
                </c:pt>
                <c:pt idx="1544">
                  <c:v>38008</c:v>
                </c:pt>
                <c:pt idx="1545">
                  <c:v>38009</c:v>
                </c:pt>
                <c:pt idx="1546">
                  <c:v>38012</c:v>
                </c:pt>
                <c:pt idx="1547">
                  <c:v>38013</c:v>
                </c:pt>
                <c:pt idx="1548">
                  <c:v>38014</c:v>
                </c:pt>
                <c:pt idx="1549">
                  <c:v>38015</c:v>
                </c:pt>
                <c:pt idx="1550">
                  <c:v>38016</c:v>
                </c:pt>
                <c:pt idx="1551">
                  <c:v>38019</c:v>
                </c:pt>
                <c:pt idx="1552">
                  <c:v>38020</c:v>
                </c:pt>
                <c:pt idx="1553">
                  <c:v>38021</c:v>
                </c:pt>
                <c:pt idx="1554">
                  <c:v>38022</c:v>
                </c:pt>
                <c:pt idx="1555">
                  <c:v>38023</c:v>
                </c:pt>
                <c:pt idx="1556">
                  <c:v>38026</c:v>
                </c:pt>
                <c:pt idx="1557">
                  <c:v>38027</c:v>
                </c:pt>
                <c:pt idx="1558">
                  <c:v>38028</c:v>
                </c:pt>
                <c:pt idx="1559">
                  <c:v>38029</c:v>
                </c:pt>
                <c:pt idx="1560">
                  <c:v>38030</c:v>
                </c:pt>
                <c:pt idx="1561">
                  <c:v>38034</c:v>
                </c:pt>
                <c:pt idx="1562">
                  <c:v>38035</c:v>
                </c:pt>
                <c:pt idx="1563">
                  <c:v>38036</c:v>
                </c:pt>
                <c:pt idx="1564">
                  <c:v>38037</c:v>
                </c:pt>
                <c:pt idx="1565">
                  <c:v>38040</c:v>
                </c:pt>
                <c:pt idx="1566">
                  <c:v>38041</c:v>
                </c:pt>
                <c:pt idx="1567">
                  <c:v>38042</c:v>
                </c:pt>
                <c:pt idx="1568">
                  <c:v>38043</c:v>
                </c:pt>
                <c:pt idx="1569">
                  <c:v>38044</c:v>
                </c:pt>
                <c:pt idx="1570">
                  <c:v>38047</c:v>
                </c:pt>
                <c:pt idx="1571">
                  <c:v>38048</c:v>
                </c:pt>
                <c:pt idx="1572">
                  <c:v>38049</c:v>
                </c:pt>
                <c:pt idx="1573">
                  <c:v>38050</c:v>
                </c:pt>
                <c:pt idx="1574">
                  <c:v>38051</c:v>
                </c:pt>
                <c:pt idx="1575">
                  <c:v>38054</c:v>
                </c:pt>
                <c:pt idx="1576">
                  <c:v>38055</c:v>
                </c:pt>
                <c:pt idx="1577">
                  <c:v>38056</c:v>
                </c:pt>
                <c:pt idx="1578">
                  <c:v>38057</c:v>
                </c:pt>
                <c:pt idx="1579">
                  <c:v>38058</c:v>
                </c:pt>
                <c:pt idx="1580">
                  <c:v>38061</c:v>
                </c:pt>
                <c:pt idx="1581">
                  <c:v>38062</c:v>
                </c:pt>
                <c:pt idx="1582">
                  <c:v>38063</c:v>
                </c:pt>
                <c:pt idx="1583">
                  <c:v>38064</c:v>
                </c:pt>
                <c:pt idx="1584">
                  <c:v>38065</c:v>
                </c:pt>
                <c:pt idx="1585">
                  <c:v>38068</c:v>
                </c:pt>
                <c:pt idx="1586">
                  <c:v>38069</c:v>
                </c:pt>
                <c:pt idx="1587">
                  <c:v>38070</c:v>
                </c:pt>
                <c:pt idx="1588">
                  <c:v>38071</c:v>
                </c:pt>
                <c:pt idx="1589">
                  <c:v>38072</c:v>
                </c:pt>
                <c:pt idx="1590">
                  <c:v>38075</c:v>
                </c:pt>
                <c:pt idx="1591">
                  <c:v>38076</c:v>
                </c:pt>
                <c:pt idx="1592">
                  <c:v>38077</c:v>
                </c:pt>
                <c:pt idx="1593">
                  <c:v>38078</c:v>
                </c:pt>
                <c:pt idx="1594">
                  <c:v>38079</c:v>
                </c:pt>
                <c:pt idx="1595">
                  <c:v>38082</c:v>
                </c:pt>
                <c:pt idx="1596">
                  <c:v>38083</c:v>
                </c:pt>
                <c:pt idx="1597">
                  <c:v>38084</c:v>
                </c:pt>
                <c:pt idx="1598">
                  <c:v>38085</c:v>
                </c:pt>
                <c:pt idx="1599">
                  <c:v>38089</c:v>
                </c:pt>
                <c:pt idx="1600">
                  <c:v>38090</c:v>
                </c:pt>
                <c:pt idx="1601">
                  <c:v>38091</c:v>
                </c:pt>
                <c:pt idx="1602">
                  <c:v>38092</c:v>
                </c:pt>
                <c:pt idx="1603">
                  <c:v>38093</c:v>
                </c:pt>
                <c:pt idx="1604">
                  <c:v>38096</c:v>
                </c:pt>
                <c:pt idx="1605">
                  <c:v>38097</c:v>
                </c:pt>
                <c:pt idx="1606">
                  <c:v>38098</c:v>
                </c:pt>
                <c:pt idx="1607">
                  <c:v>38099</c:v>
                </c:pt>
                <c:pt idx="1608">
                  <c:v>38100</c:v>
                </c:pt>
                <c:pt idx="1609">
                  <c:v>38103</c:v>
                </c:pt>
                <c:pt idx="1610">
                  <c:v>38104</c:v>
                </c:pt>
                <c:pt idx="1611">
                  <c:v>38105</c:v>
                </c:pt>
                <c:pt idx="1612">
                  <c:v>38106</c:v>
                </c:pt>
                <c:pt idx="1613">
                  <c:v>38107</c:v>
                </c:pt>
                <c:pt idx="1614">
                  <c:v>38110</c:v>
                </c:pt>
                <c:pt idx="1615">
                  <c:v>38111</c:v>
                </c:pt>
                <c:pt idx="1616">
                  <c:v>38112</c:v>
                </c:pt>
                <c:pt idx="1617">
                  <c:v>38113</c:v>
                </c:pt>
                <c:pt idx="1618">
                  <c:v>38114</c:v>
                </c:pt>
                <c:pt idx="1619">
                  <c:v>38117</c:v>
                </c:pt>
                <c:pt idx="1620">
                  <c:v>38118</c:v>
                </c:pt>
                <c:pt idx="1621">
                  <c:v>38119</c:v>
                </c:pt>
                <c:pt idx="1622">
                  <c:v>38120</c:v>
                </c:pt>
                <c:pt idx="1623">
                  <c:v>38121</c:v>
                </c:pt>
                <c:pt idx="1624">
                  <c:v>38124</c:v>
                </c:pt>
                <c:pt idx="1625">
                  <c:v>38125</c:v>
                </c:pt>
                <c:pt idx="1626">
                  <c:v>38126</c:v>
                </c:pt>
                <c:pt idx="1627">
                  <c:v>38127</c:v>
                </c:pt>
                <c:pt idx="1628">
                  <c:v>38128</c:v>
                </c:pt>
                <c:pt idx="1629">
                  <c:v>38131</c:v>
                </c:pt>
                <c:pt idx="1630">
                  <c:v>38132</c:v>
                </c:pt>
                <c:pt idx="1631">
                  <c:v>38133</c:v>
                </c:pt>
                <c:pt idx="1632">
                  <c:v>38134</c:v>
                </c:pt>
                <c:pt idx="1633">
                  <c:v>38135</c:v>
                </c:pt>
                <c:pt idx="1634">
                  <c:v>38139</c:v>
                </c:pt>
                <c:pt idx="1635">
                  <c:v>38140</c:v>
                </c:pt>
                <c:pt idx="1636">
                  <c:v>38141</c:v>
                </c:pt>
                <c:pt idx="1637">
                  <c:v>38142</c:v>
                </c:pt>
                <c:pt idx="1638">
                  <c:v>38145</c:v>
                </c:pt>
                <c:pt idx="1639">
                  <c:v>38146</c:v>
                </c:pt>
                <c:pt idx="1640">
                  <c:v>38147</c:v>
                </c:pt>
                <c:pt idx="1641">
                  <c:v>38148</c:v>
                </c:pt>
                <c:pt idx="1642">
                  <c:v>38152</c:v>
                </c:pt>
                <c:pt idx="1643">
                  <c:v>38153</c:v>
                </c:pt>
                <c:pt idx="1644">
                  <c:v>38154</c:v>
                </c:pt>
                <c:pt idx="1645">
                  <c:v>38155</c:v>
                </c:pt>
                <c:pt idx="1646">
                  <c:v>38156</c:v>
                </c:pt>
                <c:pt idx="1647">
                  <c:v>38159</c:v>
                </c:pt>
                <c:pt idx="1648">
                  <c:v>38160</c:v>
                </c:pt>
                <c:pt idx="1649">
                  <c:v>38161</c:v>
                </c:pt>
                <c:pt idx="1650">
                  <c:v>38162</c:v>
                </c:pt>
                <c:pt idx="1651">
                  <c:v>38163</c:v>
                </c:pt>
                <c:pt idx="1652">
                  <c:v>38166</c:v>
                </c:pt>
                <c:pt idx="1653">
                  <c:v>38167</c:v>
                </c:pt>
                <c:pt idx="1654">
                  <c:v>38168</c:v>
                </c:pt>
                <c:pt idx="1655">
                  <c:v>38169</c:v>
                </c:pt>
                <c:pt idx="1656">
                  <c:v>38170</c:v>
                </c:pt>
                <c:pt idx="1657">
                  <c:v>38174</c:v>
                </c:pt>
                <c:pt idx="1658">
                  <c:v>38175</c:v>
                </c:pt>
                <c:pt idx="1659">
                  <c:v>38176</c:v>
                </c:pt>
                <c:pt idx="1660">
                  <c:v>38177</c:v>
                </c:pt>
                <c:pt idx="1661">
                  <c:v>38180</c:v>
                </c:pt>
                <c:pt idx="1662">
                  <c:v>38181</c:v>
                </c:pt>
                <c:pt idx="1663">
                  <c:v>38182</c:v>
                </c:pt>
                <c:pt idx="1664">
                  <c:v>38183</c:v>
                </c:pt>
                <c:pt idx="1665">
                  <c:v>38184</c:v>
                </c:pt>
                <c:pt idx="1666">
                  <c:v>38187</c:v>
                </c:pt>
                <c:pt idx="1667">
                  <c:v>38188</c:v>
                </c:pt>
                <c:pt idx="1668">
                  <c:v>38189</c:v>
                </c:pt>
                <c:pt idx="1669">
                  <c:v>38190</c:v>
                </c:pt>
                <c:pt idx="1670">
                  <c:v>38191</c:v>
                </c:pt>
                <c:pt idx="1671">
                  <c:v>38194</c:v>
                </c:pt>
                <c:pt idx="1672">
                  <c:v>38195</c:v>
                </c:pt>
                <c:pt idx="1673">
                  <c:v>38196</c:v>
                </c:pt>
                <c:pt idx="1674">
                  <c:v>38197</c:v>
                </c:pt>
                <c:pt idx="1675">
                  <c:v>38198</c:v>
                </c:pt>
                <c:pt idx="1676">
                  <c:v>38201</c:v>
                </c:pt>
                <c:pt idx="1677">
                  <c:v>38202</c:v>
                </c:pt>
                <c:pt idx="1678">
                  <c:v>38203</c:v>
                </c:pt>
                <c:pt idx="1679">
                  <c:v>38204</c:v>
                </c:pt>
                <c:pt idx="1680">
                  <c:v>38205</c:v>
                </c:pt>
                <c:pt idx="1681">
                  <c:v>38208</c:v>
                </c:pt>
                <c:pt idx="1682">
                  <c:v>38209</c:v>
                </c:pt>
                <c:pt idx="1683">
                  <c:v>38210</c:v>
                </c:pt>
                <c:pt idx="1684">
                  <c:v>38211</c:v>
                </c:pt>
                <c:pt idx="1685">
                  <c:v>38212</c:v>
                </c:pt>
                <c:pt idx="1686">
                  <c:v>38215</c:v>
                </c:pt>
                <c:pt idx="1687">
                  <c:v>38216</c:v>
                </c:pt>
                <c:pt idx="1688">
                  <c:v>38217</c:v>
                </c:pt>
                <c:pt idx="1689">
                  <c:v>38218</c:v>
                </c:pt>
                <c:pt idx="1690">
                  <c:v>38219</c:v>
                </c:pt>
                <c:pt idx="1691">
                  <c:v>38222</c:v>
                </c:pt>
                <c:pt idx="1692">
                  <c:v>38223</c:v>
                </c:pt>
                <c:pt idx="1693">
                  <c:v>38224</c:v>
                </c:pt>
                <c:pt idx="1694">
                  <c:v>38225</c:v>
                </c:pt>
                <c:pt idx="1695">
                  <c:v>38226</c:v>
                </c:pt>
                <c:pt idx="1696">
                  <c:v>38229</c:v>
                </c:pt>
                <c:pt idx="1697">
                  <c:v>38230</c:v>
                </c:pt>
                <c:pt idx="1698">
                  <c:v>38231</c:v>
                </c:pt>
                <c:pt idx="1699">
                  <c:v>38232</c:v>
                </c:pt>
                <c:pt idx="1700">
                  <c:v>38233</c:v>
                </c:pt>
                <c:pt idx="1701">
                  <c:v>38237</c:v>
                </c:pt>
                <c:pt idx="1702">
                  <c:v>38238</c:v>
                </c:pt>
                <c:pt idx="1703">
                  <c:v>38239</c:v>
                </c:pt>
                <c:pt idx="1704">
                  <c:v>38240</c:v>
                </c:pt>
                <c:pt idx="1705">
                  <c:v>38243</c:v>
                </c:pt>
                <c:pt idx="1706">
                  <c:v>38244</c:v>
                </c:pt>
                <c:pt idx="1707">
                  <c:v>38245</c:v>
                </c:pt>
                <c:pt idx="1708">
                  <c:v>38246</c:v>
                </c:pt>
                <c:pt idx="1709">
                  <c:v>38247</c:v>
                </c:pt>
                <c:pt idx="1710">
                  <c:v>38250</c:v>
                </c:pt>
                <c:pt idx="1711">
                  <c:v>38251</c:v>
                </c:pt>
                <c:pt idx="1712">
                  <c:v>38252</c:v>
                </c:pt>
                <c:pt idx="1713">
                  <c:v>38253</c:v>
                </c:pt>
                <c:pt idx="1714">
                  <c:v>38254</c:v>
                </c:pt>
                <c:pt idx="1715">
                  <c:v>38257</c:v>
                </c:pt>
                <c:pt idx="1716">
                  <c:v>38258</c:v>
                </c:pt>
                <c:pt idx="1717">
                  <c:v>38259</c:v>
                </c:pt>
                <c:pt idx="1718">
                  <c:v>38260</c:v>
                </c:pt>
                <c:pt idx="1719">
                  <c:v>38261</c:v>
                </c:pt>
                <c:pt idx="1720">
                  <c:v>38264</c:v>
                </c:pt>
                <c:pt idx="1721">
                  <c:v>38265</c:v>
                </c:pt>
                <c:pt idx="1722">
                  <c:v>38266</c:v>
                </c:pt>
                <c:pt idx="1723">
                  <c:v>38267</c:v>
                </c:pt>
                <c:pt idx="1724">
                  <c:v>38268</c:v>
                </c:pt>
                <c:pt idx="1725">
                  <c:v>38271</c:v>
                </c:pt>
                <c:pt idx="1726">
                  <c:v>38272</c:v>
                </c:pt>
                <c:pt idx="1727">
                  <c:v>38273</c:v>
                </c:pt>
                <c:pt idx="1728">
                  <c:v>38274</c:v>
                </c:pt>
                <c:pt idx="1729">
                  <c:v>38275</c:v>
                </c:pt>
                <c:pt idx="1730">
                  <c:v>38278</c:v>
                </c:pt>
                <c:pt idx="1731">
                  <c:v>38279</c:v>
                </c:pt>
                <c:pt idx="1732">
                  <c:v>38280</c:v>
                </c:pt>
                <c:pt idx="1733">
                  <c:v>38281</c:v>
                </c:pt>
                <c:pt idx="1734">
                  <c:v>38282</c:v>
                </c:pt>
                <c:pt idx="1735">
                  <c:v>38285</c:v>
                </c:pt>
                <c:pt idx="1736">
                  <c:v>38286</c:v>
                </c:pt>
                <c:pt idx="1737">
                  <c:v>38287</c:v>
                </c:pt>
                <c:pt idx="1738">
                  <c:v>38288</c:v>
                </c:pt>
                <c:pt idx="1739">
                  <c:v>38289</c:v>
                </c:pt>
                <c:pt idx="1740">
                  <c:v>38292</c:v>
                </c:pt>
                <c:pt idx="1741">
                  <c:v>38293</c:v>
                </c:pt>
                <c:pt idx="1742">
                  <c:v>38294</c:v>
                </c:pt>
                <c:pt idx="1743">
                  <c:v>38295</c:v>
                </c:pt>
                <c:pt idx="1744">
                  <c:v>38296</c:v>
                </c:pt>
                <c:pt idx="1745">
                  <c:v>38299</c:v>
                </c:pt>
                <c:pt idx="1746">
                  <c:v>38300</c:v>
                </c:pt>
                <c:pt idx="1747">
                  <c:v>38301</c:v>
                </c:pt>
                <c:pt idx="1748">
                  <c:v>38302</c:v>
                </c:pt>
                <c:pt idx="1749">
                  <c:v>38303</c:v>
                </c:pt>
                <c:pt idx="1750">
                  <c:v>38306</c:v>
                </c:pt>
                <c:pt idx="1751">
                  <c:v>38307</c:v>
                </c:pt>
                <c:pt idx="1752">
                  <c:v>38308</c:v>
                </c:pt>
                <c:pt idx="1753">
                  <c:v>38309</c:v>
                </c:pt>
                <c:pt idx="1754">
                  <c:v>38310</c:v>
                </c:pt>
                <c:pt idx="1755">
                  <c:v>38313</c:v>
                </c:pt>
                <c:pt idx="1756">
                  <c:v>38314</c:v>
                </c:pt>
                <c:pt idx="1757">
                  <c:v>38315</c:v>
                </c:pt>
                <c:pt idx="1758">
                  <c:v>38317</c:v>
                </c:pt>
                <c:pt idx="1759">
                  <c:v>38320</c:v>
                </c:pt>
                <c:pt idx="1760">
                  <c:v>38321</c:v>
                </c:pt>
                <c:pt idx="1761">
                  <c:v>38322</c:v>
                </c:pt>
                <c:pt idx="1762">
                  <c:v>38323</c:v>
                </c:pt>
                <c:pt idx="1763">
                  <c:v>38324</c:v>
                </c:pt>
                <c:pt idx="1764">
                  <c:v>38327</c:v>
                </c:pt>
                <c:pt idx="1765">
                  <c:v>38328</c:v>
                </c:pt>
                <c:pt idx="1766">
                  <c:v>38329</c:v>
                </c:pt>
                <c:pt idx="1767">
                  <c:v>38330</c:v>
                </c:pt>
                <c:pt idx="1768">
                  <c:v>38331</c:v>
                </c:pt>
                <c:pt idx="1769">
                  <c:v>38334</c:v>
                </c:pt>
                <c:pt idx="1770">
                  <c:v>38335</c:v>
                </c:pt>
                <c:pt idx="1771">
                  <c:v>38336</c:v>
                </c:pt>
                <c:pt idx="1772">
                  <c:v>38337</c:v>
                </c:pt>
                <c:pt idx="1773">
                  <c:v>38338</c:v>
                </c:pt>
                <c:pt idx="1774">
                  <c:v>38341</c:v>
                </c:pt>
                <c:pt idx="1775">
                  <c:v>38342</c:v>
                </c:pt>
                <c:pt idx="1776">
                  <c:v>38343</c:v>
                </c:pt>
                <c:pt idx="1777">
                  <c:v>38344</c:v>
                </c:pt>
                <c:pt idx="1778">
                  <c:v>38348</c:v>
                </c:pt>
                <c:pt idx="1779">
                  <c:v>38349</c:v>
                </c:pt>
                <c:pt idx="1780">
                  <c:v>38350</c:v>
                </c:pt>
                <c:pt idx="1781">
                  <c:v>38351</c:v>
                </c:pt>
                <c:pt idx="1782">
                  <c:v>38352</c:v>
                </c:pt>
                <c:pt idx="1783">
                  <c:v>38355</c:v>
                </c:pt>
                <c:pt idx="1784">
                  <c:v>38356</c:v>
                </c:pt>
                <c:pt idx="1785">
                  <c:v>38357</c:v>
                </c:pt>
                <c:pt idx="1786">
                  <c:v>38358</c:v>
                </c:pt>
                <c:pt idx="1787">
                  <c:v>38359</c:v>
                </c:pt>
                <c:pt idx="1788">
                  <c:v>38362</c:v>
                </c:pt>
                <c:pt idx="1789">
                  <c:v>38363</c:v>
                </c:pt>
                <c:pt idx="1790">
                  <c:v>38364</c:v>
                </c:pt>
                <c:pt idx="1791">
                  <c:v>38365</c:v>
                </c:pt>
                <c:pt idx="1792">
                  <c:v>38366</c:v>
                </c:pt>
                <c:pt idx="1793">
                  <c:v>38370</c:v>
                </c:pt>
                <c:pt idx="1794">
                  <c:v>38371</c:v>
                </c:pt>
                <c:pt idx="1795">
                  <c:v>38372</c:v>
                </c:pt>
                <c:pt idx="1796">
                  <c:v>38373</c:v>
                </c:pt>
                <c:pt idx="1797">
                  <c:v>38376</c:v>
                </c:pt>
                <c:pt idx="1798">
                  <c:v>38377</c:v>
                </c:pt>
                <c:pt idx="1799">
                  <c:v>38378</c:v>
                </c:pt>
                <c:pt idx="1800">
                  <c:v>38379</c:v>
                </c:pt>
                <c:pt idx="1801">
                  <c:v>38380</c:v>
                </c:pt>
                <c:pt idx="1802">
                  <c:v>38383</c:v>
                </c:pt>
                <c:pt idx="1803">
                  <c:v>38384</c:v>
                </c:pt>
                <c:pt idx="1804">
                  <c:v>38385</c:v>
                </c:pt>
                <c:pt idx="1805">
                  <c:v>38386</c:v>
                </c:pt>
                <c:pt idx="1806">
                  <c:v>38387</c:v>
                </c:pt>
                <c:pt idx="1807">
                  <c:v>38390</c:v>
                </c:pt>
                <c:pt idx="1808">
                  <c:v>38391</c:v>
                </c:pt>
                <c:pt idx="1809">
                  <c:v>38392</c:v>
                </c:pt>
                <c:pt idx="1810">
                  <c:v>38393</c:v>
                </c:pt>
                <c:pt idx="1811">
                  <c:v>38394</c:v>
                </c:pt>
                <c:pt idx="1812">
                  <c:v>38397</c:v>
                </c:pt>
                <c:pt idx="1813">
                  <c:v>38398</c:v>
                </c:pt>
                <c:pt idx="1814">
                  <c:v>38399</c:v>
                </c:pt>
                <c:pt idx="1815">
                  <c:v>38400</c:v>
                </c:pt>
                <c:pt idx="1816">
                  <c:v>38401</c:v>
                </c:pt>
                <c:pt idx="1817">
                  <c:v>38405</c:v>
                </c:pt>
                <c:pt idx="1818">
                  <c:v>38406</c:v>
                </c:pt>
                <c:pt idx="1819">
                  <c:v>38407</c:v>
                </c:pt>
                <c:pt idx="1820">
                  <c:v>38408</c:v>
                </c:pt>
                <c:pt idx="1821">
                  <c:v>38411</c:v>
                </c:pt>
                <c:pt idx="1822">
                  <c:v>38412</c:v>
                </c:pt>
                <c:pt idx="1823">
                  <c:v>38413</c:v>
                </c:pt>
                <c:pt idx="1824">
                  <c:v>38414</c:v>
                </c:pt>
                <c:pt idx="1825">
                  <c:v>38415</c:v>
                </c:pt>
                <c:pt idx="1826">
                  <c:v>38418</c:v>
                </c:pt>
                <c:pt idx="1827">
                  <c:v>38419</c:v>
                </c:pt>
                <c:pt idx="1828">
                  <c:v>38420</c:v>
                </c:pt>
                <c:pt idx="1829">
                  <c:v>38421</c:v>
                </c:pt>
                <c:pt idx="1830">
                  <c:v>38422</c:v>
                </c:pt>
                <c:pt idx="1831">
                  <c:v>38425</c:v>
                </c:pt>
                <c:pt idx="1832">
                  <c:v>38426</c:v>
                </c:pt>
                <c:pt idx="1833">
                  <c:v>38427</c:v>
                </c:pt>
                <c:pt idx="1834">
                  <c:v>38428</c:v>
                </c:pt>
                <c:pt idx="1835">
                  <c:v>38429</c:v>
                </c:pt>
                <c:pt idx="1836">
                  <c:v>38432</c:v>
                </c:pt>
                <c:pt idx="1837">
                  <c:v>38433</c:v>
                </c:pt>
                <c:pt idx="1838">
                  <c:v>38434</c:v>
                </c:pt>
                <c:pt idx="1839">
                  <c:v>38435</c:v>
                </c:pt>
                <c:pt idx="1840">
                  <c:v>38439</c:v>
                </c:pt>
                <c:pt idx="1841">
                  <c:v>38440</c:v>
                </c:pt>
                <c:pt idx="1842">
                  <c:v>38441</c:v>
                </c:pt>
                <c:pt idx="1843">
                  <c:v>38442</c:v>
                </c:pt>
                <c:pt idx="1844">
                  <c:v>38443</c:v>
                </c:pt>
                <c:pt idx="1845">
                  <c:v>38446</c:v>
                </c:pt>
                <c:pt idx="1846">
                  <c:v>38447</c:v>
                </c:pt>
                <c:pt idx="1847">
                  <c:v>38448</c:v>
                </c:pt>
                <c:pt idx="1848">
                  <c:v>38449</c:v>
                </c:pt>
                <c:pt idx="1849">
                  <c:v>38450</c:v>
                </c:pt>
                <c:pt idx="1850">
                  <c:v>38453</c:v>
                </c:pt>
                <c:pt idx="1851">
                  <c:v>38454</c:v>
                </c:pt>
                <c:pt idx="1852">
                  <c:v>38455</c:v>
                </c:pt>
                <c:pt idx="1853">
                  <c:v>38456</c:v>
                </c:pt>
                <c:pt idx="1854">
                  <c:v>38457</c:v>
                </c:pt>
                <c:pt idx="1855">
                  <c:v>38460</c:v>
                </c:pt>
                <c:pt idx="1856">
                  <c:v>38461</c:v>
                </c:pt>
                <c:pt idx="1857">
                  <c:v>38462</c:v>
                </c:pt>
                <c:pt idx="1858">
                  <c:v>38463</c:v>
                </c:pt>
                <c:pt idx="1859">
                  <c:v>38464</c:v>
                </c:pt>
                <c:pt idx="1860">
                  <c:v>38467</c:v>
                </c:pt>
                <c:pt idx="1861">
                  <c:v>38468</c:v>
                </c:pt>
                <c:pt idx="1862">
                  <c:v>38469</c:v>
                </c:pt>
                <c:pt idx="1863">
                  <c:v>38470</c:v>
                </c:pt>
                <c:pt idx="1864">
                  <c:v>38471</c:v>
                </c:pt>
                <c:pt idx="1865">
                  <c:v>38474</c:v>
                </c:pt>
                <c:pt idx="1866">
                  <c:v>38475</c:v>
                </c:pt>
                <c:pt idx="1867">
                  <c:v>38476</c:v>
                </c:pt>
                <c:pt idx="1868">
                  <c:v>38477</c:v>
                </c:pt>
                <c:pt idx="1869">
                  <c:v>38478</c:v>
                </c:pt>
                <c:pt idx="1870">
                  <c:v>38481</c:v>
                </c:pt>
                <c:pt idx="1871">
                  <c:v>38482</c:v>
                </c:pt>
                <c:pt idx="1872">
                  <c:v>38483</c:v>
                </c:pt>
                <c:pt idx="1873">
                  <c:v>38484</c:v>
                </c:pt>
                <c:pt idx="1874">
                  <c:v>38485</c:v>
                </c:pt>
                <c:pt idx="1875">
                  <c:v>38488</c:v>
                </c:pt>
                <c:pt idx="1876">
                  <c:v>38489</c:v>
                </c:pt>
                <c:pt idx="1877">
                  <c:v>38490</c:v>
                </c:pt>
                <c:pt idx="1878">
                  <c:v>38491</c:v>
                </c:pt>
                <c:pt idx="1879">
                  <c:v>38492</c:v>
                </c:pt>
                <c:pt idx="1880">
                  <c:v>38495</c:v>
                </c:pt>
                <c:pt idx="1881">
                  <c:v>38496</c:v>
                </c:pt>
                <c:pt idx="1882">
                  <c:v>38497</c:v>
                </c:pt>
                <c:pt idx="1883">
                  <c:v>38498</c:v>
                </c:pt>
                <c:pt idx="1884">
                  <c:v>38499</c:v>
                </c:pt>
                <c:pt idx="1885">
                  <c:v>38503</c:v>
                </c:pt>
                <c:pt idx="1886">
                  <c:v>38504</c:v>
                </c:pt>
                <c:pt idx="1887">
                  <c:v>38505</c:v>
                </c:pt>
                <c:pt idx="1888">
                  <c:v>38506</c:v>
                </c:pt>
                <c:pt idx="1889">
                  <c:v>38509</c:v>
                </c:pt>
                <c:pt idx="1890">
                  <c:v>38510</c:v>
                </c:pt>
                <c:pt idx="1891">
                  <c:v>38511</c:v>
                </c:pt>
                <c:pt idx="1892">
                  <c:v>38512</c:v>
                </c:pt>
                <c:pt idx="1893">
                  <c:v>38513</c:v>
                </c:pt>
                <c:pt idx="1894">
                  <c:v>38516</c:v>
                </c:pt>
                <c:pt idx="1895">
                  <c:v>38517</c:v>
                </c:pt>
                <c:pt idx="1896">
                  <c:v>38518</c:v>
                </c:pt>
                <c:pt idx="1897">
                  <c:v>38519</c:v>
                </c:pt>
                <c:pt idx="1898">
                  <c:v>38520</c:v>
                </c:pt>
                <c:pt idx="1899">
                  <c:v>38523</c:v>
                </c:pt>
                <c:pt idx="1900">
                  <c:v>38524</c:v>
                </c:pt>
                <c:pt idx="1901">
                  <c:v>38525</c:v>
                </c:pt>
                <c:pt idx="1902">
                  <c:v>38526</c:v>
                </c:pt>
                <c:pt idx="1903">
                  <c:v>38527</c:v>
                </c:pt>
                <c:pt idx="1904">
                  <c:v>38530</c:v>
                </c:pt>
                <c:pt idx="1905">
                  <c:v>38531</c:v>
                </c:pt>
                <c:pt idx="1906">
                  <c:v>38532</c:v>
                </c:pt>
                <c:pt idx="1907">
                  <c:v>38533</c:v>
                </c:pt>
                <c:pt idx="1908">
                  <c:v>38534</c:v>
                </c:pt>
                <c:pt idx="1909">
                  <c:v>38538</c:v>
                </c:pt>
                <c:pt idx="1910">
                  <c:v>38539</c:v>
                </c:pt>
                <c:pt idx="1911">
                  <c:v>38540</c:v>
                </c:pt>
                <c:pt idx="1912">
                  <c:v>38541</c:v>
                </c:pt>
                <c:pt idx="1913">
                  <c:v>38544</c:v>
                </c:pt>
                <c:pt idx="1914">
                  <c:v>38545</c:v>
                </c:pt>
                <c:pt idx="1915">
                  <c:v>38546</c:v>
                </c:pt>
                <c:pt idx="1916">
                  <c:v>38547</c:v>
                </c:pt>
                <c:pt idx="1917">
                  <c:v>38548</c:v>
                </c:pt>
                <c:pt idx="1918">
                  <c:v>38551</c:v>
                </c:pt>
                <c:pt idx="1919">
                  <c:v>38552</c:v>
                </c:pt>
                <c:pt idx="1920">
                  <c:v>38553</c:v>
                </c:pt>
                <c:pt idx="1921">
                  <c:v>38554</c:v>
                </c:pt>
                <c:pt idx="1922">
                  <c:v>38555</c:v>
                </c:pt>
                <c:pt idx="1923">
                  <c:v>38558</c:v>
                </c:pt>
                <c:pt idx="1924">
                  <c:v>38559</c:v>
                </c:pt>
                <c:pt idx="1925">
                  <c:v>38560</c:v>
                </c:pt>
                <c:pt idx="1926">
                  <c:v>38561</c:v>
                </c:pt>
                <c:pt idx="1927">
                  <c:v>38562</c:v>
                </c:pt>
                <c:pt idx="1928">
                  <c:v>38565</c:v>
                </c:pt>
                <c:pt idx="1929">
                  <c:v>38566</c:v>
                </c:pt>
                <c:pt idx="1930">
                  <c:v>38567</c:v>
                </c:pt>
                <c:pt idx="1931">
                  <c:v>38568</c:v>
                </c:pt>
                <c:pt idx="1932">
                  <c:v>38569</c:v>
                </c:pt>
                <c:pt idx="1933">
                  <c:v>38572</c:v>
                </c:pt>
                <c:pt idx="1934">
                  <c:v>38573</c:v>
                </c:pt>
                <c:pt idx="1935">
                  <c:v>38574</c:v>
                </c:pt>
                <c:pt idx="1936">
                  <c:v>38575</c:v>
                </c:pt>
                <c:pt idx="1937">
                  <c:v>38576</c:v>
                </c:pt>
                <c:pt idx="1938">
                  <c:v>38579</c:v>
                </c:pt>
                <c:pt idx="1939">
                  <c:v>38580</c:v>
                </c:pt>
                <c:pt idx="1940">
                  <c:v>38581</c:v>
                </c:pt>
                <c:pt idx="1941">
                  <c:v>38582</c:v>
                </c:pt>
                <c:pt idx="1942">
                  <c:v>38583</c:v>
                </c:pt>
                <c:pt idx="1943">
                  <c:v>38586</c:v>
                </c:pt>
                <c:pt idx="1944">
                  <c:v>38587</c:v>
                </c:pt>
                <c:pt idx="1945">
                  <c:v>38588</c:v>
                </c:pt>
                <c:pt idx="1946">
                  <c:v>38589</c:v>
                </c:pt>
                <c:pt idx="1947">
                  <c:v>38590</c:v>
                </c:pt>
                <c:pt idx="1948">
                  <c:v>38593</c:v>
                </c:pt>
                <c:pt idx="1949">
                  <c:v>38594</c:v>
                </c:pt>
                <c:pt idx="1950">
                  <c:v>38595</c:v>
                </c:pt>
                <c:pt idx="1951">
                  <c:v>38596</c:v>
                </c:pt>
                <c:pt idx="1952">
                  <c:v>38597</c:v>
                </c:pt>
                <c:pt idx="1953">
                  <c:v>38601</c:v>
                </c:pt>
                <c:pt idx="1954">
                  <c:v>38602</c:v>
                </c:pt>
                <c:pt idx="1955">
                  <c:v>38603</c:v>
                </c:pt>
                <c:pt idx="1956">
                  <c:v>38604</c:v>
                </c:pt>
                <c:pt idx="1957">
                  <c:v>38607</c:v>
                </c:pt>
                <c:pt idx="1958">
                  <c:v>38608</c:v>
                </c:pt>
                <c:pt idx="1959">
                  <c:v>38609</c:v>
                </c:pt>
                <c:pt idx="1960">
                  <c:v>38610</c:v>
                </c:pt>
                <c:pt idx="1961">
                  <c:v>38611</c:v>
                </c:pt>
                <c:pt idx="1962">
                  <c:v>38614</c:v>
                </c:pt>
                <c:pt idx="1963">
                  <c:v>38615</c:v>
                </c:pt>
                <c:pt idx="1964">
                  <c:v>38616</c:v>
                </c:pt>
                <c:pt idx="1965">
                  <c:v>38617</c:v>
                </c:pt>
                <c:pt idx="1966">
                  <c:v>38618</c:v>
                </c:pt>
                <c:pt idx="1967">
                  <c:v>38621</c:v>
                </c:pt>
                <c:pt idx="1968">
                  <c:v>38622</c:v>
                </c:pt>
                <c:pt idx="1969">
                  <c:v>38623</c:v>
                </c:pt>
                <c:pt idx="1970">
                  <c:v>38624</c:v>
                </c:pt>
                <c:pt idx="1971">
                  <c:v>38625</c:v>
                </c:pt>
                <c:pt idx="1972">
                  <c:v>38628</c:v>
                </c:pt>
                <c:pt idx="1973">
                  <c:v>38629</c:v>
                </c:pt>
                <c:pt idx="1974">
                  <c:v>38630</c:v>
                </c:pt>
                <c:pt idx="1975">
                  <c:v>38631</c:v>
                </c:pt>
                <c:pt idx="1976">
                  <c:v>38632</c:v>
                </c:pt>
                <c:pt idx="1977">
                  <c:v>38635</c:v>
                </c:pt>
                <c:pt idx="1978">
                  <c:v>38636</c:v>
                </c:pt>
                <c:pt idx="1979">
                  <c:v>38637</c:v>
                </c:pt>
                <c:pt idx="1980">
                  <c:v>38638</c:v>
                </c:pt>
                <c:pt idx="1981">
                  <c:v>38639</c:v>
                </c:pt>
                <c:pt idx="1982">
                  <c:v>38642</c:v>
                </c:pt>
                <c:pt idx="1983">
                  <c:v>38643</c:v>
                </c:pt>
                <c:pt idx="1984">
                  <c:v>38644</c:v>
                </c:pt>
                <c:pt idx="1985">
                  <c:v>38645</c:v>
                </c:pt>
                <c:pt idx="1986">
                  <c:v>38646</c:v>
                </c:pt>
                <c:pt idx="1987">
                  <c:v>38649</c:v>
                </c:pt>
                <c:pt idx="1988">
                  <c:v>38650</c:v>
                </c:pt>
                <c:pt idx="1989">
                  <c:v>38651</c:v>
                </c:pt>
                <c:pt idx="1990">
                  <c:v>38652</c:v>
                </c:pt>
                <c:pt idx="1991">
                  <c:v>38653</c:v>
                </c:pt>
                <c:pt idx="1992">
                  <c:v>38656</c:v>
                </c:pt>
                <c:pt idx="1993">
                  <c:v>38657</c:v>
                </c:pt>
                <c:pt idx="1994">
                  <c:v>38658</c:v>
                </c:pt>
                <c:pt idx="1995">
                  <c:v>38659</c:v>
                </c:pt>
                <c:pt idx="1996">
                  <c:v>38660</c:v>
                </c:pt>
                <c:pt idx="1997">
                  <c:v>38663</c:v>
                </c:pt>
                <c:pt idx="1998">
                  <c:v>38664</c:v>
                </c:pt>
                <c:pt idx="1999">
                  <c:v>38665</c:v>
                </c:pt>
                <c:pt idx="2000">
                  <c:v>38666</c:v>
                </c:pt>
                <c:pt idx="2001">
                  <c:v>38667</c:v>
                </c:pt>
                <c:pt idx="2002">
                  <c:v>38670</c:v>
                </c:pt>
                <c:pt idx="2003">
                  <c:v>38671</c:v>
                </c:pt>
                <c:pt idx="2004">
                  <c:v>38672</c:v>
                </c:pt>
                <c:pt idx="2005">
                  <c:v>38673</c:v>
                </c:pt>
                <c:pt idx="2006">
                  <c:v>38674</c:v>
                </c:pt>
                <c:pt idx="2007">
                  <c:v>38677</c:v>
                </c:pt>
                <c:pt idx="2008">
                  <c:v>38678</c:v>
                </c:pt>
                <c:pt idx="2009">
                  <c:v>38679</c:v>
                </c:pt>
                <c:pt idx="2010">
                  <c:v>38681</c:v>
                </c:pt>
                <c:pt idx="2011">
                  <c:v>38684</c:v>
                </c:pt>
                <c:pt idx="2012">
                  <c:v>38685</c:v>
                </c:pt>
                <c:pt idx="2013">
                  <c:v>38686</c:v>
                </c:pt>
                <c:pt idx="2014">
                  <c:v>38687</c:v>
                </c:pt>
                <c:pt idx="2015">
                  <c:v>38688</c:v>
                </c:pt>
                <c:pt idx="2016">
                  <c:v>38691</c:v>
                </c:pt>
                <c:pt idx="2017">
                  <c:v>38692</c:v>
                </c:pt>
                <c:pt idx="2018">
                  <c:v>38693</c:v>
                </c:pt>
                <c:pt idx="2019">
                  <c:v>38694</c:v>
                </c:pt>
                <c:pt idx="2020">
                  <c:v>38695</c:v>
                </c:pt>
                <c:pt idx="2021">
                  <c:v>38698</c:v>
                </c:pt>
                <c:pt idx="2022">
                  <c:v>38699</c:v>
                </c:pt>
                <c:pt idx="2023">
                  <c:v>38700</c:v>
                </c:pt>
                <c:pt idx="2024">
                  <c:v>38701</c:v>
                </c:pt>
                <c:pt idx="2025">
                  <c:v>38702</c:v>
                </c:pt>
                <c:pt idx="2026">
                  <c:v>38705</c:v>
                </c:pt>
                <c:pt idx="2027">
                  <c:v>38706</c:v>
                </c:pt>
                <c:pt idx="2028">
                  <c:v>38707</c:v>
                </c:pt>
                <c:pt idx="2029">
                  <c:v>38708</c:v>
                </c:pt>
                <c:pt idx="2030">
                  <c:v>38709</c:v>
                </c:pt>
                <c:pt idx="2031">
                  <c:v>38713</c:v>
                </c:pt>
                <c:pt idx="2032">
                  <c:v>38714</c:v>
                </c:pt>
                <c:pt idx="2033">
                  <c:v>38715</c:v>
                </c:pt>
                <c:pt idx="2034">
                  <c:v>38716</c:v>
                </c:pt>
                <c:pt idx="2035">
                  <c:v>38720</c:v>
                </c:pt>
                <c:pt idx="2036">
                  <c:v>38721</c:v>
                </c:pt>
                <c:pt idx="2037">
                  <c:v>38722</c:v>
                </c:pt>
                <c:pt idx="2038">
                  <c:v>38723</c:v>
                </c:pt>
                <c:pt idx="2039">
                  <c:v>38726</c:v>
                </c:pt>
                <c:pt idx="2040">
                  <c:v>38727</c:v>
                </c:pt>
                <c:pt idx="2041">
                  <c:v>38728</c:v>
                </c:pt>
                <c:pt idx="2042">
                  <c:v>38729</c:v>
                </c:pt>
                <c:pt idx="2043">
                  <c:v>38730</c:v>
                </c:pt>
                <c:pt idx="2044">
                  <c:v>38734</c:v>
                </c:pt>
                <c:pt idx="2045">
                  <c:v>38735</c:v>
                </c:pt>
                <c:pt idx="2046">
                  <c:v>38736</c:v>
                </c:pt>
                <c:pt idx="2047">
                  <c:v>38737</c:v>
                </c:pt>
                <c:pt idx="2048">
                  <c:v>38740</c:v>
                </c:pt>
                <c:pt idx="2049">
                  <c:v>38741</c:v>
                </c:pt>
                <c:pt idx="2050">
                  <c:v>38742</c:v>
                </c:pt>
                <c:pt idx="2051">
                  <c:v>38743</c:v>
                </c:pt>
                <c:pt idx="2052">
                  <c:v>38744</c:v>
                </c:pt>
                <c:pt idx="2053">
                  <c:v>38747</c:v>
                </c:pt>
                <c:pt idx="2054">
                  <c:v>38748</c:v>
                </c:pt>
                <c:pt idx="2055">
                  <c:v>38749</c:v>
                </c:pt>
                <c:pt idx="2056">
                  <c:v>38750</c:v>
                </c:pt>
                <c:pt idx="2057">
                  <c:v>38751</c:v>
                </c:pt>
                <c:pt idx="2058">
                  <c:v>38754</c:v>
                </c:pt>
                <c:pt idx="2059">
                  <c:v>38755</c:v>
                </c:pt>
                <c:pt idx="2060">
                  <c:v>38756</c:v>
                </c:pt>
                <c:pt idx="2061">
                  <c:v>38757</c:v>
                </c:pt>
                <c:pt idx="2062">
                  <c:v>38758</c:v>
                </c:pt>
                <c:pt idx="2063">
                  <c:v>38761</c:v>
                </c:pt>
                <c:pt idx="2064">
                  <c:v>38762</c:v>
                </c:pt>
                <c:pt idx="2065">
                  <c:v>38763</c:v>
                </c:pt>
                <c:pt idx="2066">
                  <c:v>38764</c:v>
                </c:pt>
                <c:pt idx="2067">
                  <c:v>38765</c:v>
                </c:pt>
                <c:pt idx="2068">
                  <c:v>38769</c:v>
                </c:pt>
                <c:pt idx="2069">
                  <c:v>38770</c:v>
                </c:pt>
                <c:pt idx="2070">
                  <c:v>38771</c:v>
                </c:pt>
                <c:pt idx="2071">
                  <c:v>38772</c:v>
                </c:pt>
                <c:pt idx="2072">
                  <c:v>38775</c:v>
                </c:pt>
                <c:pt idx="2073">
                  <c:v>38776</c:v>
                </c:pt>
                <c:pt idx="2074">
                  <c:v>38777</c:v>
                </c:pt>
                <c:pt idx="2075">
                  <c:v>38778</c:v>
                </c:pt>
                <c:pt idx="2076">
                  <c:v>38779</c:v>
                </c:pt>
                <c:pt idx="2077">
                  <c:v>38782</c:v>
                </c:pt>
                <c:pt idx="2078">
                  <c:v>38783</c:v>
                </c:pt>
                <c:pt idx="2079">
                  <c:v>38784</c:v>
                </c:pt>
                <c:pt idx="2080">
                  <c:v>38785</c:v>
                </c:pt>
                <c:pt idx="2081">
                  <c:v>38786</c:v>
                </c:pt>
                <c:pt idx="2082">
                  <c:v>38789</c:v>
                </c:pt>
                <c:pt idx="2083">
                  <c:v>38790</c:v>
                </c:pt>
                <c:pt idx="2084">
                  <c:v>38791</c:v>
                </c:pt>
                <c:pt idx="2085">
                  <c:v>38792</c:v>
                </c:pt>
                <c:pt idx="2086">
                  <c:v>38793</c:v>
                </c:pt>
                <c:pt idx="2087">
                  <c:v>38796</c:v>
                </c:pt>
                <c:pt idx="2088">
                  <c:v>38797</c:v>
                </c:pt>
                <c:pt idx="2089">
                  <c:v>38798</c:v>
                </c:pt>
                <c:pt idx="2090">
                  <c:v>38799</c:v>
                </c:pt>
                <c:pt idx="2091">
                  <c:v>38800</c:v>
                </c:pt>
                <c:pt idx="2092">
                  <c:v>38803</c:v>
                </c:pt>
                <c:pt idx="2093">
                  <c:v>38804</c:v>
                </c:pt>
                <c:pt idx="2094">
                  <c:v>38805</c:v>
                </c:pt>
                <c:pt idx="2095">
                  <c:v>38806</c:v>
                </c:pt>
                <c:pt idx="2096">
                  <c:v>38807</c:v>
                </c:pt>
                <c:pt idx="2097">
                  <c:v>38810</c:v>
                </c:pt>
                <c:pt idx="2098">
                  <c:v>38811</c:v>
                </c:pt>
                <c:pt idx="2099">
                  <c:v>38812</c:v>
                </c:pt>
                <c:pt idx="2100">
                  <c:v>38813</c:v>
                </c:pt>
                <c:pt idx="2101">
                  <c:v>38814</c:v>
                </c:pt>
                <c:pt idx="2102">
                  <c:v>38817</c:v>
                </c:pt>
                <c:pt idx="2103">
                  <c:v>38818</c:v>
                </c:pt>
                <c:pt idx="2104">
                  <c:v>38819</c:v>
                </c:pt>
                <c:pt idx="2105">
                  <c:v>38820</c:v>
                </c:pt>
                <c:pt idx="2106">
                  <c:v>38824</c:v>
                </c:pt>
                <c:pt idx="2107">
                  <c:v>38825</c:v>
                </c:pt>
                <c:pt idx="2108">
                  <c:v>38826</c:v>
                </c:pt>
                <c:pt idx="2109">
                  <c:v>38827</c:v>
                </c:pt>
                <c:pt idx="2110">
                  <c:v>38828</c:v>
                </c:pt>
                <c:pt idx="2111">
                  <c:v>38831</c:v>
                </c:pt>
                <c:pt idx="2112">
                  <c:v>38832</c:v>
                </c:pt>
                <c:pt idx="2113">
                  <c:v>38833</c:v>
                </c:pt>
                <c:pt idx="2114">
                  <c:v>38834</c:v>
                </c:pt>
                <c:pt idx="2115">
                  <c:v>38835</c:v>
                </c:pt>
                <c:pt idx="2116">
                  <c:v>38838</c:v>
                </c:pt>
                <c:pt idx="2117">
                  <c:v>38839</c:v>
                </c:pt>
                <c:pt idx="2118">
                  <c:v>38840</c:v>
                </c:pt>
                <c:pt idx="2119">
                  <c:v>38841</c:v>
                </c:pt>
                <c:pt idx="2120">
                  <c:v>38842</c:v>
                </c:pt>
                <c:pt idx="2121">
                  <c:v>38845</c:v>
                </c:pt>
                <c:pt idx="2122">
                  <c:v>38846</c:v>
                </c:pt>
                <c:pt idx="2123">
                  <c:v>38847</c:v>
                </c:pt>
                <c:pt idx="2124">
                  <c:v>38848</c:v>
                </c:pt>
                <c:pt idx="2125">
                  <c:v>38849</c:v>
                </c:pt>
                <c:pt idx="2126">
                  <c:v>38852</c:v>
                </c:pt>
                <c:pt idx="2127">
                  <c:v>38853</c:v>
                </c:pt>
                <c:pt idx="2128">
                  <c:v>38854</c:v>
                </c:pt>
                <c:pt idx="2129">
                  <c:v>38855</c:v>
                </c:pt>
                <c:pt idx="2130">
                  <c:v>38856</c:v>
                </c:pt>
                <c:pt idx="2131">
                  <c:v>38859</c:v>
                </c:pt>
                <c:pt idx="2132">
                  <c:v>38860</c:v>
                </c:pt>
                <c:pt idx="2133">
                  <c:v>38861</c:v>
                </c:pt>
                <c:pt idx="2134">
                  <c:v>38862</c:v>
                </c:pt>
                <c:pt idx="2135">
                  <c:v>38863</c:v>
                </c:pt>
                <c:pt idx="2136">
                  <c:v>38867</c:v>
                </c:pt>
                <c:pt idx="2137">
                  <c:v>38868</c:v>
                </c:pt>
                <c:pt idx="2138">
                  <c:v>38869</c:v>
                </c:pt>
                <c:pt idx="2139">
                  <c:v>38870</c:v>
                </c:pt>
                <c:pt idx="2140">
                  <c:v>38873</c:v>
                </c:pt>
                <c:pt idx="2141">
                  <c:v>38874</c:v>
                </c:pt>
                <c:pt idx="2142">
                  <c:v>38875</c:v>
                </c:pt>
                <c:pt idx="2143">
                  <c:v>38876</c:v>
                </c:pt>
                <c:pt idx="2144">
                  <c:v>38877</c:v>
                </c:pt>
                <c:pt idx="2145">
                  <c:v>38880</c:v>
                </c:pt>
                <c:pt idx="2146">
                  <c:v>38881</c:v>
                </c:pt>
                <c:pt idx="2147">
                  <c:v>38882</c:v>
                </c:pt>
                <c:pt idx="2148">
                  <c:v>38883</c:v>
                </c:pt>
                <c:pt idx="2149">
                  <c:v>38884</c:v>
                </c:pt>
                <c:pt idx="2150">
                  <c:v>38887</c:v>
                </c:pt>
                <c:pt idx="2151">
                  <c:v>38888</c:v>
                </c:pt>
                <c:pt idx="2152">
                  <c:v>38889</c:v>
                </c:pt>
                <c:pt idx="2153">
                  <c:v>38890</c:v>
                </c:pt>
                <c:pt idx="2154">
                  <c:v>38891</c:v>
                </c:pt>
                <c:pt idx="2155">
                  <c:v>38894</c:v>
                </c:pt>
                <c:pt idx="2156">
                  <c:v>38895</c:v>
                </c:pt>
                <c:pt idx="2157">
                  <c:v>38896</c:v>
                </c:pt>
                <c:pt idx="2158">
                  <c:v>38897</c:v>
                </c:pt>
                <c:pt idx="2159">
                  <c:v>38898</c:v>
                </c:pt>
                <c:pt idx="2160">
                  <c:v>38901</c:v>
                </c:pt>
                <c:pt idx="2161">
                  <c:v>38903</c:v>
                </c:pt>
                <c:pt idx="2162">
                  <c:v>38904</c:v>
                </c:pt>
                <c:pt idx="2163">
                  <c:v>38905</c:v>
                </c:pt>
                <c:pt idx="2164">
                  <c:v>38908</c:v>
                </c:pt>
                <c:pt idx="2165">
                  <c:v>38909</c:v>
                </c:pt>
                <c:pt idx="2166">
                  <c:v>38910</c:v>
                </c:pt>
                <c:pt idx="2167">
                  <c:v>38911</c:v>
                </c:pt>
                <c:pt idx="2168">
                  <c:v>38912</c:v>
                </c:pt>
                <c:pt idx="2169">
                  <c:v>38915</c:v>
                </c:pt>
                <c:pt idx="2170">
                  <c:v>38916</c:v>
                </c:pt>
                <c:pt idx="2171">
                  <c:v>38917</c:v>
                </c:pt>
                <c:pt idx="2172">
                  <c:v>38918</c:v>
                </c:pt>
                <c:pt idx="2173">
                  <c:v>38919</c:v>
                </c:pt>
                <c:pt idx="2174">
                  <c:v>38922</c:v>
                </c:pt>
                <c:pt idx="2175">
                  <c:v>38923</c:v>
                </c:pt>
                <c:pt idx="2176">
                  <c:v>38924</c:v>
                </c:pt>
                <c:pt idx="2177">
                  <c:v>38925</c:v>
                </c:pt>
                <c:pt idx="2178">
                  <c:v>38926</c:v>
                </c:pt>
                <c:pt idx="2179">
                  <c:v>38929</c:v>
                </c:pt>
                <c:pt idx="2180">
                  <c:v>38930</c:v>
                </c:pt>
                <c:pt idx="2181">
                  <c:v>38931</c:v>
                </c:pt>
                <c:pt idx="2182">
                  <c:v>38932</c:v>
                </c:pt>
                <c:pt idx="2183">
                  <c:v>38933</c:v>
                </c:pt>
                <c:pt idx="2184">
                  <c:v>38936</c:v>
                </c:pt>
                <c:pt idx="2185">
                  <c:v>38937</c:v>
                </c:pt>
                <c:pt idx="2186">
                  <c:v>38938</c:v>
                </c:pt>
                <c:pt idx="2187">
                  <c:v>38939</c:v>
                </c:pt>
                <c:pt idx="2188">
                  <c:v>38940</c:v>
                </c:pt>
                <c:pt idx="2189">
                  <c:v>38943</c:v>
                </c:pt>
                <c:pt idx="2190">
                  <c:v>38944</c:v>
                </c:pt>
                <c:pt idx="2191">
                  <c:v>38945</c:v>
                </c:pt>
                <c:pt idx="2192">
                  <c:v>38946</c:v>
                </c:pt>
                <c:pt idx="2193">
                  <c:v>38947</c:v>
                </c:pt>
                <c:pt idx="2194">
                  <c:v>38950</c:v>
                </c:pt>
                <c:pt idx="2195">
                  <c:v>38951</c:v>
                </c:pt>
                <c:pt idx="2196">
                  <c:v>38952</c:v>
                </c:pt>
                <c:pt idx="2197">
                  <c:v>38953</c:v>
                </c:pt>
                <c:pt idx="2198">
                  <c:v>38954</c:v>
                </c:pt>
                <c:pt idx="2199">
                  <c:v>38957</c:v>
                </c:pt>
                <c:pt idx="2200">
                  <c:v>38958</c:v>
                </c:pt>
                <c:pt idx="2201">
                  <c:v>38959</c:v>
                </c:pt>
                <c:pt idx="2202">
                  <c:v>38960</c:v>
                </c:pt>
                <c:pt idx="2203">
                  <c:v>38961</c:v>
                </c:pt>
                <c:pt idx="2204">
                  <c:v>38965</c:v>
                </c:pt>
                <c:pt idx="2205">
                  <c:v>38966</c:v>
                </c:pt>
                <c:pt idx="2206">
                  <c:v>38967</c:v>
                </c:pt>
                <c:pt idx="2207">
                  <c:v>38968</c:v>
                </c:pt>
                <c:pt idx="2208">
                  <c:v>38971</c:v>
                </c:pt>
                <c:pt idx="2209">
                  <c:v>38972</c:v>
                </c:pt>
                <c:pt idx="2210">
                  <c:v>38973</c:v>
                </c:pt>
                <c:pt idx="2211">
                  <c:v>38974</c:v>
                </c:pt>
                <c:pt idx="2212">
                  <c:v>38975</c:v>
                </c:pt>
                <c:pt idx="2213">
                  <c:v>38978</c:v>
                </c:pt>
                <c:pt idx="2214">
                  <c:v>38979</c:v>
                </c:pt>
                <c:pt idx="2215">
                  <c:v>38980</c:v>
                </c:pt>
                <c:pt idx="2216">
                  <c:v>38981</c:v>
                </c:pt>
                <c:pt idx="2217">
                  <c:v>38982</c:v>
                </c:pt>
                <c:pt idx="2218">
                  <c:v>38985</c:v>
                </c:pt>
                <c:pt idx="2219">
                  <c:v>38986</c:v>
                </c:pt>
                <c:pt idx="2220">
                  <c:v>38987</c:v>
                </c:pt>
                <c:pt idx="2221">
                  <c:v>38988</c:v>
                </c:pt>
                <c:pt idx="2222">
                  <c:v>38989</c:v>
                </c:pt>
                <c:pt idx="2223">
                  <c:v>38992</c:v>
                </c:pt>
                <c:pt idx="2224">
                  <c:v>38993</c:v>
                </c:pt>
                <c:pt idx="2225">
                  <c:v>38994</c:v>
                </c:pt>
                <c:pt idx="2226">
                  <c:v>38995</c:v>
                </c:pt>
                <c:pt idx="2227">
                  <c:v>38996</c:v>
                </c:pt>
                <c:pt idx="2228">
                  <c:v>38999</c:v>
                </c:pt>
                <c:pt idx="2229">
                  <c:v>39000</c:v>
                </c:pt>
                <c:pt idx="2230">
                  <c:v>39001</c:v>
                </c:pt>
                <c:pt idx="2231">
                  <c:v>39002</c:v>
                </c:pt>
                <c:pt idx="2232">
                  <c:v>39003</c:v>
                </c:pt>
                <c:pt idx="2233">
                  <c:v>39006</c:v>
                </c:pt>
                <c:pt idx="2234">
                  <c:v>39007</c:v>
                </c:pt>
                <c:pt idx="2235">
                  <c:v>39008</c:v>
                </c:pt>
                <c:pt idx="2236">
                  <c:v>39009</c:v>
                </c:pt>
                <c:pt idx="2237">
                  <c:v>39010</c:v>
                </c:pt>
                <c:pt idx="2238">
                  <c:v>39013</c:v>
                </c:pt>
                <c:pt idx="2239">
                  <c:v>39014</c:v>
                </c:pt>
                <c:pt idx="2240">
                  <c:v>39015</c:v>
                </c:pt>
                <c:pt idx="2241">
                  <c:v>39016</c:v>
                </c:pt>
                <c:pt idx="2242">
                  <c:v>39017</c:v>
                </c:pt>
                <c:pt idx="2243">
                  <c:v>39020</c:v>
                </c:pt>
                <c:pt idx="2244">
                  <c:v>39021</c:v>
                </c:pt>
                <c:pt idx="2245">
                  <c:v>39022</c:v>
                </c:pt>
                <c:pt idx="2246">
                  <c:v>39023</c:v>
                </c:pt>
                <c:pt idx="2247">
                  <c:v>39024</c:v>
                </c:pt>
                <c:pt idx="2248">
                  <c:v>39027</c:v>
                </c:pt>
                <c:pt idx="2249">
                  <c:v>39028</c:v>
                </c:pt>
                <c:pt idx="2250">
                  <c:v>39029</c:v>
                </c:pt>
                <c:pt idx="2251">
                  <c:v>39030</c:v>
                </c:pt>
                <c:pt idx="2252">
                  <c:v>39031</c:v>
                </c:pt>
                <c:pt idx="2253">
                  <c:v>39034</c:v>
                </c:pt>
                <c:pt idx="2254">
                  <c:v>39035</c:v>
                </c:pt>
                <c:pt idx="2255">
                  <c:v>39036</c:v>
                </c:pt>
                <c:pt idx="2256">
                  <c:v>39037</c:v>
                </c:pt>
                <c:pt idx="2257">
                  <c:v>39038</c:v>
                </c:pt>
                <c:pt idx="2258">
                  <c:v>39041</c:v>
                </c:pt>
                <c:pt idx="2259">
                  <c:v>39042</c:v>
                </c:pt>
                <c:pt idx="2260">
                  <c:v>39043</c:v>
                </c:pt>
                <c:pt idx="2261">
                  <c:v>39045</c:v>
                </c:pt>
                <c:pt idx="2262">
                  <c:v>39048</c:v>
                </c:pt>
                <c:pt idx="2263">
                  <c:v>39049</c:v>
                </c:pt>
                <c:pt idx="2264">
                  <c:v>39050</c:v>
                </c:pt>
                <c:pt idx="2265">
                  <c:v>39051</c:v>
                </c:pt>
                <c:pt idx="2266">
                  <c:v>39052</c:v>
                </c:pt>
                <c:pt idx="2267">
                  <c:v>39055</c:v>
                </c:pt>
                <c:pt idx="2268">
                  <c:v>39056</c:v>
                </c:pt>
                <c:pt idx="2269">
                  <c:v>39057</c:v>
                </c:pt>
                <c:pt idx="2270">
                  <c:v>39058</c:v>
                </c:pt>
                <c:pt idx="2271">
                  <c:v>39059</c:v>
                </c:pt>
                <c:pt idx="2272">
                  <c:v>39062</c:v>
                </c:pt>
                <c:pt idx="2273">
                  <c:v>39063</c:v>
                </c:pt>
                <c:pt idx="2274">
                  <c:v>39064</c:v>
                </c:pt>
                <c:pt idx="2275">
                  <c:v>39065</c:v>
                </c:pt>
                <c:pt idx="2276">
                  <c:v>39066</c:v>
                </c:pt>
                <c:pt idx="2277">
                  <c:v>39069</c:v>
                </c:pt>
                <c:pt idx="2278">
                  <c:v>39070</c:v>
                </c:pt>
                <c:pt idx="2279">
                  <c:v>39071</c:v>
                </c:pt>
                <c:pt idx="2280">
                  <c:v>39072</c:v>
                </c:pt>
                <c:pt idx="2281">
                  <c:v>39073</c:v>
                </c:pt>
                <c:pt idx="2282">
                  <c:v>39077</c:v>
                </c:pt>
                <c:pt idx="2283">
                  <c:v>39078</c:v>
                </c:pt>
                <c:pt idx="2284">
                  <c:v>39079</c:v>
                </c:pt>
                <c:pt idx="2285">
                  <c:v>39080</c:v>
                </c:pt>
                <c:pt idx="2286">
                  <c:v>39085</c:v>
                </c:pt>
                <c:pt idx="2287">
                  <c:v>39086</c:v>
                </c:pt>
                <c:pt idx="2288">
                  <c:v>39087</c:v>
                </c:pt>
                <c:pt idx="2289">
                  <c:v>39090</c:v>
                </c:pt>
                <c:pt idx="2290">
                  <c:v>39091</c:v>
                </c:pt>
                <c:pt idx="2291">
                  <c:v>39092</c:v>
                </c:pt>
                <c:pt idx="2292">
                  <c:v>39093</c:v>
                </c:pt>
                <c:pt idx="2293">
                  <c:v>39094</c:v>
                </c:pt>
                <c:pt idx="2294">
                  <c:v>39098</c:v>
                </c:pt>
                <c:pt idx="2295">
                  <c:v>39099</c:v>
                </c:pt>
                <c:pt idx="2296">
                  <c:v>39100</c:v>
                </c:pt>
                <c:pt idx="2297">
                  <c:v>39101</c:v>
                </c:pt>
                <c:pt idx="2298">
                  <c:v>39104</c:v>
                </c:pt>
                <c:pt idx="2299">
                  <c:v>39105</c:v>
                </c:pt>
                <c:pt idx="2300">
                  <c:v>39106</c:v>
                </c:pt>
                <c:pt idx="2301">
                  <c:v>39107</c:v>
                </c:pt>
                <c:pt idx="2302">
                  <c:v>39108</c:v>
                </c:pt>
                <c:pt idx="2303">
                  <c:v>39111</c:v>
                </c:pt>
                <c:pt idx="2304">
                  <c:v>39112</c:v>
                </c:pt>
                <c:pt idx="2305">
                  <c:v>39113</c:v>
                </c:pt>
                <c:pt idx="2306">
                  <c:v>39114</c:v>
                </c:pt>
                <c:pt idx="2307">
                  <c:v>39115</c:v>
                </c:pt>
                <c:pt idx="2308">
                  <c:v>39118</c:v>
                </c:pt>
                <c:pt idx="2309">
                  <c:v>39119</c:v>
                </c:pt>
                <c:pt idx="2310">
                  <c:v>39120</c:v>
                </c:pt>
                <c:pt idx="2311">
                  <c:v>39121</c:v>
                </c:pt>
                <c:pt idx="2312">
                  <c:v>39122</c:v>
                </c:pt>
                <c:pt idx="2313">
                  <c:v>39125</c:v>
                </c:pt>
                <c:pt idx="2314">
                  <c:v>39126</c:v>
                </c:pt>
                <c:pt idx="2315">
                  <c:v>39127</c:v>
                </c:pt>
                <c:pt idx="2316">
                  <c:v>39128</c:v>
                </c:pt>
                <c:pt idx="2317">
                  <c:v>39129</c:v>
                </c:pt>
                <c:pt idx="2318">
                  <c:v>39133</c:v>
                </c:pt>
                <c:pt idx="2319">
                  <c:v>39134</c:v>
                </c:pt>
                <c:pt idx="2320">
                  <c:v>39135</c:v>
                </c:pt>
                <c:pt idx="2321">
                  <c:v>39136</c:v>
                </c:pt>
                <c:pt idx="2322">
                  <c:v>39139</c:v>
                </c:pt>
                <c:pt idx="2323">
                  <c:v>39140</c:v>
                </c:pt>
                <c:pt idx="2324">
                  <c:v>39141</c:v>
                </c:pt>
                <c:pt idx="2325">
                  <c:v>39142</c:v>
                </c:pt>
                <c:pt idx="2326">
                  <c:v>39143</c:v>
                </c:pt>
                <c:pt idx="2327">
                  <c:v>39146</c:v>
                </c:pt>
                <c:pt idx="2328">
                  <c:v>39147</c:v>
                </c:pt>
                <c:pt idx="2329">
                  <c:v>39148</c:v>
                </c:pt>
                <c:pt idx="2330">
                  <c:v>39149</c:v>
                </c:pt>
                <c:pt idx="2331">
                  <c:v>39150</c:v>
                </c:pt>
                <c:pt idx="2332">
                  <c:v>39153</c:v>
                </c:pt>
                <c:pt idx="2333">
                  <c:v>39154</c:v>
                </c:pt>
                <c:pt idx="2334">
                  <c:v>39155</c:v>
                </c:pt>
                <c:pt idx="2335">
                  <c:v>39156</c:v>
                </c:pt>
                <c:pt idx="2336">
                  <c:v>39157</c:v>
                </c:pt>
                <c:pt idx="2337">
                  <c:v>39160</c:v>
                </c:pt>
                <c:pt idx="2338">
                  <c:v>39161</c:v>
                </c:pt>
                <c:pt idx="2339">
                  <c:v>39162</c:v>
                </c:pt>
                <c:pt idx="2340">
                  <c:v>39163</c:v>
                </c:pt>
                <c:pt idx="2341">
                  <c:v>39164</c:v>
                </c:pt>
                <c:pt idx="2342">
                  <c:v>39167</c:v>
                </c:pt>
                <c:pt idx="2343">
                  <c:v>39168</c:v>
                </c:pt>
                <c:pt idx="2344">
                  <c:v>39169</c:v>
                </c:pt>
                <c:pt idx="2345">
                  <c:v>39170</c:v>
                </c:pt>
                <c:pt idx="2346">
                  <c:v>39171</c:v>
                </c:pt>
                <c:pt idx="2347">
                  <c:v>39174</c:v>
                </c:pt>
                <c:pt idx="2348">
                  <c:v>39175</c:v>
                </c:pt>
                <c:pt idx="2349">
                  <c:v>39176</c:v>
                </c:pt>
                <c:pt idx="2350">
                  <c:v>39177</c:v>
                </c:pt>
                <c:pt idx="2351">
                  <c:v>39181</c:v>
                </c:pt>
                <c:pt idx="2352">
                  <c:v>39182</c:v>
                </c:pt>
                <c:pt idx="2353">
                  <c:v>39183</c:v>
                </c:pt>
                <c:pt idx="2354">
                  <c:v>39184</c:v>
                </c:pt>
                <c:pt idx="2355">
                  <c:v>39185</c:v>
                </c:pt>
                <c:pt idx="2356">
                  <c:v>39188</c:v>
                </c:pt>
                <c:pt idx="2357">
                  <c:v>39189</c:v>
                </c:pt>
                <c:pt idx="2358">
                  <c:v>39190</c:v>
                </c:pt>
                <c:pt idx="2359">
                  <c:v>39191</c:v>
                </c:pt>
                <c:pt idx="2360">
                  <c:v>39192</c:v>
                </c:pt>
                <c:pt idx="2361">
                  <c:v>39195</c:v>
                </c:pt>
                <c:pt idx="2362">
                  <c:v>39196</c:v>
                </c:pt>
                <c:pt idx="2363">
                  <c:v>39197</c:v>
                </c:pt>
                <c:pt idx="2364">
                  <c:v>39198</c:v>
                </c:pt>
                <c:pt idx="2365">
                  <c:v>39199</c:v>
                </c:pt>
                <c:pt idx="2366">
                  <c:v>39202</c:v>
                </c:pt>
                <c:pt idx="2367">
                  <c:v>39203</c:v>
                </c:pt>
                <c:pt idx="2368">
                  <c:v>39204</c:v>
                </c:pt>
                <c:pt idx="2369">
                  <c:v>39205</c:v>
                </c:pt>
                <c:pt idx="2370">
                  <c:v>39206</c:v>
                </c:pt>
                <c:pt idx="2371">
                  <c:v>39209</c:v>
                </c:pt>
                <c:pt idx="2372">
                  <c:v>39210</c:v>
                </c:pt>
                <c:pt idx="2373">
                  <c:v>39211</c:v>
                </c:pt>
                <c:pt idx="2374">
                  <c:v>39212</c:v>
                </c:pt>
                <c:pt idx="2375">
                  <c:v>39213</c:v>
                </c:pt>
                <c:pt idx="2376">
                  <c:v>39216</c:v>
                </c:pt>
                <c:pt idx="2377">
                  <c:v>39217</c:v>
                </c:pt>
                <c:pt idx="2378">
                  <c:v>39218</c:v>
                </c:pt>
                <c:pt idx="2379">
                  <c:v>39219</c:v>
                </c:pt>
                <c:pt idx="2380">
                  <c:v>39220</c:v>
                </c:pt>
                <c:pt idx="2381">
                  <c:v>39223</c:v>
                </c:pt>
                <c:pt idx="2382">
                  <c:v>39224</c:v>
                </c:pt>
                <c:pt idx="2383">
                  <c:v>39225</c:v>
                </c:pt>
                <c:pt idx="2384">
                  <c:v>39226</c:v>
                </c:pt>
                <c:pt idx="2385">
                  <c:v>39227</c:v>
                </c:pt>
                <c:pt idx="2386">
                  <c:v>39231</c:v>
                </c:pt>
                <c:pt idx="2387">
                  <c:v>39232</c:v>
                </c:pt>
                <c:pt idx="2388">
                  <c:v>39233</c:v>
                </c:pt>
                <c:pt idx="2389">
                  <c:v>39234</c:v>
                </c:pt>
                <c:pt idx="2390">
                  <c:v>39237</c:v>
                </c:pt>
                <c:pt idx="2391">
                  <c:v>39238</c:v>
                </c:pt>
                <c:pt idx="2392">
                  <c:v>39239</c:v>
                </c:pt>
                <c:pt idx="2393">
                  <c:v>39240</c:v>
                </c:pt>
                <c:pt idx="2394">
                  <c:v>39241</c:v>
                </c:pt>
                <c:pt idx="2395">
                  <c:v>39244</c:v>
                </c:pt>
                <c:pt idx="2396">
                  <c:v>39245</c:v>
                </c:pt>
                <c:pt idx="2397">
                  <c:v>39246</c:v>
                </c:pt>
                <c:pt idx="2398">
                  <c:v>39247</c:v>
                </c:pt>
                <c:pt idx="2399">
                  <c:v>39248</c:v>
                </c:pt>
                <c:pt idx="2400">
                  <c:v>39251</c:v>
                </c:pt>
                <c:pt idx="2401">
                  <c:v>39252</c:v>
                </c:pt>
                <c:pt idx="2402">
                  <c:v>39253</c:v>
                </c:pt>
                <c:pt idx="2403">
                  <c:v>39254</c:v>
                </c:pt>
                <c:pt idx="2404">
                  <c:v>39255</c:v>
                </c:pt>
                <c:pt idx="2405">
                  <c:v>39258</c:v>
                </c:pt>
                <c:pt idx="2406">
                  <c:v>39259</c:v>
                </c:pt>
                <c:pt idx="2407">
                  <c:v>39260</c:v>
                </c:pt>
                <c:pt idx="2408">
                  <c:v>39261</c:v>
                </c:pt>
                <c:pt idx="2409">
                  <c:v>39262</c:v>
                </c:pt>
                <c:pt idx="2410">
                  <c:v>39265</c:v>
                </c:pt>
                <c:pt idx="2411">
                  <c:v>39266</c:v>
                </c:pt>
                <c:pt idx="2412">
                  <c:v>39268</c:v>
                </c:pt>
                <c:pt idx="2413">
                  <c:v>39269</c:v>
                </c:pt>
                <c:pt idx="2414">
                  <c:v>39272</c:v>
                </c:pt>
                <c:pt idx="2415">
                  <c:v>39273</c:v>
                </c:pt>
                <c:pt idx="2416">
                  <c:v>39274</c:v>
                </c:pt>
                <c:pt idx="2417">
                  <c:v>39275</c:v>
                </c:pt>
                <c:pt idx="2418">
                  <c:v>39276</c:v>
                </c:pt>
                <c:pt idx="2419">
                  <c:v>39279</c:v>
                </c:pt>
                <c:pt idx="2420">
                  <c:v>39280</c:v>
                </c:pt>
                <c:pt idx="2421">
                  <c:v>39281</c:v>
                </c:pt>
                <c:pt idx="2422">
                  <c:v>39282</c:v>
                </c:pt>
                <c:pt idx="2423">
                  <c:v>39283</c:v>
                </c:pt>
                <c:pt idx="2424">
                  <c:v>39286</c:v>
                </c:pt>
                <c:pt idx="2425">
                  <c:v>39287</c:v>
                </c:pt>
                <c:pt idx="2426">
                  <c:v>39288</c:v>
                </c:pt>
                <c:pt idx="2427">
                  <c:v>39289</c:v>
                </c:pt>
                <c:pt idx="2428">
                  <c:v>39290</c:v>
                </c:pt>
                <c:pt idx="2429">
                  <c:v>39293</c:v>
                </c:pt>
                <c:pt idx="2430">
                  <c:v>39294</c:v>
                </c:pt>
                <c:pt idx="2431">
                  <c:v>39295</c:v>
                </c:pt>
                <c:pt idx="2432">
                  <c:v>39296</c:v>
                </c:pt>
                <c:pt idx="2433">
                  <c:v>39297</c:v>
                </c:pt>
                <c:pt idx="2434">
                  <c:v>39300</c:v>
                </c:pt>
                <c:pt idx="2435">
                  <c:v>39301</c:v>
                </c:pt>
                <c:pt idx="2436">
                  <c:v>39302</c:v>
                </c:pt>
                <c:pt idx="2437">
                  <c:v>39303</c:v>
                </c:pt>
                <c:pt idx="2438">
                  <c:v>39304</c:v>
                </c:pt>
                <c:pt idx="2439">
                  <c:v>39307</c:v>
                </c:pt>
                <c:pt idx="2440">
                  <c:v>39308</c:v>
                </c:pt>
                <c:pt idx="2441">
                  <c:v>39309</c:v>
                </c:pt>
                <c:pt idx="2442">
                  <c:v>39310</c:v>
                </c:pt>
                <c:pt idx="2443">
                  <c:v>39311</c:v>
                </c:pt>
                <c:pt idx="2444">
                  <c:v>39314</c:v>
                </c:pt>
                <c:pt idx="2445">
                  <c:v>39315</c:v>
                </c:pt>
                <c:pt idx="2446">
                  <c:v>39316</c:v>
                </c:pt>
                <c:pt idx="2447">
                  <c:v>39317</c:v>
                </c:pt>
                <c:pt idx="2448">
                  <c:v>39318</c:v>
                </c:pt>
                <c:pt idx="2449">
                  <c:v>39321</c:v>
                </c:pt>
                <c:pt idx="2450">
                  <c:v>39322</c:v>
                </c:pt>
                <c:pt idx="2451">
                  <c:v>39323</c:v>
                </c:pt>
                <c:pt idx="2452">
                  <c:v>39324</c:v>
                </c:pt>
                <c:pt idx="2453">
                  <c:v>39325</c:v>
                </c:pt>
                <c:pt idx="2454">
                  <c:v>39329</c:v>
                </c:pt>
                <c:pt idx="2455">
                  <c:v>39330</c:v>
                </c:pt>
                <c:pt idx="2456">
                  <c:v>39331</c:v>
                </c:pt>
                <c:pt idx="2457">
                  <c:v>39332</c:v>
                </c:pt>
                <c:pt idx="2458">
                  <c:v>39335</c:v>
                </c:pt>
                <c:pt idx="2459">
                  <c:v>39336</c:v>
                </c:pt>
                <c:pt idx="2460">
                  <c:v>39337</c:v>
                </c:pt>
                <c:pt idx="2461">
                  <c:v>39338</c:v>
                </c:pt>
                <c:pt idx="2462">
                  <c:v>39339</c:v>
                </c:pt>
                <c:pt idx="2463">
                  <c:v>39342</c:v>
                </c:pt>
                <c:pt idx="2464">
                  <c:v>39343</c:v>
                </c:pt>
                <c:pt idx="2465">
                  <c:v>39344</c:v>
                </c:pt>
                <c:pt idx="2466">
                  <c:v>39345</c:v>
                </c:pt>
                <c:pt idx="2467">
                  <c:v>39346</c:v>
                </c:pt>
                <c:pt idx="2468">
                  <c:v>39349</c:v>
                </c:pt>
                <c:pt idx="2469">
                  <c:v>39350</c:v>
                </c:pt>
                <c:pt idx="2470">
                  <c:v>39351</c:v>
                </c:pt>
                <c:pt idx="2471">
                  <c:v>39352</c:v>
                </c:pt>
                <c:pt idx="2472">
                  <c:v>39353</c:v>
                </c:pt>
                <c:pt idx="2473">
                  <c:v>39356</c:v>
                </c:pt>
                <c:pt idx="2474">
                  <c:v>39357</c:v>
                </c:pt>
                <c:pt idx="2475">
                  <c:v>39358</c:v>
                </c:pt>
                <c:pt idx="2476">
                  <c:v>39359</c:v>
                </c:pt>
                <c:pt idx="2477">
                  <c:v>39360</c:v>
                </c:pt>
                <c:pt idx="2478">
                  <c:v>39363</c:v>
                </c:pt>
                <c:pt idx="2479">
                  <c:v>39364</c:v>
                </c:pt>
                <c:pt idx="2480">
                  <c:v>39365</c:v>
                </c:pt>
                <c:pt idx="2481">
                  <c:v>39366</c:v>
                </c:pt>
                <c:pt idx="2482">
                  <c:v>39367</c:v>
                </c:pt>
                <c:pt idx="2483">
                  <c:v>39370</c:v>
                </c:pt>
                <c:pt idx="2484">
                  <c:v>39371</c:v>
                </c:pt>
                <c:pt idx="2485">
                  <c:v>39372</c:v>
                </c:pt>
                <c:pt idx="2486">
                  <c:v>39373</c:v>
                </c:pt>
                <c:pt idx="2487">
                  <c:v>39374</c:v>
                </c:pt>
                <c:pt idx="2488">
                  <c:v>39377</c:v>
                </c:pt>
                <c:pt idx="2489">
                  <c:v>39378</c:v>
                </c:pt>
                <c:pt idx="2490">
                  <c:v>39379</c:v>
                </c:pt>
                <c:pt idx="2491">
                  <c:v>39380</c:v>
                </c:pt>
                <c:pt idx="2492">
                  <c:v>39381</c:v>
                </c:pt>
                <c:pt idx="2493">
                  <c:v>39384</c:v>
                </c:pt>
                <c:pt idx="2494">
                  <c:v>39385</c:v>
                </c:pt>
                <c:pt idx="2495">
                  <c:v>39386</c:v>
                </c:pt>
                <c:pt idx="2496">
                  <c:v>39387</c:v>
                </c:pt>
                <c:pt idx="2497">
                  <c:v>39388</c:v>
                </c:pt>
                <c:pt idx="2498">
                  <c:v>39391</c:v>
                </c:pt>
                <c:pt idx="2499">
                  <c:v>39392</c:v>
                </c:pt>
                <c:pt idx="2500">
                  <c:v>39393</c:v>
                </c:pt>
                <c:pt idx="2501">
                  <c:v>39394</c:v>
                </c:pt>
                <c:pt idx="2502">
                  <c:v>39395</c:v>
                </c:pt>
                <c:pt idx="2503">
                  <c:v>39398</c:v>
                </c:pt>
                <c:pt idx="2504">
                  <c:v>39399</c:v>
                </c:pt>
                <c:pt idx="2505">
                  <c:v>39400</c:v>
                </c:pt>
                <c:pt idx="2506">
                  <c:v>39401</c:v>
                </c:pt>
                <c:pt idx="2507">
                  <c:v>39402</c:v>
                </c:pt>
                <c:pt idx="2508">
                  <c:v>39405</c:v>
                </c:pt>
                <c:pt idx="2509">
                  <c:v>39406</c:v>
                </c:pt>
                <c:pt idx="2510">
                  <c:v>39407</c:v>
                </c:pt>
                <c:pt idx="2511">
                  <c:v>39409</c:v>
                </c:pt>
                <c:pt idx="2512">
                  <c:v>39412</c:v>
                </c:pt>
                <c:pt idx="2513">
                  <c:v>39413</c:v>
                </c:pt>
                <c:pt idx="2514">
                  <c:v>39414</c:v>
                </c:pt>
                <c:pt idx="2515">
                  <c:v>39415</c:v>
                </c:pt>
                <c:pt idx="2516">
                  <c:v>39416</c:v>
                </c:pt>
                <c:pt idx="2517">
                  <c:v>39419</c:v>
                </c:pt>
                <c:pt idx="2518">
                  <c:v>39420</c:v>
                </c:pt>
                <c:pt idx="2519">
                  <c:v>39421</c:v>
                </c:pt>
                <c:pt idx="2520">
                  <c:v>39422</c:v>
                </c:pt>
                <c:pt idx="2521">
                  <c:v>39423</c:v>
                </c:pt>
                <c:pt idx="2522">
                  <c:v>39426</c:v>
                </c:pt>
                <c:pt idx="2523">
                  <c:v>39427</c:v>
                </c:pt>
                <c:pt idx="2524">
                  <c:v>39428</c:v>
                </c:pt>
                <c:pt idx="2525">
                  <c:v>39429</c:v>
                </c:pt>
                <c:pt idx="2526">
                  <c:v>39430</c:v>
                </c:pt>
                <c:pt idx="2527">
                  <c:v>39433</c:v>
                </c:pt>
                <c:pt idx="2528">
                  <c:v>39434</c:v>
                </c:pt>
                <c:pt idx="2529">
                  <c:v>39435</c:v>
                </c:pt>
                <c:pt idx="2530">
                  <c:v>39436</c:v>
                </c:pt>
                <c:pt idx="2531">
                  <c:v>39437</c:v>
                </c:pt>
                <c:pt idx="2532">
                  <c:v>39440</c:v>
                </c:pt>
                <c:pt idx="2533">
                  <c:v>39442</c:v>
                </c:pt>
                <c:pt idx="2534">
                  <c:v>39443</c:v>
                </c:pt>
                <c:pt idx="2535">
                  <c:v>39444</c:v>
                </c:pt>
                <c:pt idx="2536">
                  <c:v>39447</c:v>
                </c:pt>
                <c:pt idx="2537">
                  <c:v>39449</c:v>
                </c:pt>
                <c:pt idx="2538">
                  <c:v>39450</c:v>
                </c:pt>
                <c:pt idx="2539">
                  <c:v>39451</c:v>
                </c:pt>
                <c:pt idx="2540">
                  <c:v>39454</c:v>
                </c:pt>
                <c:pt idx="2541">
                  <c:v>39455</c:v>
                </c:pt>
                <c:pt idx="2542">
                  <c:v>39456</c:v>
                </c:pt>
                <c:pt idx="2543">
                  <c:v>39457</c:v>
                </c:pt>
                <c:pt idx="2544">
                  <c:v>39458</c:v>
                </c:pt>
                <c:pt idx="2545">
                  <c:v>39461</c:v>
                </c:pt>
                <c:pt idx="2546">
                  <c:v>39462</c:v>
                </c:pt>
                <c:pt idx="2547">
                  <c:v>39463</c:v>
                </c:pt>
                <c:pt idx="2548">
                  <c:v>39464</c:v>
                </c:pt>
                <c:pt idx="2549">
                  <c:v>39465</c:v>
                </c:pt>
                <c:pt idx="2550">
                  <c:v>39469</c:v>
                </c:pt>
                <c:pt idx="2551">
                  <c:v>39470</c:v>
                </c:pt>
                <c:pt idx="2552">
                  <c:v>39471</c:v>
                </c:pt>
                <c:pt idx="2553">
                  <c:v>39472</c:v>
                </c:pt>
                <c:pt idx="2554">
                  <c:v>39475</c:v>
                </c:pt>
                <c:pt idx="2555">
                  <c:v>39476</c:v>
                </c:pt>
                <c:pt idx="2556">
                  <c:v>39477</c:v>
                </c:pt>
                <c:pt idx="2557">
                  <c:v>39478</c:v>
                </c:pt>
                <c:pt idx="2558">
                  <c:v>39479</c:v>
                </c:pt>
                <c:pt idx="2559">
                  <c:v>39482</c:v>
                </c:pt>
                <c:pt idx="2560">
                  <c:v>39483</c:v>
                </c:pt>
                <c:pt idx="2561">
                  <c:v>39484</c:v>
                </c:pt>
                <c:pt idx="2562">
                  <c:v>39485</c:v>
                </c:pt>
                <c:pt idx="2563">
                  <c:v>39486</c:v>
                </c:pt>
                <c:pt idx="2564">
                  <c:v>39489</c:v>
                </c:pt>
                <c:pt idx="2565">
                  <c:v>39490</c:v>
                </c:pt>
                <c:pt idx="2566">
                  <c:v>39491</c:v>
                </c:pt>
                <c:pt idx="2567">
                  <c:v>39492</c:v>
                </c:pt>
                <c:pt idx="2568">
                  <c:v>39493</c:v>
                </c:pt>
                <c:pt idx="2569">
                  <c:v>39497</c:v>
                </c:pt>
                <c:pt idx="2570">
                  <c:v>39498</c:v>
                </c:pt>
                <c:pt idx="2571">
                  <c:v>39499</c:v>
                </c:pt>
                <c:pt idx="2572">
                  <c:v>39500</c:v>
                </c:pt>
                <c:pt idx="2573">
                  <c:v>39503</c:v>
                </c:pt>
                <c:pt idx="2574">
                  <c:v>39504</c:v>
                </c:pt>
                <c:pt idx="2575">
                  <c:v>39505</c:v>
                </c:pt>
                <c:pt idx="2576">
                  <c:v>39506</c:v>
                </c:pt>
                <c:pt idx="2577">
                  <c:v>39507</c:v>
                </c:pt>
                <c:pt idx="2578">
                  <c:v>39510</c:v>
                </c:pt>
                <c:pt idx="2579">
                  <c:v>39511</c:v>
                </c:pt>
                <c:pt idx="2580">
                  <c:v>39512</c:v>
                </c:pt>
                <c:pt idx="2581">
                  <c:v>39513</c:v>
                </c:pt>
                <c:pt idx="2582">
                  <c:v>39514</c:v>
                </c:pt>
                <c:pt idx="2583">
                  <c:v>39517</c:v>
                </c:pt>
                <c:pt idx="2584">
                  <c:v>39518</c:v>
                </c:pt>
                <c:pt idx="2585">
                  <c:v>39519</c:v>
                </c:pt>
                <c:pt idx="2586">
                  <c:v>39520</c:v>
                </c:pt>
                <c:pt idx="2587">
                  <c:v>39521</c:v>
                </c:pt>
                <c:pt idx="2588">
                  <c:v>39524</c:v>
                </c:pt>
                <c:pt idx="2589">
                  <c:v>39525</c:v>
                </c:pt>
                <c:pt idx="2590">
                  <c:v>39526</c:v>
                </c:pt>
                <c:pt idx="2591">
                  <c:v>39527</c:v>
                </c:pt>
                <c:pt idx="2592">
                  <c:v>39531</c:v>
                </c:pt>
                <c:pt idx="2593">
                  <c:v>39532</c:v>
                </c:pt>
                <c:pt idx="2594">
                  <c:v>39533</c:v>
                </c:pt>
                <c:pt idx="2595">
                  <c:v>39534</c:v>
                </c:pt>
                <c:pt idx="2596">
                  <c:v>39535</c:v>
                </c:pt>
                <c:pt idx="2597">
                  <c:v>39538</c:v>
                </c:pt>
                <c:pt idx="2598">
                  <c:v>39539</c:v>
                </c:pt>
                <c:pt idx="2599">
                  <c:v>39540</c:v>
                </c:pt>
                <c:pt idx="2600">
                  <c:v>39541</c:v>
                </c:pt>
                <c:pt idx="2601">
                  <c:v>39542</c:v>
                </c:pt>
                <c:pt idx="2602">
                  <c:v>39545</c:v>
                </c:pt>
                <c:pt idx="2603">
                  <c:v>39546</c:v>
                </c:pt>
                <c:pt idx="2604">
                  <c:v>39547</c:v>
                </c:pt>
                <c:pt idx="2605">
                  <c:v>39548</c:v>
                </c:pt>
                <c:pt idx="2606">
                  <c:v>39549</c:v>
                </c:pt>
                <c:pt idx="2607">
                  <c:v>39552</c:v>
                </c:pt>
                <c:pt idx="2608">
                  <c:v>39553</c:v>
                </c:pt>
                <c:pt idx="2609">
                  <c:v>39554</c:v>
                </c:pt>
                <c:pt idx="2610">
                  <c:v>39555</c:v>
                </c:pt>
                <c:pt idx="2611">
                  <c:v>39556</c:v>
                </c:pt>
                <c:pt idx="2612">
                  <c:v>39559</c:v>
                </c:pt>
                <c:pt idx="2613">
                  <c:v>39560</c:v>
                </c:pt>
                <c:pt idx="2614">
                  <c:v>39561</c:v>
                </c:pt>
                <c:pt idx="2615">
                  <c:v>39562</c:v>
                </c:pt>
                <c:pt idx="2616">
                  <c:v>39563</c:v>
                </c:pt>
                <c:pt idx="2617">
                  <c:v>39566</c:v>
                </c:pt>
                <c:pt idx="2618">
                  <c:v>39567</c:v>
                </c:pt>
                <c:pt idx="2619">
                  <c:v>39568</c:v>
                </c:pt>
                <c:pt idx="2620">
                  <c:v>39569</c:v>
                </c:pt>
                <c:pt idx="2621">
                  <c:v>39570</c:v>
                </c:pt>
                <c:pt idx="2622">
                  <c:v>39573</c:v>
                </c:pt>
                <c:pt idx="2623">
                  <c:v>39574</c:v>
                </c:pt>
                <c:pt idx="2624">
                  <c:v>39575</c:v>
                </c:pt>
                <c:pt idx="2625">
                  <c:v>39576</c:v>
                </c:pt>
                <c:pt idx="2626">
                  <c:v>39577</c:v>
                </c:pt>
                <c:pt idx="2627">
                  <c:v>39580</c:v>
                </c:pt>
                <c:pt idx="2628">
                  <c:v>39581</c:v>
                </c:pt>
                <c:pt idx="2629">
                  <c:v>39582</c:v>
                </c:pt>
                <c:pt idx="2630">
                  <c:v>39583</c:v>
                </c:pt>
                <c:pt idx="2631">
                  <c:v>39584</c:v>
                </c:pt>
                <c:pt idx="2632">
                  <c:v>39587</c:v>
                </c:pt>
                <c:pt idx="2633">
                  <c:v>39588</c:v>
                </c:pt>
                <c:pt idx="2634">
                  <c:v>39589</c:v>
                </c:pt>
                <c:pt idx="2635">
                  <c:v>39590</c:v>
                </c:pt>
                <c:pt idx="2636">
                  <c:v>39591</c:v>
                </c:pt>
                <c:pt idx="2637">
                  <c:v>39595</c:v>
                </c:pt>
                <c:pt idx="2638">
                  <c:v>39596</c:v>
                </c:pt>
                <c:pt idx="2639">
                  <c:v>39597</c:v>
                </c:pt>
                <c:pt idx="2640">
                  <c:v>39598</c:v>
                </c:pt>
                <c:pt idx="2641">
                  <c:v>39601</c:v>
                </c:pt>
                <c:pt idx="2642">
                  <c:v>39602</c:v>
                </c:pt>
                <c:pt idx="2643">
                  <c:v>39603</c:v>
                </c:pt>
                <c:pt idx="2644">
                  <c:v>39604</c:v>
                </c:pt>
                <c:pt idx="2645">
                  <c:v>39605</c:v>
                </c:pt>
                <c:pt idx="2646">
                  <c:v>39608</c:v>
                </c:pt>
                <c:pt idx="2647">
                  <c:v>39609</c:v>
                </c:pt>
                <c:pt idx="2648">
                  <c:v>39610</c:v>
                </c:pt>
                <c:pt idx="2649">
                  <c:v>39611</c:v>
                </c:pt>
                <c:pt idx="2650">
                  <c:v>39612</c:v>
                </c:pt>
                <c:pt idx="2651">
                  <c:v>39615</c:v>
                </c:pt>
                <c:pt idx="2652">
                  <c:v>39616</c:v>
                </c:pt>
                <c:pt idx="2653">
                  <c:v>39617</c:v>
                </c:pt>
                <c:pt idx="2654">
                  <c:v>39618</c:v>
                </c:pt>
                <c:pt idx="2655">
                  <c:v>39619</c:v>
                </c:pt>
                <c:pt idx="2656">
                  <c:v>39622</c:v>
                </c:pt>
                <c:pt idx="2657">
                  <c:v>39623</c:v>
                </c:pt>
                <c:pt idx="2658">
                  <c:v>39624</c:v>
                </c:pt>
                <c:pt idx="2659">
                  <c:v>39625</c:v>
                </c:pt>
                <c:pt idx="2660">
                  <c:v>39626</c:v>
                </c:pt>
                <c:pt idx="2661">
                  <c:v>39629</c:v>
                </c:pt>
                <c:pt idx="2662">
                  <c:v>39630</c:v>
                </c:pt>
                <c:pt idx="2663">
                  <c:v>39631</c:v>
                </c:pt>
                <c:pt idx="2664">
                  <c:v>39632</c:v>
                </c:pt>
                <c:pt idx="2665">
                  <c:v>39636</c:v>
                </c:pt>
                <c:pt idx="2666">
                  <c:v>39637</c:v>
                </c:pt>
                <c:pt idx="2667">
                  <c:v>39638</c:v>
                </c:pt>
                <c:pt idx="2668">
                  <c:v>39639</c:v>
                </c:pt>
                <c:pt idx="2669">
                  <c:v>39640</c:v>
                </c:pt>
                <c:pt idx="2670">
                  <c:v>39643</c:v>
                </c:pt>
                <c:pt idx="2671">
                  <c:v>39644</c:v>
                </c:pt>
                <c:pt idx="2672">
                  <c:v>39645</c:v>
                </c:pt>
                <c:pt idx="2673">
                  <c:v>39646</c:v>
                </c:pt>
                <c:pt idx="2674">
                  <c:v>39647</c:v>
                </c:pt>
                <c:pt idx="2675">
                  <c:v>39650</c:v>
                </c:pt>
                <c:pt idx="2676">
                  <c:v>39651</c:v>
                </c:pt>
                <c:pt idx="2677">
                  <c:v>39652</c:v>
                </c:pt>
                <c:pt idx="2678">
                  <c:v>39653</c:v>
                </c:pt>
                <c:pt idx="2679">
                  <c:v>39654</c:v>
                </c:pt>
                <c:pt idx="2680">
                  <c:v>39657</c:v>
                </c:pt>
                <c:pt idx="2681">
                  <c:v>39658</c:v>
                </c:pt>
                <c:pt idx="2682">
                  <c:v>39659</c:v>
                </c:pt>
                <c:pt idx="2683">
                  <c:v>39660</c:v>
                </c:pt>
                <c:pt idx="2684">
                  <c:v>39661</c:v>
                </c:pt>
                <c:pt idx="2685">
                  <c:v>39664</c:v>
                </c:pt>
                <c:pt idx="2686">
                  <c:v>39665</c:v>
                </c:pt>
                <c:pt idx="2687">
                  <c:v>39666</c:v>
                </c:pt>
                <c:pt idx="2688">
                  <c:v>39667</c:v>
                </c:pt>
                <c:pt idx="2689">
                  <c:v>39668</c:v>
                </c:pt>
                <c:pt idx="2690">
                  <c:v>39671</c:v>
                </c:pt>
                <c:pt idx="2691">
                  <c:v>39672</c:v>
                </c:pt>
                <c:pt idx="2692">
                  <c:v>39673</c:v>
                </c:pt>
                <c:pt idx="2693">
                  <c:v>39674</c:v>
                </c:pt>
                <c:pt idx="2694">
                  <c:v>39675</c:v>
                </c:pt>
                <c:pt idx="2695">
                  <c:v>39678</c:v>
                </c:pt>
                <c:pt idx="2696">
                  <c:v>39679</c:v>
                </c:pt>
                <c:pt idx="2697">
                  <c:v>39680</c:v>
                </c:pt>
                <c:pt idx="2698">
                  <c:v>39681</c:v>
                </c:pt>
                <c:pt idx="2699">
                  <c:v>39682</c:v>
                </c:pt>
                <c:pt idx="2700">
                  <c:v>39685</c:v>
                </c:pt>
                <c:pt idx="2701">
                  <c:v>39686</c:v>
                </c:pt>
                <c:pt idx="2702">
                  <c:v>39687</c:v>
                </c:pt>
                <c:pt idx="2703">
                  <c:v>39688</c:v>
                </c:pt>
                <c:pt idx="2704">
                  <c:v>39689</c:v>
                </c:pt>
                <c:pt idx="2705">
                  <c:v>39693</c:v>
                </c:pt>
                <c:pt idx="2706">
                  <c:v>39694</c:v>
                </c:pt>
                <c:pt idx="2707">
                  <c:v>39695</c:v>
                </c:pt>
                <c:pt idx="2708">
                  <c:v>39696</c:v>
                </c:pt>
                <c:pt idx="2709">
                  <c:v>39699</c:v>
                </c:pt>
                <c:pt idx="2710">
                  <c:v>39700</c:v>
                </c:pt>
                <c:pt idx="2711">
                  <c:v>39701</c:v>
                </c:pt>
                <c:pt idx="2712">
                  <c:v>39702</c:v>
                </c:pt>
                <c:pt idx="2713">
                  <c:v>39703</c:v>
                </c:pt>
                <c:pt idx="2714">
                  <c:v>39706</c:v>
                </c:pt>
                <c:pt idx="2715">
                  <c:v>39707</c:v>
                </c:pt>
                <c:pt idx="2716">
                  <c:v>39708</c:v>
                </c:pt>
                <c:pt idx="2717">
                  <c:v>39709</c:v>
                </c:pt>
                <c:pt idx="2718">
                  <c:v>39710</c:v>
                </c:pt>
                <c:pt idx="2719">
                  <c:v>39713</c:v>
                </c:pt>
                <c:pt idx="2720">
                  <c:v>39714</c:v>
                </c:pt>
                <c:pt idx="2721">
                  <c:v>39715</c:v>
                </c:pt>
                <c:pt idx="2722">
                  <c:v>39716</c:v>
                </c:pt>
                <c:pt idx="2723">
                  <c:v>39717</c:v>
                </c:pt>
                <c:pt idx="2724">
                  <c:v>39720</c:v>
                </c:pt>
                <c:pt idx="2725">
                  <c:v>39721</c:v>
                </c:pt>
                <c:pt idx="2726">
                  <c:v>39722</c:v>
                </c:pt>
                <c:pt idx="2727">
                  <c:v>39723</c:v>
                </c:pt>
                <c:pt idx="2728">
                  <c:v>39724</c:v>
                </c:pt>
                <c:pt idx="2729">
                  <c:v>39727</c:v>
                </c:pt>
                <c:pt idx="2730">
                  <c:v>39728</c:v>
                </c:pt>
                <c:pt idx="2731">
                  <c:v>39729</c:v>
                </c:pt>
                <c:pt idx="2732">
                  <c:v>39730</c:v>
                </c:pt>
                <c:pt idx="2733">
                  <c:v>39731</c:v>
                </c:pt>
                <c:pt idx="2734">
                  <c:v>39734</c:v>
                </c:pt>
                <c:pt idx="2735">
                  <c:v>39735</c:v>
                </c:pt>
                <c:pt idx="2736">
                  <c:v>39736</c:v>
                </c:pt>
                <c:pt idx="2737">
                  <c:v>39737</c:v>
                </c:pt>
                <c:pt idx="2738">
                  <c:v>39738</c:v>
                </c:pt>
                <c:pt idx="2739">
                  <c:v>39741</c:v>
                </c:pt>
                <c:pt idx="2740">
                  <c:v>39742</c:v>
                </c:pt>
                <c:pt idx="2741">
                  <c:v>39743</c:v>
                </c:pt>
                <c:pt idx="2742">
                  <c:v>39744</c:v>
                </c:pt>
                <c:pt idx="2743">
                  <c:v>39745</c:v>
                </c:pt>
                <c:pt idx="2744">
                  <c:v>39748</c:v>
                </c:pt>
                <c:pt idx="2745">
                  <c:v>39749</c:v>
                </c:pt>
                <c:pt idx="2746">
                  <c:v>39750</c:v>
                </c:pt>
                <c:pt idx="2747">
                  <c:v>39751</c:v>
                </c:pt>
                <c:pt idx="2748">
                  <c:v>39752</c:v>
                </c:pt>
                <c:pt idx="2749">
                  <c:v>39755</c:v>
                </c:pt>
                <c:pt idx="2750">
                  <c:v>39756</c:v>
                </c:pt>
                <c:pt idx="2751">
                  <c:v>39757</c:v>
                </c:pt>
                <c:pt idx="2752">
                  <c:v>39758</c:v>
                </c:pt>
                <c:pt idx="2753">
                  <c:v>39759</c:v>
                </c:pt>
                <c:pt idx="2754">
                  <c:v>39762</c:v>
                </c:pt>
                <c:pt idx="2755">
                  <c:v>39763</c:v>
                </c:pt>
                <c:pt idx="2756">
                  <c:v>39764</c:v>
                </c:pt>
                <c:pt idx="2757">
                  <c:v>39765</c:v>
                </c:pt>
                <c:pt idx="2758">
                  <c:v>39766</c:v>
                </c:pt>
                <c:pt idx="2759">
                  <c:v>39769</c:v>
                </c:pt>
                <c:pt idx="2760">
                  <c:v>39770</c:v>
                </c:pt>
                <c:pt idx="2761">
                  <c:v>39771</c:v>
                </c:pt>
                <c:pt idx="2762">
                  <c:v>39772</c:v>
                </c:pt>
                <c:pt idx="2763">
                  <c:v>39773</c:v>
                </c:pt>
                <c:pt idx="2764">
                  <c:v>39776</c:v>
                </c:pt>
                <c:pt idx="2765">
                  <c:v>39777</c:v>
                </c:pt>
                <c:pt idx="2766">
                  <c:v>39778</c:v>
                </c:pt>
                <c:pt idx="2767">
                  <c:v>39780</c:v>
                </c:pt>
                <c:pt idx="2768">
                  <c:v>39783</c:v>
                </c:pt>
                <c:pt idx="2769">
                  <c:v>39784</c:v>
                </c:pt>
                <c:pt idx="2770">
                  <c:v>39785</c:v>
                </c:pt>
                <c:pt idx="2771">
                  <c:v>39786</c:v>
                </c:pt>
                <c:pt idx="2772">
                  <c:v>39787</c:v>
                </c:pt>
                <c:pt idx="2773">
                  <c:v>39790</c:v>
                </c:pt>
                <c:pt idx="2774">
                  <c:v>39791</c:v>
                </c:pt>
                <c:pt idx="2775">
                  <c:v>39792</c:v>
                </c:pt>
                <c:pt idx="2776">
                  <c:v>39793</c:v>
                </c:pt>
                <c:pt idx="2777">
                  <c:v>39794</c:v>
                </c:pt>
                <c:pt idx="2778">
                  <c:v>39797</c:v>
                </c:pt>
                <c:pt idx="2779">
                  <c:v>39798</c:v>
                </c:pt>
                <c:pt idx="2780">
                  <c:v>39799</c:v>
                </c:pt>
                <c:pt idx="2781">
                  <c:v>39800</c:v>
                </c:pt>
                <c:pt idx="2782">
                  <c:v>39801</c:v>
                </c:pt>
                <c:pt idx="2783">
                  <c:v>39804</c:v>
                </c:pt>
                <c:pt idx="2784">
                  <c:v>39805</c:v>
                </c:pt>
                <c:pt idx="2785">
                  <c:v>39806</c:v>
                </c:pt>
                <c:pt idx="2786">
                  <c:v>39808</c:v>
                </c:pt>
                <c:pt idx="2787">
                  <c:v>39811</c:v>
                </c:pt>
                <c:pt idx="2788">
                  <c:v>39812</c:v>
                </c:pt>
                <c:pt idx="2789">
                  <c:v>39813</c:v>
                </c:pt>
                <c:pt idx="2790">
                  <c:v>39815</c:v>
                </c:pt>
                <c:pt idx="2791">
                  <c:v>39818</c:v>
                </c:pt>
                <c:pt idx="2792">
                  <c:v>39819</c:v>
                </c:pt>
                <c:pt idx="2793">
                  <c:v>39820</c:v>
                </c:pt>
                <c:pt idx="2794">
                  <c:v>39821</c:v>
                </c:pt>
                <c:pt idx="2795">
                  <c:v>39822</c:v>
                </c:pt>
                <c:pt idx="2796">
                  <c:v>39825</c:v>
                </c:pt>
                <c:pt idx="2797">
                  <c:v>39826</c:v>
                </c:pt>
                <c:pt idx="2798">
                  <c:v>39827</c:v>
                </c:pt>
                <c:pt idx="2799">
                  <c:v>39828</c:v>
                </c:pt>
                <c:pt idx="2800">
                  <c:v>39829</c:v>
                </c:pt>
                <c:pt idx="2801">
                  <c:v>39833</c:v>
                </c:pt>
                <c:pt idx="2802">
                  <c:v>39834</c:v>
                </c:pt>
                <c:pt idx="2803">
                  <c:v>39835</c:v>
                </c:pt>
                <c:pt idx="2804">
                  <c:v>39836</c:v>
                </c:pt>
                <c:pt idx="2805">
                  <c:v>39839</c:v>
                </c:pt>
                <c:pt idx="2806">
                  <c:v>39840</c:v>
                </c:pt>
                <c:pt idx="2807">
                  <c:v>39841</c:v>
                </c:pt>
                <c:pt idx="2808">
                  <c:v>39842</c:v>
                </c:pt>
                <c:pt idx="2809">
                  <c:v>39843</c:v>
                </c:pt>
                <c:pt idx="2810">
                  <c:v>39846</c:v>
                </c:pt>
                <c:pt idx="2811">
                  <c:v>39847</c:v>
                </c:pt>
                <c:pt idx="2812">
                  <c:v>39848</c:v>
                </c:pt>
                <c:pt idx="2813">
                  <c:v>39849</c:v>
                </c:pt>
                <c:pt idx="2814">
                  <c:v>39850</c:v>
                </c:pt>
                <c:pt idx="2815">
                  <c:v>39853</c:v>
                </c:pt>
                <c:pt idx="2816">
                  <c:v>39854</c:v>
                </c:pt>
                <c:pt idx="2817">
                  <c:v>39855</c:v>
                </c:pt>
                <c:pt idx="2818">
                  <c:v>39856</c:v>
                </c:pt>
                <c:pt idx="2819">
                  <c:v>39857</c:v>
                </c:pt>
                <c:pt idx="2820">
                  <c:v>39861</c:v>
                </c:pt>
                <c:pt idx="2821">
                  <c:v>39862</c:v>
                </c:pt>
                <c:pt idx="2822">
                  <c:v>39863</c:v>
                </c:pt>
                <c:pt idx="2823">
                  <c:v>39864</c:v>
                </c:pt>
                <c:pt idx="2824">
                  <c:v>39867</c:v>
                </c:pt>
                <c:pt idx="2825">
                  <c:v>39868</c:v>
                </c:pt>
                <c:pt idx="2826">
                  <c:v>39869</c:v>
                </c:pt>
                <c:pt idx="2827">
                  <c:v>39870</c:v>
                </c:pt>
                <c:pt idx="2828">
                  <c:v>39871</c:v>
                </c:pt>
                <c:pt idx="2829">
                  <c:v>39874</c:v>
                </c:pt>
                <c:pt idx="2830">
                  <c:v>39875</c:v>
                </c:pt>
                <c:pt idx="2831">
                  <c:v>39876</c:v>
                </c:pt>
                <c:pt idx="2832">
                  <c:v>39877</c:v>
                </c:pt>
                <c:pt idx="2833">
                  <c:v>39878</c:v>
                </c:pt>
                <c:pt idx="2834">
                  <c:v>39881</c:v>
                </c:pt>
                <c:pt idx="2835">
                  <c:v>39882</c:v>
                </c:pt>
                <c:pt idx="2836">
                  <c:v>39883</c:v>
                </c:pt>
                <c:pt idx="2837">
                  <c:v>39884</c:v>
                </c:pt>
                <c:pt idx="2838">
                  <c:v>39885</c:v>
                </c:pt>
                <c:pt idx="2839">
                  <c:v>39888</c:v>
                </c:pt>
                <c:pt idx="2840">
                  <c:v>39889</c:v>
                </c:pt>
                <c:pt idx="2841">
                  <c:v>39890</c:v>
                </c:pt>
                <c:pt idx="2842">
                  <c:v>39891</c:v>
                </c:pt>
                <c:pt idx="2843">
                  <c:v>39892</c:v>
                </c:pt>
                <c:pt idx="2844">
                  <c:v>39895</c:v>
                </c:pt>
                <c:pt idx="2845">
                  <c:v>39896</c:v>
                </c:pt>
                <c:pt idx="2846">
                  <c:v>39897</c:v>
                </c:pt>
                <c:pt idx="2847">
                  <c:v>39898</c:v>
                </c:pt>
                <c:pt idx="2848">
                  <c:v>39899</c:v>
                </c:pt>
                <c:pt idx="2849">
                  <c:v>39902</c:v>
                </c:pt>
                <c:pt idx="2850">
                  <c:v>39903</c:v>
                </c:pt>
                <c:pt idx="2851">
                  <c:v>39904</c:v>
                </c:pt>
                <c:pt idx="2852">
                  <c:v>39905</c:v>
                </c:pt>
                <c:pt idx="2853">
                  <c:v>39906</c:v>
                </c:pt>
                <c:pt idx="2854">
                  <c:v>39909</c:v>
                </c:pt>
                <c:pt idx="2855">
                  <c:v>39910</c:v>
                </c:pt>
                <c:pt idx="2856">
                  <c:v>39911</c:v>
                </c:pt>
                <c:pt idx="2857">
                  <c:v>39912</c:v>
                </c:pt>
                <c:pt idx="2858">
                  <c:v>39916</c:v>
                </c:pt>
                <c:pt idx="2859">
                  <c:v>39917</c:v>
                </c:pt>
                <c:pt idx="2860">
                  <c:v>39918</c:v>
                </c:pt>
                <c:pt idx="2861">
                  <c:v>39919</c:v>
                </c:pt>
                <c:pt idx="2862">
                  <c:v>39920</c:v>
                </c:pt>
                <c:pt idx="2863">
                  <c:v>39923</c:v>
                </c:pt>
                <c:pt idx="2864">
                  <c:v>39924</c:v>
                </c:pt>
                <c:pt idx="2865">
                  <c:v>39925</c:v>
                </c:pt>
                <c:pt idx="2866">
                  <c:v>39926</c:v>
                </c:pt>
                <c:pt idx="2867">
                  <c:v>39927</c:v>
                </c:pt>
                <c:pt idx="2868">
                  <c:v>39930</c:v>
                </c:pt>
                <c:pt idx="2869">
                  <c:v>39931</c:v>
                </c:pt>
                <c:pt idx="2870">
                  <c:v>39932</c:v>
                </c:pt>
                <c:pt idx="2871">
                  <c:v>39933</c:v>
                </c:pt>
                <c:pt idx="2872">
                  <c:v>39934</c:v>
                </c:pt>
                <c:pt idx="2873">
                  <c:v>39937</c:v>
                </c:pt>
                <c:pt idx="2874">
                  <c:v>39938</c:v>
                </c:pt>
                <c:pt idx="2875">
                  <c:v>39939</c:v>
                </c:pt>
                <c:pt idx="2876">
                  <c:v>39940</c:v>
                </c:pt>
                <c:pt idx="2877">
                  <c:v>39941</c:v>
                </c:pt>
                <c:pt idx="2878">
                  <c:v>39944</c:v>
                </c:pt>
                <c:pt idx="2879">
                  <c:v>39945</c:v>
                </c:pt>
                <c:pt idx="2880">
                  <c:v>39946</c:v>
                </c:pt>
                <c:pt idx="2881">
                  <c:v>39947</c:v>
                </c:pt>
                <c:pt idx="2882">
                  <c:v>39948</c:v>
                </c:pt>
                <c:pt idx="2883">
                  <c:v>39951</c:v>
                </c:pt>
                <c:pt idx="2884">
                  <c:v>39952</c:v>
                </c:pt>
                <c:pt idx="2885">
                  <c:v>39953</c:v>
                </c:pt>
                <c:pt idx="2886">
                  <c:v>39954</c:v>
                </c:pt>
                <c:pt idx="2887">
                  <c:v>39955</c:v>
                </c:pt>
                <c:pt idx="2888">
                  <c:v>39959</c:v>
                </c:pt>
                <c:pt idx="2889">
                  <c:v>39960</c:v>
                </c:pt>
                <c:pt idx="2890">
                  <c:v>39961</c:v>
                </c:pt>
                <c:pt idx="2891">
                  <c:v>39962</c:v>
                </c:pt>
                <c:pt idx="2892">
                  <c:v>39965</c:v>
                </c:pt>
                <c:pt idx="2893">
                  <c:v>39966</c:v>
                </c:pt>
                <c:pt idx="2894">
                  <c:v>39967</c:v>
                </c:pt>
                <c:pt idx="2895">
                  <c:v>39968</c:v>
                </c:pt>
                <c:pt idx="2896">
                  <c:v>39969</c:v>
                </c:pt>
                <c:pt idx="2897">
                  <c:v>39972</c:v>
                </c:pt>
                <c:pt idx="2898">
                  <c:v>39973</c:v>
                </c:pt>
                <c:pt idx="2899">
                  <c:v>39974</c:v>
                </c:pt>
                <c:pt idx="2900">
                  <c:v>39975</c:v>
                </c:pt>
                <c:pt idx="2901">
                  <c:v>39976</c:v>
                </c:pt>
                <c:pt idx="2902">
                  <c:v>39979</c:v>
                </c:pt>
                <c:pt idx="2903">
                  <c:v>39980</c:v>
                </c:pt>
                <c:pt idx="2904">
                  <c:v>39981</c:v>
                </c:pt>
                <c:pt idx="2905">
                  <c:v>39982</c:v>
                </c:pt>
                <c:pt idx="2906">
                  <c:v>39983</c:v>
                </c:pt>
                <c:pt idx="2907">
                  <c:v>39986</c:v>
                </c:pt>
                <c:pt idx="2908">
                  <c:v>39987</c:v>
                </c:pt>
                <c:pt idx="2909">
                  <c:v>39988</c:v>
                </c:pt>
                <c:pt idx="2910">
                  <c:v>39989</c:v>
                </c:pt>
                <c:pt idx="2911">
                  <c:v>39990</c:v>
                </c:pt>
                <c:pt idx="2912">
                  <c:v>39993</c:v>
                </c:pt>
                <c:pt idx="2913">
                  <c:v>39994</c:v>
                </c:pt>
                <c:pt idx="2914">
                  <c:v>39995</c:v>
                </c:pt>
                <c:pt idx="2915">
                  <c:v>39996</c:v>
                </c:pt>
                <c:pt idx="2916">
                  <c:v>40000</c:v>
                </c:pt>
                <c:pt idx="2917">
                  <c:v>40001</c:v>
                </c:pt>
                <c:pt idx="2918">
                  <c:v>40002</c:v>
                </c:pt>
                <c:pt idx="2919">
                  <c:v>40003</c:v>
                </c:pt>
                <c:pt idx="2920">
                  <c:v>40004</c:v>
                </c:pt>
                <c:pt idx="2921">
                  <c:v>40007</c:v>
                </c:pt>
                <c:pt idx="2922">
                  <c:v>40008</c:v>
                </c:pt>
                <c:pt idx="2923">
                  <c:v>40009</c:v>
                </c:pt>
                <c:pt idx="2924">
                  <c:v>40010</c:v>
                </c:pt>
                <c:pt idx="2925">
                  <c:v>40011</c:v>
                </c:pt>
                <c:pt idx="2926">
                  <c:v>40014</c:v>
                </c:pt>
                <c:pt idx="2927">
                  <c:v>40015</c:v>
                </c:pt>
                <c:pt idx="2928">
                  <c:v>40016</c:v>
                </c:pt>
                <c:pt idx="2929">
                  <c:v>40017</c:v>
                </c:pt>
                <c:pt idx="2930">
                  <c:v>40018</c:v>
                </c:pt>
                <c:pt idx="2931">
                  <c:v>40021</c:v>
                </c:pt>
                <c:pt idx="2932">
                  <c:v>40022</c:v>
                </c:pt>
                <c:pt idx="2933">
                  <c:v>40023</c:v>
                </c:pt>
                <c:pt idx="2934">
                  <c:v>40024</c:v>
                </c:pt>
                <c:pt idx="2935">
                  <c:v>40025</c:v>
                </c:pt>
                <c:pt idx="2936">
                  <c:v>40028</c:v>
                </c:pt>
                <c:pt idx="2937">
                  <c:v>40029</c:v>
                </c:pt>
                <c:pt idx="2938">
                  <c:v>40030</c:v>
                </c:pt>
                <c:pt idx="2939">
                  <c:v>40031</c:v>
                </c:pt>
                <c:pt idx="2940">
                  <c:v>40032</c:v>
                </c:pt>
                <c:pt idx="2941">
                  <c:v>40035</c:v>
                </c:pt>
                <c:pt idx="2942">
                  <c:v>40036</c:v>
                </c:pt>
                <c:pt idx="2943">
                  <c:v>40037</c:v>
                </c:pt>
                <c:pt idx="2944">
                  <c:v>40038</c:v>
                </c:pt>
                <c:pt idx="2945">
                  <c:v>40039</c:v>
                </c:pt>
                <c:pt idx="2946">
                  <c:v>40042</c:v>
                </c:pt>
                <c:pt idx="2947">
                  <c:v>40043</c:v>
                </c:pt>
                <c:pt idx="2948">
                  <c:v>40044</c:v>
                </c:pt>
                <c:pt idx="2949">
                  <c:v>40045</c:v>
                </c:pt>
                <c:pt idx="2950">
                  <c:v>40046</c:v>
                </c:pt>
                <c:pt idx="2951">
                  <c:v>40049</c:v>
                </c:pt>
                <c:pt idx="2952">
                  <c:v>40050</c:v>
                </c:pt>
                <c:pt idx="2953">
                  <c:v>40051</c:v>
                </c:pt>
                <c:pt idx="2954">
                  <c:v>40052</c:v>
                </c:pt>
                <c:pt idx="2955">
                  <c:v>40053</c:v>
                </c:pt>
                <c:pt idx="2956">
                  <c:v>40056</c:v>
                </c:pt>
                <c:pt idx="2957">
                  <c:v>40057</c:v>
                </c:pt>
                <c:pt idx="2958">
                  <c:v>40058</c:v>
                </c:pt>
                <c:pt idx="2959">
                  <c:v>40059</c:v>
                </c:pt>
                <c:pt idx="2960">
                  <c:v>40060</c:v>
                </c:pt>
                <c:pt idx="2961">
                  <c:v>40064</c:v>
                </c:pt>
                <c:pt idx="2962">
                  <c:v>40065</c:v>
                </c:pt>
                <c:pt idx="2963">
                  <c:v>40066</c:v>
                </c:pt>
                <c:pt idx="2964">
                  <c:v>40067</c:v>
                </c:pt>
                <c:pt idx="2965">
                  <c:v>40070</c:v>
                </c:pt>
                <c:pt idx="2966">
                  <c:v>40071</c:v>
                </c:pt>
                <c:pt idx="2967">
                  <c:v>40072</c:v>
                </c:pt>
                <c:pt idx="2968">
                  <c:v>40073</c:v>
                </c:pt>
                <c:pt idx="2969">
                  <c:v>40074</c:v>
                </c:pt>
                <c:pt idx="2970">
                  <c:v>40077</c:v>
                </c:pt>
                <c:pt idx="2971">
                  <c:v>40078</c:v>
                </c:pt>
                <c:pt idx="2972">
                  <c:v>40079</c:v>
                </c:pt>
                <c:pt idx="2973">
                  <c:v>40080</c:v>
                </c:pt>
                <c:pt idx="2974">
                  <c:v>40081</c:v>
                </c:pt>
                <c:pt idx="2975">
                  <c:v>40084</c:v>
                </c:pt>
                <c:pt idx="2976">
                  <c:v>40085</c:v>
                </c:pt>
                <c:pt idx="2977">
                  <c:v>40086</c:v>
                </c:pt>
                <c:pt idx="2978">
                  <c:v>40087</c:v>
                </c:pt>
                <c:pt idx="2979">
                  <c:v>40088</c:v>
                </c:pt>
                <c:pt idx="2980">
                  <c:v>40091</c:v>
                </c:pt>
                <c:pt idx="2981">
                  <c:v>40092</c:v>
                </c:pt>
                <c:pt idx="2982">
                  <c:v>40093</c:v>
                </c:pt>
                <c:pt idx="2983">
                  <c:v>40094</c:v>
                </c:pt>
                <c:pt idx="2984">
                  <c:v>40095</c:v>
                </c:pt>
                <c:pt idx="2985">
                  <c:v>40098</c:v>
                </c:pt>
                <c:pt idx="2986">
                  <c:v>40099</c:v>
                </c:pt>
                <c:pt idx="2987">
                  <c:v>40100</c:v>
                </c:pt>
                <c:pt idx="2988">
                  <c:v>40101</c:v>
                </c:pt>
                <c:pt idx="2989">
                  <c:v>40102</c:v>
                </c:pt>
                <c:pt idx="2990">
                  <c:v>40105</c:v>
                </c:pt>
                <c:pt idx="2991">
                  <c:v>40106</c:v>
                </c:pt>
                <c:pt idx="2992">
                  <c:v>40107</c:v>
                </c:pt>
                <c:pt idx="2993">
                  <c:v>40108</c:v>
                </c:pt>
                <c:pt idx="2994">
                  <c:v>40109</c:v>
                </c:pt>
                <c:pt idx="2995">
                  <c:v>40112</c:v>
                </c:pt>
                <c:pt idx="2996">
                  <c:v>40113</c:v>
                </c:pt>
                <c:pt idx="2997">
                  <c:v>40114</c:v>
                </c:pt>
                <c:pt idx="2998">
                  <c:v>40115</c:v>
                </c:pt>
                <c:pt idx="2999">
                  <c:v>40116</c:v>
                </c:pt>
                <c:pt idx="3000">
                  <c:v>40119</c:v>
                </c:pt>
                <c:pt idx="3001">
                  <c:v>40120</c:v>
                </c:pt>
                <c:pt idx="3002">
                  <c:v>40121</c:v>
                </c:pt>
                <c:pt idx="3003">
                  <c:v>40122</c:v>
                </c:pt>
                <c:pt idx="3004">
                  <c:v>40123</c:v>
                </c:pt>
                <c:pt idx="3005">
                  <c:v>40126</c:v>
                </c:pt>
                <c:pt idx="3006">
                  <c:v>40127</c:v>
                </c:pt>
                <c:pt idx="3007">
                  <c:v>40128</c:v>
                </c:pt>
                <c:pt idx="3008">
                  <c:v>40129</c:v>
                </c:pt>
                <c:pt idx="3009">
                  <c:v>40130</c:v>
                </c:pt>
                <c:pt idx="3010">
                  <c:v>40133</c:v>
                </c:pt>
                <c:pt idx="3011">
                  <c:v>40134</c:v>
                </c:pt>
                <c:pt idx="3012">
                  <c:v>40135</c:v>
                </c:pt>
                <c:pt idx="3013">
                  <c:v>40136</c:v>
                </c:pt>
                <c:pt idx="3014">
                  <c:v>40137</c:v>
                </c:pt>
                <c:pt idx="3015">
                  <c:v>40140</c:v>
                </c:pt>
                <c:pt idx="3016">
                  <c:v>40141</c:v>
                </c:pt>
                <c:pt idx="3017">
                  <c:v>40142</c:v>
                </c:pt>
                <c:pt idx="3018">
                  <c:v>40144</c:v>
                </c:pt>
                <c:pt idx="3019">
                  <c:v>40147</c:v>
                </c:pt>
                <c:pt idx="3020">
                  <c:v>40148</c:v>
                </c:pt>
                <c:pt idx="3021">
                  <c:v>40149</c:v>
                </c:pt>
                <c:pt idx="3022">
                  <c:v>40150</c:v>
                </c:pt>
                <c:pt idx="3023">
                  <c:v>40151</c:v>
                </c:pt>
                <c:pt idx="3024">
                  <c:v>40154</c:v>
                </c:pt>
                <c:pt idx="3025">
                  <c:v>40155</c:v>
                </c:pt>
                <c:pt idx="3026">
                  <c:v>40156</c:v>
                </c:pt>
                <c:pt idx="3027">
                  <c:v>40157</c:v>
                </c:pt>
                <c:pt idx="3028">
                  <c:v>40158</c:v>
                </c:pt>
                <c:pt idx="3029">
                  <c:v>40161</c:v>
                </c:pt>
                <c:pt idx="3030">
                  <c:v>40162</c:v>
                </c:pt>
                <c:pt idx="3031">
                  <c:v>40163</c:v>
                </c:pt>
                <c:pt idx="3032">
                  <c:v>40164</c:v>
                </c:pt>
                <c:pt idx="3033">
                  <c:v>40165</c:v>
                </c:pt>
                <c:pt idx="3034">
                  <c:v>40168</c:v>
                </c:pt>
                <c:pt idx="3035">
                  <c:v>40169</c:v>
                </c:pt>
                <c:pt idx="3036">
                  <c:v>40170</c:v>
                </c:pt>
                <c:pt idx="3037">
                  <c:v>40171</c:v>
                </c:pt>
                <c:pt idx="3038">
                  <c:v>40175</c:v>
                </c:pt>
                <c:pt idx="3039">
                  <c:v>40176</c:v>
                </c:pt>
                <c:pt idx="3040">
                  <c:v>40177</c:v>
                </c:pt>
                <c:pt idx="3041">
                  <c:v>40178</c:v>
                </c:pt>
                <c:pt idx="3042">
                  <c:v>40182</c:v>
                </c:pt>
                <c:pt idx="3043">
                  <c:v>40183</c:v>
                </c:pt>
                <c:pt idx="3044">
                  <c:v>40184</c:v>
                </c:pt>
                <c:pt idx="3045">
                  <c:v>40185</c:v>
                </c:pt>
                <c:pt idx="3046">
                  <c:v>40186</c:v>
                </c:pt>
                <c:pt idx="3047">
                  <c:v>40189</c:v>
                </c:pt>
                <c:pt idx="3048">
                  <c:v>40190</c:v>
                </c:pt>
                <c:pt idx="3049">
                  <c:v>40191</c:v>
                </c:pt>
                <c:pt idx="3050">
                  <c:v>40192</c:v>
                </c:pt>
                <c:pt idx="3051">
                  <c:v>40193</c:v>
                </c:pt>
                <c:pt idx="3052">
                  <c:v>40197</c:v>
                </c:pt>
                <c:pt idx="3053">
                  <c:v>40198</c:v>
                </c:pt>
                <c:pt idx="3054">
                  <c:v>40199</c:v>
                </c:pt>
                <c:pt idx="3055">
                  <c:v>40200</c:v>
                </c:pt>
                <c:pt idx="3056">
                  <c:v>40203</c:v>
                </c:pt>
                <c:pt idx="3057">
                  <c:v>40204</c:v>
                </c:pt>
                <c:pt idx="3058">
                  <c:v>40205</c:v>
                </c:pt>
                <c:pt idx="3059">
                  <c:v>40206</c:v>
                </c:pt>
                <c:pt idx="3060">
                  <c:v>40207</c:v>
                </c:pt>
                <c:pt idx="3061">
                  <c:v>40210</c:v>
                </c:pt>
                <c:pt idx="3062">
                  <c:v>40211</c:v>
                </c:pt>
                <c:pt idx="3063">
                  <c:v>40212</c:v>
                </c:pt>
                <c:pt idx="3064">
                  <c:v>40213</c:v>
                </c:pt>
                <c:pt idx="3065">
                  <c:v>40214</c:v>
                </c:pt>
                <c:pt idx="3066">
                  <c:v>40217</c:v>
                </c:pt>
                <c:pt idx="3067">
                  <c:v>40218</c:v>
                </c:pt>
                <c:pt idx="3068">
                  <c:v>40219</c:v>
                </c:pt>
                <c:pt idx="3069">
                  <c:v>40220</c:v>
                </c:pt>
                <c:pt idx="3070">
                  <c:v>40221</c:v>
                </c:pt>
                <c:pt idx="3071">
                  <c:v>40225</c:v>
                </c:pt>
                <c:pt idx="3072">
                  <c:v>40226</c:v>
                </c:pt>
                <c:pt idx="3073">
                  <c:v>40227</c:v>
                </c:pt>
                <c:pt idx="3074">
                  <c:v>40228</c:v>
                </c:pt>
                <c:pt idx="3075">
                  <c:v>40231</c:v>
                </c:pt>
                <c:pt idx="3076">
                  <c:v>40232</c:v>
                </c:pt>
                <c:pt idx="3077">
                  <c:v>40233</c:v>
                </c:pt>
                <c:pt idx="3078">
                  <c:v>40234</c:v>
                </c:pt>
                <c:pt idx="3079">
                  <c:v>40235</c:v>
                </c:pt>
                <c:pt idx="3080">
                  <c:v>40238</c:v>
                </c:pt>
                <c:pt idx="3081">
                  <c:v>40239</c:v>
                </c:pt>
                <c:pt idx="3082">
                  <c:v>40240</c:v>
                </c:pt>
                <c:pt idx="3083">
                  <c:v>40241</c:v>
                </c:pt>
                <c:pt idx="3084">
                  <c:v>40242</c:v>
                </c:pt>
                <c:pt idx="3085">
                  <c:v>40245</c:v>
                </c:pt>
                <c:pt idx="3086">
                  <c:v>40246</c:v>
                </c:pt>
                <c:pt idx="3087">
                  <c:v>40247</c:v>
                </c:pt>
                <c:pt idx="3088">
                  <c:v>40248</c:v>
                </c:pt>
                <c:pt idx="3089">
                  <c:v>40249</c:v>
                </c:pt>
                <c:pt idx="3090">
                  <c:v>40252</c:v>
                </c:pt>
                <c:pt idx="3091">
                  <c:v>40253</c:v>
                </c:pt>
                <c:pt idx="3092">
                  <c:v>40254</c:v>
                </c:pt>
                <c:pt idx="3093">
                  <c:v>40255</c:v>
                </c:pt>
                <c:pt idx="3094">
                  <c:v>40256</c:v>
                </c:pt>
                <c:pt idx="3095">
                  <c:v>40259</c:v>
                </c:pt>
                <c:pt idx="3096">
                  <c:v>40260</c:v>
                </c:pt>
                <c:pt idx="3097">
                  <c:v>40261</c:v>
                </c:pt>
                <c:pt idx="3098">
                  <c:v>40262</c:v>
                </c:pt>
                <c:pt idx="3099">
                  <c:v>40263</c:v>
                </c:pt>
                <c:pt idx="3100">
                  <c:v>40266</c:v>
                </c:pt>
                <c:pt idx="3101">
                  <c:v>40267</c:v>
                </c:pt>
                <c:pt idx="3102">
                  <c:v>40268</c:v>
                </c:pt>
                <c:pt idx="3103">
                  <c:v>40269</c:v>
                </c:pt>
                <c:pt idx="3104">
                  <c:v>40273</c:v>
                </c:pt>
                <c:pt idx="3105">
                  <c:v>40274</c:v>
                </c:pt>
                <c:pt idx="3106">
                  <c:v>40275</c:v>
                </c:pt>
                <c:pt idx="3107">
                  <c:v>40276</c:v>
                </c:pt>
                <c:pt idx="3108">
                  <c:v>40277</c:v>
                </c:pt>
                <c:pt idx="3109">
                  <c:v>40280</c:v>
                </c:pt>
                <c:pt idx="3110">
                  <c:v>40281</c:v>
                </c:pt>
                <c:pt idx="3111">
                  <c:v>40282</c:v>
                </c:pt>
                <c:pt idx="3112">
                  <c:v>40283</c:v>
                </c:pt>
                <c:pt idx="3113">
                  <c:v>40284</c:v>
                </c:pt>
                <c:pt idx="3114">
                  <c:v>40287</c:v>
                </c:pt>
                <c:pt idx="3115">
                  <c:v>40288</c:v>
                </c:pt>
                <c:pt idx="3116">
                  <c:v>40289</c:v>
                </c:pt>
                <c:pt idx="3117">
                  <c:v>40290</c:v>
                </c:pt>
                <c:pt idx="3118">
                  <c:v>40291</c:v>
                </c:pt>
                <c:pt idx="3119">
                  <c:v>40294</c:v>
                </c:pt>
                <c:pt idx="3120">
                  <c:v>40295</c:v>
                </c:pt>
                <c:pt idx="3121">
                  <c:v>40296</c:v>
                </c:pt>
                <c:pt idx="3122">
                  <c:v>40297</c:v>
                </c:pt>
                <c:pt idx="3123">
                  <c:v>40298</c:v>
                </c:pt>
                <c:pt idx="3124">
                  <c:v>40301</c:v>
                </c:pt>
                <c:pt idx="3125">
                  <c:v>40302</c:v>
                </c:pt>
                <c:pt idx="3126">
                  <c:v>40303</c:v>
                </c:pt>
                <c:pt idx="3127">
                  <c:v>40304</c:v>
                </c:pt>
                <c:pt idx="3128">
                  <c:v>40305</c:v>
                </c:pt>
                <c:pt idx="3129">
                  <c:v>40308</c:v>
                </c:pt>
                <c:pt idx="3130">
                  <c:v>40309</c:v>
                </c:pt>
                <c:pt idx="3131">
                  <c:v>40310</c:v>
                </c:pt>
                <c:pt idx="3132">
                  <c:v>40311</c:v>
                </c:pt>
                <c:pt idx="3133">
                  <c:v>40312</c:v>
                </c:pt>
                <c:pt idx="3134">
                  <c:v>40315</c:v>
                </c:pt>
                <c:pt idx="3135">
                  <c:v>40316</c:v>
                </c:pt>
                <c:pt idx="3136">
                  <c:v>40317</c:v>
                </c:pt>
                <c:pt idx="3137">
                  <c:v>40318</c:v>
                </c:pt>
                <c:pt idx="3138">
                  <c:v>40319</c:v>
                </c:pt>
                <c:pt idx="3139">
                  <c:v>40322</c:v>
                </c:pt>
                <c:pt idx="3140">
                  <c:v>40323</c:v>
                </c:pt>
                <c:pt idx="3141">
                  <c:v>40324</c:v>
                </c:pt>
                <c:pt idx="3142">
                  <c:v>40325</c:v>
                </c:pt>
                <c:pt idx="3143">
                  <c:v>40326</c:v>
                </c:pt>
                <c:pt idx="3144">
                  <c:v>40330</c:v>
                </c:pt>
                <c:pt idx="3145">
                  <c:v>40331</c:v>
                </c:pt>
                <c:pt idx="3146">
                  <c:v>40332</c:v>
                </c:pt>
                <c:pt idx="3147">
                  <c:v>40333</c:v>
                </c:pt>
                <c:pt idx="3148">
                  <c:v>40336</c:v>
                </c:pt>
                <c:pt idx="3149">
                  <c:v>40337</c:v>
                </c:pt>
                <c:pt idx="3150">
                  <c:v>40338</c:v>
                </c:pt>
                <c:pt idx="3151">
                  <c:v>40339</c:v>
                </c:pt>
                <c:pt idx="3152">
                  <c:v>40340</c:v>
                </c:pt>
                <c:pt idx="3153">
                  <c:v>40343</c:v>
                </c:pt>
                <c:pt idx="3154">
                  <c:v>40344</c:v>
                </c:pt>
                <c:pt idx="3155">
                  <c:v>40345</c:v>
                </c:pt>
                <c:pt idx="3156">
                  <c:v>40346</c:v>
                </c:pt>
                <c:pt idx="3157">
                  <c:v>40347</c:v>
                </c:pt>
                <c:pt idx="3158">
                  <c:v>40350</c:v>
                </c:pt>
                <c:pt idx="3159">
                  <c:v>40351</c:v>
                </c:pt>
                <c:pt idx="3160">
                  <c:v>40352</c:v>
                </c:pt>
                <c:pt idx="3161">
                  <c:v>40353</c:v>
                </c:pt>
                <c:pt idx="3162">
                  <c:v>40354</c:v>
                </c:pt>
                <c:pt idx="3163">
                  <c:v>40357</c:v>
                </c:pt>
                <c:pt idx="3164">
                  <c:v>40358</c:v>
                </c:pt>
                <c:pt idx="3165">
                  <c:v>40359</c:v>
                </c:pt>
                <c:pt idx="3166">
                  <c:v>40360</c:v>
                </c:pt>
                <c:pt idx="3167">
                  <c:v>40361</c:v>
                </c:pt>
                <c:pt idx="3168">
                  <c:v>40365</c:v>
                </c:pt>
                <c:pt idx="3169">
                  <c:v>40366</c:v>
                </c:pt>
                <c:pt idx="3170">
                  <c:v>40367</c:v>
                </c:pt>
                <c:pt idx="3171">
                  <c:v>40368</c:v>
                </c:pt>
                <c:pt idx="3172">
                  <c:v>40371</c:v>
                </c:pt>
                <c:pt idx="3173">
                  <c:v>40372</c:v>
                </c:pt>
                <c:pt idx="3174">
                  <c:v>40373</c:v>
                </c:pt>
                <c:pt idx="3175">
                  <c:v>40374</c:v>
                </c:pt>
                <c:pt idx="3176">
                  <c:v>40375</c:v>
                </c:pt>
                <c:pt idx="3177">
                  <c:v>40378</c:v>
                </c:pt>
                <c:pt idx="3178">
                  <c:v>40379</c:v>
                </c:pt>
                <c:pt idx="3179">
                  <c:v>40380</c:v>
                </c:pt>
                <c:pt idx="3180">
                  <c:v>40381</c:v>
                </c:pt>
                <c:pt idx="3181">
                  <c:v>40382</c:v>
                </c:pt>
                <c:pt idx="3182">
                  <c:v>40385</c:v>
                </c:pt>
                <c:pt idx="3183">
                  <c:v>40386</c:v>
                </c:pt>
                <c:pt idx="3184">
                  <c:v>40387</c:v>
                </c:pt>
                <c:pt idx="3185">
                  <c:v>40388</c:v>
                </c:pt>
                <c:pt idx="3186">
                  <c:v>40389</c:v>
                </c:pt>
                <c:pt idx="3187">
                  <c:v>40392</c:v>
                </c:pt>
                <c:pt idx="3188">
                  <c:v>40393</c:v>
                </c:pt>
                <c:pt idx="3189">
                  <c:v>40394</c:v>
                </c:pt>
                <c:pt idx="3190">
                  <c:v>40395</c:v>
                </c:pt>
                <c:pt idx="3191">
                  <c:v>40396</c:v>
                </c:pt>
                <c:pt idx="3192">
                  <c:v>40399</c:v>
                </c:pt>
                <c:pt idx="3193">
                  <c:v>40400</c:v>
                </c:pt>
                <c:pt idx="3194">
                  <c:v>40401</c:v>
                </c:pt>
                <c:pt idx="3195">
                  <c:v>40402</c:v>
                </c:pt>
                <c:pt idx="3196">
                  <c:v>40403</c:v>
                </c:pt>
                <c:pt idx="3197">
                  <c:v>40406</c:v>
                </c:pt>
                <c:pt idx="3198">
                  <c:v>40407</c:v>
                </c:pt>
                <c:pt idx="3199">
                  <c:v>40408</c:v>
                </c:pt>
                <c:pt idx="3200">
                  <c:v>40409</c:v>
                </c:pt>
                <c:pt idx="3201">
                  <c:v>40410</c:v>
                </c:pt>
                <c:pt idx="3202">
                  <c:v>40413</c:v>
                </c:pt>
                <c:pt idx="3203">
                  <c:v>40414</c:v>
                </c:pt>
                <c:pt idx="3204">
                  <c:v>40415</c:v>
                </c:pt>
                <c:pt idx="3205">
                  <c:v>40416</c:v>
                </c:pt>
                <c:pt idx="3206">
                  <c:v>40417</c:v>
                </c:pt>
                <c:pt idx="3207">
                  <c:v>40420</c:v>
                </c:pt>
                <c:pt idx="3208">
                  <c:v>40421</c:v>
                </c:pt>
                <c:pt idx="3209">
                  <c:v>40422</c:v>
                </c:pt>
                <c:pt idx="3210">
                  <c:v>40423</c:v>
                </c:pt>
                <c:pt idx="3211">
                  <c:v>40424</c:v>
                </c:pt>
                <c:pt idx="3212">
                  <c:v>40428</c:v>
                </c:pt>
                <c:pt idx="3213">
                  <c:v>40429</c:v>
                </c:pt>
                <c:pt idx="3214">
                  <c:v>40430</c:v>
                </c:pt>
                <c:pt idx="3215">
                  <c:v>40431</c:v>
                </c:pt>
                <c:pt idx="3216">
                  <c:v>40434</c:v>
                </c:pt>
                <c:pt idx="3217">
                  <c:v>40435</c:v>
                </c:pt>
                <c:pt idx="3218">
                  <c:v>40436</c:v>
                </c:pt>
                <c:pt idx="3219">
                  <c:v>40437</c:v>
                </c:pt>
                <c:pt idx="3220">
                  <c:v>40438</c:v>
                </c:pt>
                <c:pt idx="3221">
                  <c:v>40441</c:v>
                </c:pt>
                <c:pt idx="3222">
                  <c:v>40442</c:v>
                </c:pt>
                <c:pt idx="3223">
                  <c:v>40443</c:v>
                </c:pt>
                <c:pt idx="3224">
                  <c:v>40444</c:v>
                </c:pt>
                <c:pt idx="3225">
                  <c:v>40445</c:v>
                </c:pt>
                <c:pt idx="3226">
                  <c:v>40448</c:v>
                </c:pt>
                <c:pt idx="3227">
                  <c:v>40449</c:v>
                </c:pt>
                <c:pt idx="3228">
                  <c:v>40450</c:v>
                </c:pt>
                <c:pt idx="3229">
                  <c:v>40451</c:v>
                </c:pt>
                <c:pt idx="3230">
                  <c:v>40452</c:v>
                </c:pt>
                <c:pt idx="3231">
                  <c:v>40455</c:v>
                </c:pt>
                <c:pt idx="3232">
                  <c:v>40456</c:v>
                </c:pt>
                <c:pt idx="3233">
                  <c:v>40457</c:v>
                </c:pt>
                <c:pt idx="3234">
                  <c:v>40458</c:v>
                </c:pt>
                <c:pt idx="3235">
                  <c:v>40459</c:v>
                </c:pt>
                <c:pt idx="3236">
                  <c:v>40462</c:v>
                </c:pt>
                <c:pt idx="3237">
                  <c:v>40463</c:v>
                </c:pt>
                <c:pt idx="3238">
                  <c:v>40464</c:v>
                </c:pt>
                <c:pt idx="3239">
                  <c:v>40465</c:v>
                </c:pt>
                <c:pt idx="3240">
                  <c:v>40466</c:v>
                </c:pt>
                <c:pt idx="3241">
                  <c:v>40469</c:v>
                </c:pt>
                <c:pt idx="3242">
                  <c:v>40470</c:v>
                </c:pt>
                <c:pt idx="3243">
                  <c:v>40471</c:v>
                </c:pt>
                <c:pt idx="3244">
                  <c:v>40472</c:v>
                </c:pt>
                <c:pt idx="3245">
                  <c:v>40473</c:v>
                </c:pt>
                <c:pt idx="3246">
                  <c:v>40476</c:v>
                </c:pt>
                <c:pt idx="3247">
                  <c:v>40477</c:v>
                </c:pt>
                <c:pt idx="3248">
                  <c:v>40478</c:v>
                </c:pt>
                <c:pt idx="3249">
                  <c:v>40479</c:v>
                </c:pt>
                <c:pt idx="3250">
                  <c:v>40480</c:v>
                </c:pt>
                <c:pt idx="3251">
                  <c:v>40483</c:v>
                </c:pt>
                <c:pt idx="3252">
                  <c:v>40484</c:v>
                </c:pt>
                <c:pt idx="3253">
                  <c:v>40485</c:v>
                </c:pt>
                <c:pt idx="3254">
                  <c:v>40486</c:v>
                </c:pt>
                <c:pt idx="3255">
                  <c:v>40487</c:v>
                </c:pt>
                <c:pt idx="3256">
                  <c:v>40490</c:v>
                </c:pt>
                <c:pt idx="3257">
                  <c:v>40491</c:v>
                </c:pt>
                <c:pt idx="3258">
                  <c:v>40492</c:v>
                </c:pt>
                <c:pt idx="3259">
                  <c:v>40493</c:v>
                </c:pt>
                <c:pt idx="3260">
                  <c:v>40494</c:v>
                </c:pt>
                <c:pt idx="3261">
                  <c:v>40497</c:v>
                </c:pt>
                <c:pt idx="3262">
                  <c:v>40498</c:v>
                </c:pt>
                <c:pt idx="3263">
                  <c:v>40499</c:v>
                </c:pt>
                <c:pt idx="3264">
                  <c:v>40500</c:v>
                </c:pt>
                <c:pt idx="3265">
                  <c:v>40501</c:v>
                </c:pt>
                <c:pt idx="3266">
                  <c:v>40504</c:v>
                </c:pt>
                <c:pt idx="3267">
                  <c:v>40505</c:v>
                </c:pt>
                <c:pt idx="3268">
                  <c:v>40506</c:v>
                </c:pt>
                <c:pt idx="3269">
                  <c:v>40508</c:v>
                </c:pt>
                <c:pt idx="3270">
                  <c:v>40511</c:v>
                </c:pt>
                <c:pt idx="3271">
                  <c:v>40512</c:v>
                </c:pt>
                <c:pt idx="3272">
                  <c:v>40513</c:v>
                </c:pt>
                <c:pt idx="3273">
                  <c:v>40514</c:v>
                </c:pt>
                <c:pt idx="3274">
                  <c:v>40515</c:v>
                </c:pt>
                <c:pt idx="3275">
                  <c:v>40518</c:v>
                </c:pt>
                <c:pt idx="3276">
                  <c:v>40519</c:v>
                </c:pt>
                <c:pt idx="3277">
                  <c:v>40520</c:v>
                </c:pt>
                <c:pt idx="3278">
                  <c:v>40521</c:v>
                </c:pt>
                <c:pt idx="3279">
                  <c:v>40522</c:v>
                </c:pt>
                <c:pt idx="3280">
                  <c:v>40525</c:v>
                </c:pt>
                <c:pt idx="3281">
                  <c:v>40526</c:v>
                </c:pt>
                <c:pt idx="3282">
                  <c:v>40527</c:v>
                </c:pt>
                <c:pt idx="3283">
                  <c:v>40528</c:v>
                </c:pt>
                <c:pt idx="3284">
                  <c:v>40529</c:v>
                </c:pt>
                <c:pt idx="3285">
                  <c:v>40532</c:v>
                </c:pt>
                <c:pt idx="3286">
                  <c:v>40533</c:v>
                </c:pt>
                <c:pt idx="3287">
                  <c:v>40534</c:v>
                </c:pt>
                <c:pt idx="3288">
                  <c:v>40535</c:v>
                </c:pt>
                <c:pt idx="3289">
                  <c:v>40539</c:v>
                </c:pt>
                <c:pt idx="3290">
                  <c:v>40540</c:v>
                </c:pt>
                <c:pt idx="3291">
                  <c:v>40541</c:v>
                </c:pt>
                <c:pt idx="3292">
                  <c:v>40542</c:v>
                </c:pt>
                <c:pt idx="3293">
                  <c:v>40543</c:v>
                </c:pt>
                <c:pt idx="3294">
                  <c:v>40546</c:v>
                </c:pt>
                <c:pt idx="3295">
                  <c:v>40547</c:v>
                </c:pt>
                <c:pt idx="3296">
                  <c:v>40548</c:v>
                </c:pt>
                <c:pt idx="3297">
                  <c:v>40549</c:v>
                </c:pt>
                <c:pt idx="3298">
                  <c:v>40550</c:v>
                </c:pt>
                <c:pt idx="3299">
                  <c:v>40553</c:v>
                </c:pt>
                <c:pt idx="3300">
                  <c:v>40554</c:v>
                </c:pt>
                <c:pt idx="3301">
                  <c:v>40555</c:v>
                </c:pt>
                <c:pt idx="3302">
                  <c:v>40556</c:v>
                </c:pt>
                <c:pt idx="3303">
                  <c:v>40557</c:v>
                </c:pt>
                <c:pt idx="3304">
                  <c:v>40561</c:v>
                </c:pt>
                <c:pt idx="3305">
                  <c:v>40562</c:v>
                </c:pt>
                <c:pt idx="3306">
                  <c:v>40563</c:v>
                </c:pt>
                <c:pt idx="3307">
                  <c:v>40564</c:v>
                </c:pt>
                <c:pt idx="3308">
                  <c:v>40567</c:v>
                </c:pt>
                <c:pt idx="3309">
                  <c:v>40568</c:v>
                </c:pt>
                <c:pt idx="3310">
                  <c:v>40569</c:v>
                </c:pt>
                <c:pt idx="3311">
                  <c:v>40570</c:v>
                </c:pt>
                <c:pt idx="3312">
                  <c:v>40571</c:v>
                </c:pt>
                <c:pt idx="3313">
                  <c:v>40574</c:v>
                </c:pt>
                <c:pt idx="3314">
                  <c:v>40575</c:v>
                </c:pt>
                <c:pt idx="3315">
                  <c:v>40576</c:v>
                </c:pt>
                <c:pt idx="3316">
                  <c:v>40577</c:v>
                </c:pt>
                <c:pt idx="3317">
                  <c:v>40578</c:v>
                </c:pt>
                <c:pt idx="3318">
                  <c:v>40581</c:v>
                </c:pt>
                <c:pt idx="3319">
                  <c:v>40582</c:v>
                </c:pt>
                <c:pt idx="3320">
                  <c:v>40583</c:v>
                </c:pt>
                <c:pt idx="3321">
                  <c:v>40584</c:v>
                </c:pt>
                <c:pt idx="3322">
                  <c:v>40585</c:v>
                </c:pt>
                <c:pt idx="3323">
                  <c:v>40588</c:v>
                </c:pt>
                <c:pt idx="3324">
                  <c:v>40589</c:v>
                </c:pt>
                <c:pt idx="3325">
                  <c:v>40590</c:v>
                </c:pt>
                <c:pt idx="3326">
                  <c:v>40591</c:v>
                </c:pt>
                <c:pt idx="3327">
                  <c:v>40592</c:v>
                </c:pt>
                <c:pt idx="3328">
                  <c:v>40596</c:v>
                </c:pt>
                <c:pt idx="3329">
                  <c:v>40597</c:v>
                </c:pt>
                <c:pt idx="3330">
                  <c:v>40598</c:v>
                </c:pt>
                <c:pt idx="3331">
                  <c:v>40599</c:v>
                </c:pt>
                <c:pt idx="3332">
                  <c:v>40602</c:v>
                </c:pt>
                <c:pt idx="3333">
                  <c:v>40603</c:v>
                </c:pt>
                <c:pt idx="3334">
                  <c:v>40604</c:v>
                </c:pt>
                <c:pt idx="3335">
                  <c:v>40605</c:v>
                </c:pt>
                <c:pt idx="3336">
                  <c:v>40606</c:v>
                </c:pt>
                <c:pt idx="3337">
                  <c:v>40609</c:v>
                </c:pt>
                <c:pt idx="3338">
                  <c:v>40610</c:v>
                </c:pt>
                <c:pt idx="3339">
                  <c:v>40611</c:v>
                </c:pt>
                <c:pt idx="3340">
                  <c:v>40612</c:v>
                </c:pt>
                <c:pt idx="3341">
                  <c:v>40613</c:v>
                </c:pt>
                <c:pt idx="3342">
                  <c:v>40616</c:v>
                </c:pt>
                <c:pt idx="3343">
                  <c:v>40617</c:v>
                </c:pt>
                <c:pt idx="3344">
                  <c:v>40618</c:v>
                </c:pt>
                <c:pt idx="3345">
                  <c:v>40619</c:v>
                </c:pt>
                <c:pt idx="3346">
                  <c:v>40620</c:v>
                </c:pt>
                <c:pt idx="3347">
                  <c:v>40623</c:v>
                </c:pt>
                <c:pt idx="3348">
                  <c:v>40624</c:v>
                </c:pt>
                <c:pt idx="3349">
                  <c:v>40625</c:v>
                </c:pt>
                <c:pt idx="3350">
                  <c:v>40626</c:v>
                </c:pt>
                <c:pt idx="3351">
                  <c:v>40627</c:v>
                </c:pt>
                <c:pt idx="3352">
                  <c:v>40630</c:v>
                </c:pt>
                <c:pt idx="3353">
                  <c:v>40631</c:v>
                </c:pt>
                <c:pt idx="3354">
                  <c:v>40632</c:v>
                </c:pt>
                <c:pt idx="3355">
                  <c:v>40633</c:v>
                </c:pt>
                <c:pt idx="3356">
                  <c:v>40634</c:v>
                </c:pt>
                <c:pt idx="3357">
                  <c:v>40637</c:v>
                </c:pt>
                <c:pt idx="3358">
                  <c:v>40638</c:v>
                </c:pt>
                <c:pt idx="3359">
                  <c:v>40639</c:v>
                </c:pt>
                <c:pt idx="3360">
                  <c:v>40640</c:v>
                </c:pt>
                <c:pt idx="3361">
                  <c:v>40641</c:v>
                </c:pt>
                <c:pt idx="3362">
                  <c:v>40644</c:v>
                </c:pt>
                <c:pt idx="3363">
                  <c:v>40645</c:v>
                </c:pt>
                <c:pt idx="3364">
                  <c:v>40646</c:v>
                </c:pt>
                <c:pt idx="3365">
                  <c:v>40647</c:v>
                </c:pt>
                <c:pt idx="3366">
                  <c:v>40648</c:v>
                </c:pt>
                <c:pt idx="3367">
                  <c:v>40651</c:v>
                </c:pt>
                <c:pt idx="3368">
                  <c:v>40652</c:v>
                </c:pt>
                <c:pt idx="3369">
                  <c:v>40653</c:v>
                </c:pt>
                <c:pt idx="3370">
                  <c:v>40654</c:v>
                </c:pt>
                <c:pt idx="3371">
                  <c:v>40658</c:v>
                </c:pt>
                <c:pt idx="3372">
                  <c:v>40659</c:v>
                </c:pt>
                <c:pt idx="3373">
                  <c:v>40660</c:v>
                </c:pt>
                <c:pt idx="3374">
                  <c:v>40661</c:v>
                </c:pt>
                <c:pt idx="3375">
                  <c:v>40662</c:v>
                </c:pt>
                <c:pt idx="3376">
                  <c:v>40665</c:v>
                </c:pt>
                <c:pt idx="3377">
                  <c:v>40666</c:v>
                </c:pt>
                <c:pt idx="3378">
                  <c:v>40667</c:v>
                </c:pt>
                <c:pt idx="3379">
                  <c:v>40668</c:v>
                </c:pt>
                <c:pt idx="3380">
                  <c:v>40669</c:v>
                </c:pt>
                <c:pt idx="3381">
                  <c:v>40672</c:v>
                </c:pt>
                <c:pt idx="3382">
                  <c:v>40673</c:v>
                </c:pt>
                <c:pt idx="3383">
                  <c:v>40674</c:v>
                </c:pt>
                <c:pt idx="3384">
                  <c:v>40675</c:v>
                </c:pt>
                <c:pt idx="3385">
                  <c:v>40676</c:v>
                </c:pt>
                <c:pt idx="3386">
                  <c:v>40679</c:v>
                </c:pt>
                <c:pt idx="3387">
                  <c:v>40680</c:v>
                </c:pt>
                <c:pt idx="3388">
                  <c:v>40681</c:v>
                </c:pt>
                <c:pt idx="3389">
                  <c:v>40682</c:v>
                </c:pt>
                <c:pt idx="3390">
                  <c:v>40683</c:v>
                </c:pt>
                <c:pt idx="3391">
                  <c:v>40686</c:v>
                </c:pt>
                <c:pt idx="3392">
                  <c:v>40687</c:v>
                </c:pt>
                <c:pt idx="3393">
                  <c:v>40688</c:v>
                </c:pt>
                <c:pt idx="3394">
                  <c:v>40689</c:v>
                </c:pt>
                <c:pt idx="3395">
                  <c:v>40690</c:v>
                </c:pt>
                <c:pt idx="3396">
                  <c:v>40694</c:v>
                </c:pt>
                <c:pt idx="3397">
                  <c:v>40695</c:v>
                </c:pt>
                <c:pt idx="3398">
                  <c:v>40696</c:v>
                </c:pt>
                <c:pt idx="3399">
                  <c:v>40697</c:v>
                </c:pt>
                <c:pt idx="3400">
                  <c:v>40700</c:v>
                </c:pt>
                <c:pt idx="3401">
                  <c:v>40701</c:v>
                </c:pt>
                <c:pt idx="3402">
                  <c:v>40702</c:v>
                </c:pt>
                <c:pt idx="3403">
                  <c:v>40703</c:v>
                </c:pt>
                <c:pt idx="3404">
                  <c:v>40704</c:v>
                </c:pt>
                <c:pt idx="3405">
                  <c:v>40707</c:v>
                </c:pt>
                <c:pt idx="3406">
                  <c:v>40708</c:v>
                </c:pt>
                <c:pt idx="3407">
                  <c:v>40709</c:v>
                </c:pt>
                <c:pt idx="3408">
                  <c:v>40710</c:v>
                </c:pt>
                <c:pt idx="3409">
                  <c:v>40711</c:v>
                </c:pt>
                <c:pt idx="3410">
                  <c:v>40714</c:v>
                </c:pt>
                <c:pt idx="3411">
                  <c:v>40715</c:v>
                </c:pt>
                <c:pt idx="3412">
                  <c:v>40716</c:v>
                </c:pt>
                <c:pt idx="3413">
                  <c:v>40717</c:v>
                </c:pt>
                <c:pt idx="3414">
                  <c:v>40718</c:v>
                </c:pt>
                <c:pt idx="3415">
                  <c:v>40721</c:v>
                </c:pt>
                <c:pt idx="3416">
                  <c:v>40722</c:v>
                </c:pt>
                <c:pt idx="3417">
                  <c:v>40723</c:v>
                </c:pt>
                <c:pt idx="3418">
                  <c:v>40724</c:v>
                </c:pt>
                <c:pt idx="3419">
                  <c:v>40725</c:v>
                </c:pt>
                <c:pt idx="3420">
                  <c:v>40729</c:v>
                </c:pt>
                <c:pt idx="3421">
                  <c:v>40730</c:v>
                </c:pt>
                <c:pt idx="3422">
                  <c:v>40731</c:v>
                </c:pt>
                <c:pt idx="3423">
                  <c:v>40732</c:v>
                </c:pt>
                <c:pt idx="3424">
                  <c:v>40735</c:v>
                </c:pt>
                <c:pt idx="3425">
                  <c:v>40736</c:v>
                </c:pt>
                <c:pt idx="3426">
                  <c:v>40737</c:v>
                </c:pt>
                <c:pt idx="3427">
                  <c:v>40738</c:v>
                </c:pt>
                <c:pt idx="3428">
                  <c:v>40739</c:v>
                </c:pt>
                <c:pt idx="3429">
                  <c:v>40742</c:v>
                </c:pt>
                <c:pt idx="3430">
                  <c:v>40743</c:v>
                </c:pt>
                <c:pt idx="3431">
                  <c:v>40744</c:v>
                </c:pt>
                <c:pt idx="3432">
                  <c:v>40745</c:v>
                </c:pt>
                <c:pt idx="3433">
                  <c:v>40746</c:v>
                </c:pt>
                <c:pt idx="3434">
                  <c:v>40749</c:v>
                </c:pt>
                <c:pt idx="3435">
                  <c:v>40750</c:v>
                </c:pt>
                <c:pt idx="3436">
                  <c:v>40751</c:v>
                </c:pt>
                <c:pt idx="3437">
                  <c:v>40752</c:v>
                </c:pt>
                <c:pt idx="3438">
                  <c:v>40753</c:v>
                </c:pt>
                <c:pt idx="3439">
                  <c:v>40756</c:v>
                </c:pt>
                <c:pt idx="3440">
                  <c:v>40757</c:v>
                </c:pt>
                <c:pt idx="3441">
                  <c:v>40758</c:v>
                </c:pt>
                <c:pt idx="3442">
                  <c:v>40759</c:v>
                </c:pt>
                <c:pt idx="3443">
                  <c:v>40760</c:v>
                </c:pt>
                <c:pt idx="3444">
                  <c:v>40763</c:v>
                </c:pt>
                <c:pt idx="3445">
                  <c:v>40764</c:v>
                </c:pt>
                <c:pt idx="3446">
                  <c:v>40765</c:v>
                </c:pt>
                <c:pt idx="3447">
                  <c:v>40766</c:v>
                </c:pt>
                <c:pt idx="3448">
                  <c:v>40767</c:v>
                </c:pt>
                <c:pt idx="3449">
                  <c:v>40770</c:v>
                </c:pt>
                <c:pt idx="3450">
                  <c:v>40771</c:v>
                </c:pt>
                <c:pt idx="3451">
                  <c:v>40772</c:v>
                </c:pt>
                <c:pt idx="3452">
                  <c:v>40773</c:v>
                </c:pt>
                <c:pt idx="3453">
                  <c:v>40774</c:v>
                </c:pt>
                <c:pt idx="3454">
                  <c:v>40777</c:v>
                </c:pt>
                <c:pt idx="3455">
                  <c:v>40778</c:v>
                </c:pt>
                <c:pt idx="3456">
                  <c:v>40779</c:v>
                </c:pt>
                <c:pt idx="3457">
                  <c:v>40780</c:v>
                </c:pt>
                <c:pt idx="3458">
                  <c:v>40781</c:v>
                </c:pt>
                <c:pt idx="3459">
                  <c:v>40784</c:v>
                </c:pt>
                <c:pt idx="3460">
                  <c:v>40785</c:v>
                </c:pt>
                <c:pt idx="3461">
                  <c:v>40786</c:v>
                </c:pt>
                <c:pt idx="3462">
                  <c:v>40787</c:v>
                </c:pt>
                <c:pt idx="3463">
                  <c:v>40788</c:v>
                </c:pt>
                <c:pt idx="3464">
                  <c:v>40792</c:v>
                </c:pt>
                <c:pt idx="3465">
                  <c:v>40793</c:v>
                </c:pt>
                <c:pt idx="3466">
                  <c:v>40794</c:v>
                </c:pt>
                <c:pt idx="3467">
                  <c:v>40795</c:v>
                </c:pt>
                <c:pt idx="3468">
                  <c:v>40798</c:v>
                </c:pt>
                <c:pt idx="3469">
                  <c:v>40799</c:v>
                </c:pt>
                <c:pt idx="3470">
                  <c:v>40800</c:v>
                </c:pt>
                <c:pt idx="3471">
                  <c:v>40801</c:v>
                </c:pt>
                <c:pt idx="3472">
                  <c:v>40802</c:v>
                </c:pt>
                <c:pt idx="3473">
                  <c:v>40805</c:v>
                </c:pt>
                <c:pt idx="3474">
                  <c:v>40806</c:v>
                </c:pt>
                <c:pt idx="3475">
                  <c:v>40807</c:v>
                </c:pt>
                <c:pt idx="3476">
                  <c:v>40808</c:v>
                </c:pt>
                <c:pt idx="3477">
                  <c:v>40809</c:v>
                </c:pt>
                <c:pt idx="3478">
                  <c:v>40812</c:v>
                </c:pt>
                <c:pt idx="3479">
                  <c:v>40813</c:v>
                </c:pt>
                <c:pt idx="3480">
                  <c:v>40814</c:v>
                </c:pt>
                <c:pt idx="3481">
                  <c:v>40815</c:v>
                </c:pt>
                <c:pt idx="3482">
                  <c:v>40816</c:v>
                </c:pt>
                <c:pt idx="3483">
                  <c:v>40819</c:v>
                </c:pt>
                <c:pt idx="3484">
                  <c:v>40820</c:v>
                </c:pt>
                <c:pt idx="3485">
                  <c:v>40821</c:v>
                </c:pt>
                <c:pt idx="3486">
                  <c:v>40822</c:v>
                </c:pt>
                <c:pt idx="3487">
                  <c:v>40823</c:v>
                </c:pt>
                <c:pt idx="3488">
                  <c:v>40826</c:v>
                </c:pt>
                <c:pt idx="3489">
                  <c:v>40827</c:v>
                </c:pt>
                <c:pt idx="3490">
                  <c:v>40828</c:v>
                </c:pt>
                <c:pt idx="3491">
                  <c:v>40829</c:v>
                </c:pt>
                <c:pt idx="3492">
                  <c:v>40830</c:v>
                </c:pt>
                <c:pt idx="3493">
                  <c:v>40833</c:v>
                </c:pt>
                <c:pt idx="3494">
                  <c:v>40834</c:v>
                </c:pt>
                <c:pt idx="3495">
                  <c:v>40835</c:v>
                </c:pt>
                <c:pt idx="3496">
                  <c:v>40836</c:v>
                </c:pt>
                <c:pt idx="3497">
                  <c:v>40837</c:v>
                </c:pt>
                <c:pt idx="3498">
                  <c:v>40840</c:v>
                </c:pt>
                <c:pt idx="3499">
                  <c:v>40841</c:v>
                </c:pt>
                <c:pt idx="3500">
                  <c:v>40842</c:v>
                </c:pt>
                <c:pt idx="3501">
                  <c:v>40843</c:v>
                </c:pt>
                <c:pt idx="3502">
                  <c:v>40844</c:v>
                </c:pt>
                <c:pt idx="3503">
                  <c:v>40847</c:v>
                </c:pt>
                <c:pt idx="3504">
                  <c:v>40848</c:v>
                </c:pt>
                <c:pt idx="3505">
                  <c:v>40849</c:v>
                </c:pt>
                <c:pt idx="3506">
                  <c:v>40850</c:v>
                </c:pt>
                <c:pt idx="3507">
                  <c:v>40851</c:v>
                </c:pt>
                <c:pt idx="3508">
                  <c:v>40854</c:v>
                </c:pt>
                <c:pt idx="3509">
                  <c:v>40855</c:v>
                </c:pt>
                <c:pt idx="3510">
                  <c:v>40856</c:v>
                </c:pt>
                <c:pt idx="3511">
                  <c:v>40857</c:v>
                </c:pt>
                <c:pt idx="3512">
                  <c:v>40858</c:v>
                </c:pt>
                <c:pt idx="3513">
                  <c:v>40861</c:v>
                </c:pt>
                <c:pt idx="3514">
                  <c:v>40862</c:v>
                </c:pt>
                <c:pt idx="3515">
                  <c:v>40863</c:v>
                </c:pt>
                <c:pt idx="3516">
                  <c:v>40864</c:v>
                </c:pt>
                <c:pt idx="3517">
                  <c:v>40865</c:v>
                </c:pt>
                <c:pt idx="3518">
                  <c:v>40868</c:v>
                </c:pt>
                <c:pt idx="3519">
                  <c:v>40869</c:v>
                </c:pt>
                <c:pt idx="3520">
                  <c:v>40870</c:v>
                </c:pt>
                <c:pt idx="3521">
                  <c:v>40872</c:v>
                </c:pt>
                <c:pt idx="3522">
                  <c:v>40875</c:v>
                </c:pt>
                <c:pt idx="3523">
                  <c:v>40876</c:v>
                </c:pt>
                <c:pt idx="3524">
                  <c:v>40877</c:v>
                </c:pt>
                <c:pt idx="3525">
                  <c:v>40878</c:v>
                </c:pt>
                <c:pt idx="3526">
                  <c:v>40879</c:v>
                </c:pt>
                <c:pt idx="3527">
                  <c:v>40882</c:v>
                </c:pt>
                <c:pt idx="3528">
                  <c:v>40883</c:v>
                </c:pt>
                <c:pt idx="3529">
                  <c:v>40884</c:v>
                </c:pt>
                <c:pt idx="3530">
                  <c:v>40885</c:v>
                </c:pt>
                <c:pt idx="3531">
                  <c:v>40886</c:v>
                </c:pt>
                <c:pt idx="3532">
                  <c:v>40889</c:v>
                </c:pt>
                <c:pt idx="3533">
                  <c:v>40890</c:v>
                </c:pt>
                <c:pt idx="3534">
                  <c:v>40891</c:v>
                </c:pt>
                <c:pt idx="3535">
                  <c:v>40892</c:v>
                </c:pt>
                <c:pt idx="3536">
                  <c:v>40893</c:v>
                </c:pt>
                <c:pt idx="3537">
                  <c:v>40896</c:v>
                </c:pt>
                <c:pt idx="3538">
                  <c:v>40897</c:v>
                </c:pt>
                <c:pt idx="3539">
                  <c:v>40898</c:v>
                </c:pt>
                <c:pt idx="3540">
                  <c:v>40899</c:v>
                </c:pt>
                <c:pt idx="3541">
                  <c:v>40900</c:v>
                </c:pt>
                <c:pt idx="3542">
                  <c:v>40904</c:v>
                </c:pt>
                <c:pt idx="3543">
                  <c:v>40905</c:v>
                </c:pt>
                <c:pt idx="3544">
                  <c:v>40906</c:v>
                </c:pt>
                <c:pt idx="3545">
                  <c:v>40907</c:v>
                </c:pt>
                <c:pt idx="3546">
                  <c:v>40911</c:v>
                </c:pt>
                <c:pt idx="3547">
                  <c:v>40912</c:v>
                </c:pt>
                <c:pt idx="3548">
                  <c:v>40913</c:v>
                </c:pt>
                <c:pt idx="3549">
                  <c:v>40914</c:v>
                </c:pt>
                <c:pt idx="3550">
                  <c:v>40917</c:v>
                </c:pt>
                <c:pt idx="3551">
                  <c:v>40918</c:v>
                </c:pt>
                <c:pt idx="3552">
                  <c:v>40919</c:v>
                </c:pt>
                <c:pt idx="3553">
                  <c:v>40920</c:v>
                </c:pt>
                <c:pt idx="3554">
                  <c:v>40921</c:v>
                </c:pt>
                <c:pt idx="3555">
                  <c:v>40925</c:v>
                </c:pt>
                <c:pt idx="3556">
                  <c:v>40926</c:v>
                </c:pt>
                <c:pt idx="3557">
                  <c:v>40927</c:v>
                </c:pt>
                <c:pt idx="3558">
                  <c:v>40928</c:v>
                </c:pt>
                <c:pt idx="3559">
                  <c:v>40931</c:v>
                </c:pt>
                <c:pt idx="3560">
                  <c:v>40932</c:v>
                </c:pt>
                <c:pt idx="3561">
                  <c:v>40933</c:v>
                </c:pt>
                <c:pt idx="3562">
                  <c:v>40934</c:v>
                </c:pt>
                <c:pt idx="3563">
                  <c:v>40935</c:v>
                </c:pt>
                <c:pt idx="3564">
                  <c:v>40938</c:v>
                </c:pt>
                <c:pt idx="3565">
                  <c:v>40939</c:v>
                </c:pt>
                <c:pt idx="3566">
                  <c:v>40940</c:v>
                </c:pt>
                <c:pt idx="3567">
                  <c:v>40941</c:v>
                </c:pt>
                <c:pt idx="3568">
                  <c:v>40942</c:v>
                </c:pt>
                <c:pt idx="3569">
                  <c:v>40945</c:v>
                </c:pt>
                <c:pt idx="3570">
                  <c:v>40946</c:v>
                </c:pt>
                <c:pt idx="3571">
                  <c:v>40947</c:v>
                </c:pt>
                <c:pt idx="3572">
                  <c:v>40948</c:v>
                </c:pt>
                <c:pt idx="3573">
                  <c:v>40949</c:v>
                </c:pt>
                <c:pt idx="3574">
                  <c:v>40952</c:v>
                </c:pt>
                <c:pt idx="3575">
                  <c:v>40953</c:v>
                </c:pt>
                <c:pt idx="3576">
                  <c:v>40954</c:v>
                </c:pt>
                <c:pt idx="3577">
                  <c:v>40955</c:v>
                </c:pt>
                <c:pt idx="3578">
                  <c:v>40956</c:v>
                </c:pt>
                <c:pt idx="3579">
                  <c:v>40960</c:v>
                </c:pt>
                <c:pt idx="3580">
                  <c:v>40961</c:v>
                </c:pt>
                <c:pt idx="3581">
                  <c:v>40962</c:v>
                </c:pt>
                <c:pt idx="3582">
                  <c:v>40963</c:v>
                </c:pt>
                <c:pt idx="3583">
                  <c:v>40966</c:v>
                </c:pt>
                <c:pt idx="3584">
                  <c:v>40967</c:v>
                </c:pt>
                <c:pt idx="3585">
                  <c:v>40968</c:v>
                </c:pt>
                <c:pt idx="3586">
                  <c:v>40969</c:v>
                </c:pt>
                <c:pt idx="3587">
                  <c:v>40970</c:v>
                </c:pt>
                <c:pt idx="3588">
                  <c:v>40973</c:v>
                </c:pt>
                <c:pt idx="3589">
                  <c:v>40974</c:v>
                </c:pt>
                <c:pt idx="3590">
                  <c:v>40975</c:v>
                </c:pt>
                <c:pt idx="3591">
                  <c:v>40976</c:v>
                </c:pt>
                <c:pt idx="3592">
                  <c:v>40977</c:v>
                </c:pt>
                <c:pt idx="3593">
                  <c:v>40980</c:v>
                </c:pt>
                <c:pt idx="3594">
                  <c:v>40981</c:v>
                </c:pt>
                <c:pt idx="3595">
                  <c:v>40982</c:v>
                </c:pt>
                <c:pt idx="3596">
                  <c:v>40983</c:v>
                </c:pt>
                <c:pt idx="3597">
                  <c:v>40984</c:v>
                </c:pt>
                <c:pt idx="3598">
                  <c:v>40987</c:v>
                </c:pt>
                <c:pt idx="3599">
                  <c:v>40988</c:v>
                </c:pt>
                <c:pt idx="3600">
                  <c:v>40989</c:v>
                </c:pt>
                <c:pt idx="3601">
                  <c:v>40990</c:v>
                </c:pt>
                <c:pt idx="3602">
                  <c:v>40991</c:v>
                </c:pt>
                <c:pt idx="3603">
                  <c:v>40994</c:v>
                </c:pt>
                <c:pt idx="3604">
                  <c:v>40995</c:v>
                </c:pt>
                <c:pt idx="3605">
                  <c:v>40996</c:v>
                </c:pt>
                <c:pt idx="3606">
                  <c:v>40997</c:v>
                </c:pt>
                <c:pt idx="3607">
                  <c:v>40998</c:v>
                </c:pt>
                <c:pt idx="3608">
                  <c:v>41001</c:v>
                </c:pt>
                <c:pt idx="3609">
                  <c:v>41002</c:v>
                </c:pt>
                <c:pt idx="3610">
                  <c:v>41003</c:v>
                </c:pt>
                <c:pt idx="3611">
                  <c:v>41004</c:v>
                </c:pt>
                <c:pt idx="3612">
                  <c:v>41008</c:v>
                </c:pt>
                <c:pt idx="3613">
                  <c:v>41009</c:v>
                </c:pt>
                <c:pt idx="3614">
                  <c:v>41010</c:v>
                </c:pt>
                <c:pt idx="3615">
                  <c:v>41011</c:v>
                </c:pt>
                <c:pt idx="3616">
                  <c:v>41012</c:v>
                </c:pt>
                <c:pt idx="3617">
                  <c:v>41015</c:v>
                </c:pt>
                <c:pt idx="3618">
                  <c:v>41016</c:v>
                </c:pt>
                <c:pt idx="3619">
                  <c:v>41017</c:v>
                </c:pt>
                <c:pt idx="3620">
                  <c:v>41018</c:v>
                </c:pt>
                <c:pt idx="3621">
                  <c:v>41019</c:v>
                </c:pt>
                <c:pt idx="3622">
                  <c:v>41022</c:v>
                </c:pt>
                <c:pt idx="3623">
                  <c:v>41023</c:v>
                </c:pt>
                <c:pt idx="3624">
                  <c:v>41024</c:v>
                </c:pt>
                <c:pt idx="3625">
                  <c:v>41025</c:v>
                </c:pt>
                <c:pt idx="3626">
                  <c:v>41026</c:v>
                </c:pt>
                <c:pt idx="3627">
                  <c:v>41029</c:v>
                </c:pt>
                <c:pt idx="3628">
                  <c:v>41030</c:v>
                </c:pt>
                <c:pt idx="3629">
                  <c:v>41031</c:v>
                </c:pt>
                <c:pt idx="3630">
                  <c:v>41032</c:v>
                </c:pt>
                <c:pt idx="3631">
                  <c:v>41033</c:v>
                </c:pt>
                <c:pt idx="3632">
                  <c:v>41036</c:v>
                </c:pt>
                <c:pt idx="3633">
                  <c:v>41037</c:v>
                </c:pt>
                <c:pt idx="3634">
                  <c:v>41038</c:v>
                </c:pt>
                <c:pt idx="3635">
                  <c:v>41039</c:v>
                </c:pt>
                <c:pt idx="3636">
                  <c:v>41040</c:v>
                </c:pt>
                <c:pt idx="3637">
                  <c:v>41043</c:v>
                </c:pt>
                <c:pt idx="3638">
                  <c:v>41044</c:v>
                </c:pt>
                <c:pt idx="3639">
                  <c:v>41045</c:v>
                </c:pt>
                <c:pt idx="3640">
                  <c:v>41046</c:v>
                </c:pt>
                <c:pt idx="3641">
                  <c:v>41047</c:v>
                </c:pt>
                <c:pt idx="3642">
                  <c:v>41050</c:v>
                </c:pt>
                <c:pt idx="3643">
                  <c:v>41051</c:v>
                </c:pt>
                <c:pt idx="3644">
                  <c:v>41052</c:v>
                </c:pt>
                <c:pt idx="3645">
                  <c:v>41053</c:v>
                </c:pt>
                <c:pt idx="3646">
                  <c:v>41054</c:v>
                </c:pt>
                <c:pt idx="3647">
                  <c:v>41058</c:v>
                </c:pt>
                <c:pt idx="3648">
                  <c:v>41059</c:v>
                </c:pt>
                <c:pt idx="3649">
                  <c:v>41060</c:v>
                </c:pt>
                <c:pt idx="3650">
                  <c:v>41061</c:v>
                </c:pt>
                <c:pt idx="3651">
                  <c:v>41064</c:v>
                </c:pt>
                <c:pt idx="3652">
                  <c:v>41065</c:v>
                </c:pt>
                <c:pt idx="3653">
                  <c:v>41066</c:v>
                </c:pt>
                <c:pt idx="3654">
                  <c:v>41067</c:v>
                </c:pt>
                <c:pt idx="3655">
                  <c:v>41068</c:v>
                </c:pt>
                <c:pt idx="3656">
                  <c:v>41071</c:v>
                </c:pt>
                <c:pt idx="3657">
                  <c:v>41072</c:v>
                </c:pt>
                <c:pt idx="3658">
                  <c:v>41073</c:v>
                </c:pt>
                <c:pt idx="3659">
                  <c:v>41074</c:v>
                </c:pt>
                <c:pt idx="3660">
                  <c:v>41075</c:v>
                </c:pt>
                <c:pt idx="3661">
                  <c:v>41078</c:v>
                </c:pt>
                <c:pt idx="3662">
                  <c:v>41079</c:v>
                </c:pt>
                <c:pt idx="3663">
                  <c:v>41080</c:v>
                </c:pt>
                <c:pt idx="3664">
                  <c:v>41081</c:v>
                </c:pt>
                <c:pt idx="3665">
                  <c:v>41082</c:v>
                </c:pt>
                <c:pt idx="3666">
                  <c:v>41085</c:v>
                </c:pt>
                <c:pt idx="3667">
                  <c:v>41086</c:v>
                </c:pt>
                <c:pt idx="3668">
                  <c:v>41087</c:v>
                </c:pt>
                <c:pt idx="3669">
                  <c:v>41088</c:v>
                </c:pt>
                <c:pt idx="3670">
                  <c:v>41089</c:v>
                </c:pt>
                <c:pt idx="3671">
                  <c:v>41092</c:v>
                </c:pt>
                <c:pt idx="3672">
                  <c:v>41093</c:v>
                </c:pt>
                <c:pt idx="3673">
                  <c:v>41095</c:v>
                </c:pt>
                <c:pt idx="3674">
                  <c:v>41096</c:v>
                </c:pt>
                <c:pt idx="3675">
                  <c:v>41099</c:v>
                </c:pt>
                <c:pt idx="3676">
                  <c:v>41100</c:v>
                </c:pt>
                <c:pt idx="3677">
                  <c:v>41101</c:v>
                </c:pt>
                <c:pt idx="3678">
                  <c:v>41102</c:v>
                </c:pt>
                <c:pt idx="3679">
                  <c:v>41103</c:v>
                </c:pt>
                <c:pt idx="3680">
                  <c:v>41106</c:v>
                </c:pt>
                <c:pt idx="3681">
                  <c:v>41107</c:v>
                </c:pt>
                <c:pt idx="3682">
                  <c:v>41108</c:v>
                </c:pt>
                <c:pt idx="3683">
                  <c:v>41109</c:v>
                </c:pt>
                <c:pt idx="3684">
                  <c:v>41110</c:v>
                </c:pt>
                <c:pt idx="3685">
                  <c:v>41113</c:v>
                </c:pt>
                <c:pt idx="3686">
                  <c:v>41114</c:v>
                </c:pt>
                <c:pt idx="3687">
                  <c:v>41115</c:v>
                </c:pt>
                <c:pt idx="3688">
                  <c:v>41116</c:v>
                </c:pt>
                <c:pt idx="3689">
                  <c:v>41117</c:v>
                </c:pt>
                <c:pt idx="3690">
                  <c:v>41120</c:v>
                </c:pt>
                <c:pt idx="3691">
                  <c:v>41121</c:v>
                </c:pt>
                <c:pt idx="3692">
                  <c:v>41122</c:v>
                </c:pt>
                <c:pt idx="3693">
                  <c:v>41123</c:v>
                </c:pt>
                <c:pt idx="3694">
                  <c:v>41124</c:v>
                </c:pt>
                <c:pt idx="3695">
                  <c:v>41127</c:v>
                </c:pt>
                <c:pt idx="3696">
                  <c:v>41128</c:v>
                </c:pt>
                <c:pt idx="3697">
                  <c:v>41129</c:v>
                </c:pt>
                <c:pt idx="3698">
                  <c:v>41130</c:v>
                </c:pt>
                <c:pt idx="3699">
                  <c:v>41131</c:v>
                </c:pt>
                <c:pt idx="3700">
                  <c:v>41134</c:v>
                </c:pt>
                <c:pt idx="3701">
                  <c:v>41135</c:v>
                </c:pt>
                <c:pt idx="3702">
                  <c:v>41136</c:v>
                </c:pt>
                <c:pt idx="3703">
                  <c:v>41137</c:v>
                </c:pt>
                <c:pt idx="3704">
                  <c:v>41138</c:v>
                </c:pt>
                <c:pt idx="3705">
                  <c:v>41141</c:v>
                </c:pt>
                <c:pt idx="3706">
                  <c:v>41142</c:v>
                </c:pt>
                <c:pt idx="3707">
                  <c:v>41143</c:v>
                </c:pt>
                <c:pt idx="3708">
                  <c:v>41144</c:v>
                </c:pt>
                <c:pt idx="3709">
                  <c:v>41145</c:v>
                </c:pt>
                <c:pt idx="3710">
                  <c:v>41148</c:v>
                </c:pt>
                <c:pt idx="3711">
                  <c:v>41149</c:v>
                </c:pt>
                <c:pt idx="3712">
                  <c:v>41150</c:v>
                </c:pt>
                <c:pt idx="3713">
                  <c:v>41151</c:v>
                </c:pt>
                <c:pt idx="3714">
                  <c:v>41152</c:v>
                </c:pt>
                <c:pt idx="3715">
                  <c:v>41156</c:v>
                </c:pt>
                <c:pt idx="3716">
                  <c:v>41157</c:v>
                </c:pt>
                <c:pt idx="3717">
                  <c:v>41158</c:v>
                </c:pt>
                <c:pt idx="3718">
                  <c:v>41159</c:v>
                </c:pt>
                <c:pt idx="3719">
                  <c:v>41162</c:v>
                </c:pt>
                <c:pt idx="3720">
                  <c:v>41163</c:v>
                </c:pt>
                <c:pt idx="3721">
                  <c:v>41164</c:v>
                </c:pt>
                <c:pt idx="3722">
                  <c:v>41165</c:v>
                </c:pt>
                <c:pt idx="3723">
                  <c:v>41166</c:v>
                </c:pt>
                <c:pt idx="3724">
                  <c:v>41169</c:v>
                </c:pt>
                <c:pt idx="3725">
                  <c:v>41170</c:v>
                </c:pt>
                <c:pt idx="3726">
                  <c:v>41171</c:v>
                </c:pt>
                <c:pt idx="3727">
                  <c:v>41172</c:v>
                </c:pt>
                <c:pt idx="3728">
                  <c:v>41173</c:v>
                </c:pt>
                <c:pt idx="3729">
                  <c:v>41176</c:v>
                </c:pt>
                <c:pt idx="3730">
                  <c:v>41177</c:v>
                </c:pt>
                <c:pt idx="3731">
                  <c:v>41178</c:v>
                </c:pt>
                <c:pt idx="3732">
                  <c:v>41179</c:v>
                </c:pt>
                <c:pt idx="3733">
                  <c:v>41180</c:v>
                </c:pt>
                <c:pt idx="3734">
                  <c:v>41183</c:v>
                </c:pt>
                <c:pt idx="3735">
                  <c:v>41184</c:v>
                </c:pt>
                <c:pt idx="3736">
                  <c:v>41185</c:v>
                </c:pt>
                <c:pt idx="3737">
                  <c:v>41186</c:v>
                </c:pt>
                <c:pt idx="3738">
                  <c:v>41187</c:v>
                </c:pt>
                <c:pt idx="3739">
                  <c:v>41190</c:v>
                </c:pt>
                <c:pt idx="3740">
                  <c:v>41191</c:v>
                </c:pt>
                <c:pt idx="3741">
                  <c:v>41192</c:v>
                </c:pt>
                <c:pt idx="3742">
                  <c:v>41193</c:v>
                </c:pt>
                <c:pt idx="3743">
                  <c:v>41194</c:v>
                </c:pt>
                <c:pt idx="3744">
                  <c:v>41197</c:v>
                </c:pt>
                <c:pt idx="3745">
                  <c:v>41198</c:v>
                </c:pt>
                <c:pt idx="3746">
                  <c:v>41199</c:v>
                </c:pt>
                <c:pt idx="3747">
                  <c:v>41200</c:v>
                </c:pt>
                <c:pt idx="3748">
                  <c:v>41201</c:v>
                </c:pt>
                <c:pt idx="3749">
                  <c:v>41204</c:v>
                </c:pt>
                <c:pt idx="3750">
                  <c:v>41205</c:v>
                </c:pt>
                <c:pt idx="3751">
                  <c:v>41206</c:v>
                </c:pt>
                <c:pt idx="3752">
                  <c:v>41207</c:v>
                </c:pt>
                <c:pt idx="3753">
                  <c:v>41208</c:v>
                </c:pt>
                <c:pt idx="3754">
                  <c:v>41213</c:v>
                </c:pt>
                <c:pt idx="3755">
                  <c:v>41214</c:v>
                </c:pt>
                <c:pt idx="3756">
                  <c:v>41215</c:v>
                </c:pt>
                <c:pt idx="3757">
                  <c:v>41218</c:v>
                </c:pt>
                <c:pt idx="3758">
                  <c:v>41219</c:v>
                </c:pt>
                <c:pt idx="3759">
                  <c:v>41220</c:v>
                </c:pt>
                <c:pt idx="3760">
                  <c:v>41221</c:v>
                </c:pt>
                <c:pt idx="3761">
                  <c:v>41222</c:v>
                </c:pt>
                <c:pt idx="3762">
                  <c:v>41225</c:v>
                </c:pt>
                <c:pt idx="3763">
                  <c:v>41226</c:v>
                </c:pt>
                <c:pt idx="3764">
                  <c:v>41227</c:v>
                </c:pt>
                <c:pt idx="3765">
                  <c:v>41228</c:v>
                </c:pt>
                <c:pt idx="3766">
                  <c:v>41229</c:v>
                </c:pt>
                <c:pt idx="3767">
                  <c:v>41232</c:v>
                </c:pt>
                <c:pt idx="3768">
                  <c:v>41233</c:v>
                </c:pt>
                <c:pt idx="3769">
                  <c:v>41234</c:v>
                </c:pt>
                <c:pt idx="3770">
                  <c:v>41236</c:v>
                </c:pt>
                <c:pt idx="3771">
                  <c:v>41239</c:v>
                </c:pt>
                <c:pt idx="3772">
                  <c:v>41240</c:v>
                </c:pt>
                <c:pt idx="3773">
                  <c:v>41241</c:v>
                </c:pt>
                <c:pt idx="3774">
                  <c:v>41242</c:v>
                </c:pt>
                <c:pt idx="3775">
                  <c:v>41243</c:v>
                </c:pt>
                <c:pt idx="3776">
                  <c:v>41246</c:v>
                </c:pt>
                <c:pt idx="3777">
                  <c:v>41247</c:v>
                </c:pt>
                <c:pt idx="3778">
                  <c:v>41248</c:v>
                </c:pt>
                <c:pt idx="3779">
                  <c:v>41249</c:v>
                </c:pt>
                <c:pt idx="3780">
                  <c:v>41250</c:v>
                </c:pt>
                <c:pt idx="3781">
                  <c:v>41253</c:v>
                </c:pt>
                <c:pt idx="3782">
                  <c:v>41254</c:v>
                </c:pt>
                <c:pt idx="3783">
                  <c:v>41255</c:v>
                </c:pt>
                <c:pt idx="3784">
                  <c:v>41256</c:v>
                </c:pt>
                <c:pt idx="3785">
                  <c:v>41257</c:v>
                </c:pt>
                <c:pt idx="3786">
                  <c:v>41260</c:v>
                </c:pt>
                <c:pt idx="3787">
                  <c:v>41261</c:v>
                </c:pt>
                <c:pt idx="3788">
                  <c:v>41262</c:v>
                </c:pt>
                <c:pt idx="3789">
                  <c:v>41263</c:v>
                </c:pt>
                <c:pt idx="3790">
                  <c:v>41264</c:v>
                </c:pt>
                <c:pt idx="3791">
                  <c:v>41267</c:v>
                </c:pt>
                <c:pt idx="3792">
                  <c:v>41269</c:v>
                </c:pt>
                <c:pt idx="3793">
                  <c:v>41270</c:v>
                </c:pt>
                <c:pt idx="3794">
                  <c:v>41271</c:v>
                </c:pt>
                <c:pt idx="3795">
                  <c:v>41274</c:v>
                </c:pt>
                <c:pt idx="3796">
                  <c:v>41276</c:v>
                </c:pt>
                <c:pt idx="3797">
                  <c:v>41277</c:v>
                </c:pt>
                <c:pt idx="3798">
                  <c:v>41278</c:v>
                </c:pt>
                <c:pt idx="3799">
                  <c:v>41281</c:v>
                </c:pt>
                <c:pt idx="3800">
                  <c:v>41282</c:v>
                </c:pt>
                <c:pt idx="3801">
                  <c:v>41283</c:v>
                </c:pt>
                <c:pt idx="3802">
                  <c:v>41284</c:v>
                </c:pt>
                <c:pt idx="3803">
                  <c:v>41285</c:v>
                </c:pt>
                <c:pt idx="3804">
                  <c:v>41288</c:v>
                </c:pt>
                <c:pt idx="3805">
                  <c:v>41289</c:v>
                </c:pt>
                <c:pt idx="3806">
                  <c:v>41290</c:v>
                </c:pt>
                <c:pt idx="3807">
                  <c:v>41291</c:v>
                </c:pt>
                <c:pt idx="3808">
                  <c:v>41292</c:v>
                </c:pt>
                <c:pt idx="3809">
                  <c:v>41296</c:v>
                </c:pt>
                <c:pt idx="3810">
                  <c:v>41297</c:v>
                </c:pt>
                <c:pt idx="3811">
                  <c:v>41298</c:v>
                </c:pt>
                <c:pt idx="3812">
                  <c:v>41299</c:v>
                </c:pt>
                <c:pt idx="3813">
                  <c:v>41302</c:v>
                </c:pt>
                <c:pt idx="3814">
                  <c:v>41303</c:v>
                </c:pt>
                <c:pt idx="3815">
                  <c:v>41304</c:v>
                </c:pt>
                <c:pt idx="3816">
                  <c:v>41305</c:v>
                </c:pt>
                <c:pt idx="3817">
                  <c:v>41306</c:v>
                </c:pt>
                <c:pt idx="3818">
                  <c:v>41309</c:v>
                </c:pt>
                <c:pt idx="3819">
                  <c:v>41310</c:v>
                </c:pt>
                <c:pt idx="3820">
                  <c:v>41311</c:v>
                </c:pt>
                <c:pt idx="3821">
                  <c:v>41312</c:v>
                </c:pt>
                <c:pt idx="3822">
                  <c:v>41313</c:v>
                </c:pt>
                <c:pt idx="3823">
                  <c:v>41316</c:v>
                </c:pt>
                <c:pt idx="3824">
                  <c:v>41317</c:v>
                </c:pt>
                <c:pt idx="3825">
                  <c:v>41318</c:v>
                </c:pt>
                <c:pt idx="3826">
                  <c:v>41319</c:v>
                </c:pt>
                <c:pt idx="3827">
                  <c:v>41320</c:v>
                </c:pt>
                <c:pt idx="3828">
                  <c:v>41324</c:v>
                </c:pt>
                <c:pt idx="3829">
                  <c:v>41325</c:v>
                </c:pt>
                <c:pt idx="3830">
                  <c:v>41326</c:v>
                </c:pt>
                <c:pt idx="3831">
                  <c:v>41327</c:v>
                </c:pt>
                <c:pt idx="3832">
                  <c:v>41330</c:v>
                </c:pt>
                <c:pt idx="3833">
                  <c:v>41331</c:v>
                </c:pt>
                <c:pt idx="3834">
                  <c:v>41332</c:v>
                </c:pt>
                <c:pt idx="3835">
                  <c:v>41333</c:v>
                </c:pt>
                <c:pt idx="3836">
                  <c:v>41334</c:v>
                </c:pt>
                <c:pt idx="3837">
                  <c:v>41337</c:v>
                </c:pt>
                <c:pt idx="3838">
                  <c:v>41338</c:v>
                </c:pt>
                <c:pt idx="3839">
                  <c:v>41339</c:v>
                </c:pt>
                <c:pt idx="3840">
                  <c:v>41340</c:v>
                </c:pt>
                <c:pt idx="3841">
                  <c:v>41341</c:v>
                </c:pt>
                <c:pt idx="3842">
                  <c:v>41344</c:v>
                </c:pt>
                <c:pt idx="3843">
                  <c:v>41345</c:v>
                </c:pt>
                <c:pt idx="3844">
                  <c:v>41346</c:v>
                </c:pt>
                <c:pt idx="3845">
                  <c:v>41347</c:v>
                </c:pt>
                <c:pt idx="3846">
                  <c:v>41348</c:v>
                </c:pt>
                <c:pt idx="3847">
                  <c:v>41351</c:v>
                </c:pt>
                <c:pt idx="3848">
                  <c:v>41352</c:v>
                </c:pt>
                <c:pt idx="3849">
                  <c:v>41353</c:v>
                </c:pt>
                <c:pt idx="3850">
                  <c:v>41354</c:v>
                </c:pt>
                <c:pt idx="3851">
                  <c:v>41355</c:v>
                </c:pt>
                <c:pt idx="3852">
                  <c:v>41358</c:v>
                </c:pt>
                <c:pt idx="3853">
                  <c:v>41359</c:v>
                </c:pt>
                <c:pt idx="3854">
                  <c:v>41360</c:v>
                </c:pt>
                <c:pt idx="3855">
                  <c:v>41361</c:v>
                </c:pt>
                <c:pt idx="3856">
                  <c:v>41365</c:v>
                </c:pt>
                <c:pt idx="3857">
                  <c:v>41366</c:v>
                </c:pt>
                <c:pt idx="3858">
                  <c:v>41367</c:v>
                </c:pt>
                <c:pt idx="3859">
                  <c:v>41368</c:v>
                </c:pt>
                <c:pt idx="3860">
                  <c:v>41369</c:v>
                </c:pt>
                <c:pt idx="3861">
                  <c:v>41372</c:v>
                </c:pt>
                <c:pt idx="3862">
                  <c:v>41373</c:v>
                </c:pt>
                <c:pt idx="3863">
                  <c:v>41374</c:v>
                </c:pt>
                <c:pt idx="3864">
                  <c:v>41375</c:v>
                </c:pt>
                <c:pt idx="3865">
                  <c:v>41376</c:v>
                </c:pt>
                <c:pt idx="3866">
                  <c:v>41379</c:v>
                </c:pt>
                <c:pt idx="3867">
                  <c:v>41380</c:v>
                </c:pt>
                <c:pt idx="3868">
                  <c:v>41381</c:v>
                </c:pt>
                <c:pt idx="3869">
                  <c:v>41382</c:v>
                </c:pt>
                <c:pt idx="3870">
                  <c:v>41383</c:v>
                </c:pt>
                <c:pt idx="3871">
                  <c:v>41386</c:v>
                </c:pt>
                <c:pt idx="3872">
                  <c:v>41387</c:v>
                </c:pt>
                <c:pt idx="3873">
                  <c:v>41388</c:v>
                </c:pt>
                <c:pt idx="3874">
                  <c:v>41389</c:v>
                </c:pt>
                <c:pt idx="3875">
                  <c:v>41390</c:v>
                </c:pt>
                <c:pt idx="3876">
                  <c:v>41393</c:v>
                </c:pt>
                <c:pt idx="3877">
                  <c:v>41394</c:v>
                </c:pt>
                <c:pt idx="3878">
                  <c:v>41395</c:v>
                </c:pt>
                <c:pt idx="3879">
                  <c:v>41396</c:v>
                </c:pt>
                <c:pt idx="3880">
                  <c:v>41397</c:v>
                </c:pt>
                <c:pt idx="3881">
                  <c:v>41400</c:v>
                </c:pt>
                <c:pt idx="3882">
                  <c:v>41401</c:v>
                </c:pt>
                <c:pt idx="3883">
                  <c:v>41402</c:v>
                </c:pt>
                <c:pt idx="3884">
                  <c:v>41403</c:v>
                </c:pt>
                <c:pt idx="3885">
                  <c:v>41404</c:v>
                </c:pt>
                <c:pt idx="3886">
                  <c:v>41407</c:v>
                </c:pt>
                <c:pt idx="3887">
                  <c:v>41408</c:v>
                </c:pt>
                <c:pt idx="3888">
                  <c:v>41409</c:v>
                </c:pt>
                <c:pt idx="3889">
                  <c:v>41410</c:v>
                </c:pt>
                <c:pt idx="3890">
                  <c:v>41411</c:v>
                </c:pt>
                <c:pt idx="3891">
                  <c:v>41414</c:v>
                </c:pt>
                <c:pt idx="3892">
                  <c:v>41415</c:v>
                </c:pt>
                <c:pt idx="3893">
                  <c:v>41416</c:v>
                </c:pt>
                <c:pt idx="3894">
                  <c:v>41417</c:v>
                </c:pt>
                <c:pt idx="3895">
                  <c:v>41418</c:v>
                </c:pt>
                <c:pt idx="3896">
                  <c:v>41422</c:v>
                </c:pt>
                <c:pt idx="3897">
                  <c:v>41423</c:v>
                </c:pt>
                <c:pt idx="3898">
                  <c:v>41424</c:v>
                </c:pt>
                <c:pt idx="3899">
                  <c:v>41425</c:v>
                </c:pt>
                <c:pt idx="3900">
                  <c:v>41428</c:v>
                </c:pt>
                <c:pt idx="3901">
                  <c:v>41429</c:v>
                </c:pt>
                <c:pt idx="3902">
                  <c:v>41430</c:v>
                </c:pt>
                <c:pt idx="3903">
                  <c:v>41431</c:v>
                </c:pt>
                <c:pt idx="3904">
                  <c:v>41432</c:v>
                </c:pt>
                <c:pt idx="3905">
                  <c:v>41435</c:v>
                </c:pt>
                <c:pt idx="3906">
                  <c:v>41436</c:v>
                </c:pt>
                <c:pt idx="3907">
                  <c:v>41437</c:v>
                </c:pt>
                <c:pt idx="3908">
                  <c:v>41438</c:v>
                </c:pt>
                <c:pt idx="3909">
                  <c:v>41439</c:v>
                </c:pt>
                <c:pt idx="3910">
                  <c:v>41442</c:v>
                </c:pt>
                <c:pt idx="3911">
                  <c:v>41443</c:v>
                </c:pt>
                <c:pt idx="3912">
                  <c:v>41444</c:v>
                </c:pt>
                <c:pt idx="3913">
                  <c:v>41445</c:v>
                </c:pt>
                <c:pt idx="3914">
                  <c:v>41446</c:v>
                </c:pt>
                <c:pt idx="3915">
                  <c:v>41449</c:v>
                </c:pt>
                <c:pt idx="3916">
                  <c:v>41450</c:v>
                </c:pt>
                <c:pt idx="3917">
                  <c:v>41451</c:v>
                </c:pt>
                <c:pt idx="3918">
                  <c:v>41452</c:v>
                </c:pt>
                <c:pt idx="3919">
                  <c:v>41453</c:v>
                </c:pt>
                <c:pt idx="3920">
                  <c:v>41456</c:v>
                </c:pt>
                <c:pt idx="3921">
                  <c:v>41457</c:v>
                </c:pt>
                <c:pt idx="3922">
                  <c:v>41458</c:v>
                </c:pt>
                <c:pt idx="3923">
                  <c:v>41460</c:v>
                </c:pt>
                <c:pt idx="3924">
                  <c:v>41463</c:v>
                </c:pt>
                <c:pt idx="3925">
                  <c:v>41464</c:v>
                </c:pt>
                <c:pt idx="3926">
                  <c:v>41465</c:v>
                </c:pt>
                <c:pt idx="3927">
                  <c:v>41466</c:v>
                </c:pt>
                <c:pt idx="3928">
                  <c:v>41467</c:v>
                </c:pt>
                <c:pt idx="3929">
                  <c:v>41470</c:v>
                </c:pt>
                <c:pt idx="3930">
                  <c:v>41471</c:v>
                </c:pt>
                <c:pt idx="3931">
                  <c:v>41472</c:v>
                </c:pt>
                <c:pt idx="3932">
                  <c:v>41473</c:v>
                </c:pt>
                <c:pt idx="3933">
                  <c:v>41474</c:v>
                </c:pt>
                <c:pt idx="3934">
                  <c:v>41477</c:v>
                </c:pt>
                <c:pt idx="3935">
                  <c:v>41478</c:v>
                </c:pt>
                <c:pt idx="3936">
                  <c:v>41479</c:v>
                </c:pt>
                <c:pt idx="3937">
                  <c:v>41480</c:v>
                </c:pt>
                <c:pt idx="3938">
                  <c:v>41481</c:v>
                </c:pt>
                <c:pt idx="3939">
                  <c:v>41484</c:v>
                </c:pt>
                <c:pt idx="3940">
                  <c:v>41485</c:v>
                </c:pt>
                <c:pt idx="3941">
                  <c:v>41486</c:v>
                </c:pt>
                <c:pt idx="3942">
                  <c:v>41487</c:v>
                </c:pt>
                <c:pt idx="3943">
                  <c:v>41488</c:v>
                </c:pt>
                <c:pt idx="3944">
                  <c:v>41491</c:v>
                </c:pt>
                <c:pt idx="3945">
                  <c:v>41492</c:v>
                </c:pt>
                <c:pt idx="3946">
                  <c:v>41493</c:v>
                </c:pt>
                <c:pt idx="3947">
                  <c:v>41494</c:v>
                </c:pt>
                <c:pt idx="3948">
                  <c:v>41495</c:v>
                </c:pt>
                <c:pt idx="3949">
                  <c:v>41498</c:v>
                </c:pt>
                <c:pt idx="3950">
                  <c:v>41499</c:v>
                </c:pt>
                <c:pt idx="3951">
                  <c:v>41500</c:v>
                </c:pt>
                <c:pt idx="3952">
                  <c:v>41501</c:v>
                </c:pt>
                <c:pt idx="3953">
                  <c:v>41502</c:v>
                </c:pt>
                <c:pt idx="3954">
                  <c:v>41505</c:v>
                </c:pt>
                <c:pt idx="3955">
                  <c:v>41506</c:v>
                </c:pt>
                <c:pt idx="3956">
                  <c:v>41507</c:v>
                </c:pt>
                <c:pt idx="3957">
                  <c:v>41508</c:v>
                </c:pt>
                <c:pt idx="3958">
                  <c:v>41509</c:v>
                </c:pt>
                <c:pt idx="3959">
                  <c:v>41512</c:v>
                </c:pt>
                <c:pt idx="3960">
                  <c:v>41513</c:v>
                </c:pt>
                <c:pt idx="3961">
                  <c:v>41514</c:v>
                </c:pt>
                <c:pt idx="3962">
                  <c:v>41515</c:v>
                </c:pt>
                <c:pt idx="3963">
                  <c:v>41516</c:v>
                </c:pt>
                <c:pt idx="3964">
                  <c:v>41520</c:v>
                </c:pt>
                <c:pt idx="3965">
                  <c:v>41521</c:v>
                </c:pt>
                <c:pt idx="3966">
                  <c:v>41522</c:v>
                </c:pt>
                <c:pt idx="3967">
                  <c:v>41523</c:v>
                </c:pt>
                <c:pt idx="3968">
                  <c:v>41526</c:v>
                </c:pt>
                <c:pt idx="3969">
                  <c:v>41527</c:v>
                </c:pt>
                <c:pt idx="3970">
                  <c:v>41528</c:v>
                </c:pt>
                <c:pt idx="3971">
                  <c:v>41529</c:v>
                </c:pt>
                <c:pt idx="3972">
                  <c:v>41530</c:v>
                </c:pt>
                <c:pt idx="3973">
                  <c:v>41533</c:v>
                </c:pt>
                <c:pt idx="3974">
                  <c:v>41534</c:v>
                </c:pt>
                <c:pt idx="3975">
                  <c:v>41535</c:v>
                </c:pt>
                <c:pt idx="3976">
                  <c:v>41536</c:v>
                </c:pt>
                <c:pt idx="3977">
                  <c:v>41537</c:v>
                </c:pt>
                <c:pt idx="3978">
                  <c:v>41540</c:v>
                </c:pt>
                <c:pt idx="3979">
                  <c:v>41541</c:v>
                </c:pt>
                <c:pt idx="3980">
                  <c:v>41542</c:v>
                </c:pt>
                <c:pt idx="3981">
                  <c:v>41543</c:v>
                </c:pt>
                <c:pt idx="3982">
                  <c:v>41544</c:v>
                </c:pt>
                <c:pt idx="3983">
                  <c:v>41547</c:v>
                </c:pt>
                <c:pt idx="3984">
                  <c:v>41548</c:v>
                </c:pt>
                <c:pt idx="3985">
                  <c:v>41549</c:v>
                </c:pt>
                <c:pt idx="3986">
                  <c:v>41550</c:v>
                </c:pt>
                <c:pt idx="3987">
                  <c:v>41551</c:v>
                </c:pt>
                <c:pt idx="3988">
                  <c:v>41554</c:v>
                </c:pt>
                <c:pt idx="3989">
                  <c:v>41555</c:v>
                </c:pt>
                <c:pt idx="3990">
                  <c:v>41556</c:v>
                </c:pt>
                <c:pt idx="3991">
                  <c:v>41557</c:v>
                </c:pt>
                <c:pt idx="3992">
                  <c:v>41558</c:v>
                </c:pt>
                <c:pt idx="3993">
                  <c:v>41561</c:v>
                </c:pt>
                <c:pt idx="3994">
                  <c:v>41562</c:v>
                </c:pt>
                <c:pt idx="3995">
                  <c:v>41563</c:v>
                </c:pt>
                <c:pt idx="3996">
                  <c:v>41564</c:v>
                </c:pt>
                <c:pt idx="3997">
                  <c:v>41565</c:v>
                </c:pt>
                <c:pt idx="3998">
                  <c:v>41568</c:v>
                </c:pt>
                <c:pt idx="3999">
                  <c:v>41569</c:v>
                </c:pt>
                <c:pt idx="4000">
                  <c:v>41570</c:v>
                </c:pt>
                <c:pt idx="4001">
                  <c:v>41571</c:v>
                </c:pt>
                <c:pt idx="4002">
                  <c:v>41572</c:v>
                </c:pt>
                <c:pt idx="4003">
                  <c:v>41575</c:v>
                </c:pt>
                <c:pt idx="4004">
                  <c:v>41576</c:v>
                </c:pt>
                <c:pt idx="4005">
                  <c:v>41577</c:v>
                </c:pt>
                <c:pt idx="4006">
                  <c:v>41578</c:v>
                </c:pt>
                <c:pt idx="4007">
                  <c:v>41579</c:v>
                </c:pt>
                <c:pt idx="4008">
                  <c:v>41582</c:v>
                </c:pt>
                <c:pt idx="4009">
                  <c:v>41583</c:v>
                </c:pt>
                <c:pt idx="4010">
                  <c:v>41584</c:v>
                </c:pt>
                <c:pt idx="4011">
                  <c:v>41585</c:v>
                </c:pt>
                <c:pt idx="4012">
                  <c:v>41586</c:v>
                </c:pt>
                <c:pt idx="4013">
                  <c:v>41589</c:v>
                </c:pt>
                <c:pt idx="4014">
                  <c:v>41590</c:v>
                </c:pt>
                <c:pt idx="4015">
                  <c:v>41591</c:v>
                </c:pt>
                <c:pt idx="4016">
                  <c:v>41592</c:v>
                </c:pt>
                <c:pt idx="4017">
                  <c:v>41593</c:v>
                </c:pt>
                <c:pt idx="4018">
                  <c:v>41596</c:v>
                </c:pt>
                <c:pt idx="4019">
                  <c:v>41597</c:v>
                </c:pt>
                <c:pt idx="4020">
                  <c:v>41598</c:v>
                </c:pt>
                <c:pt idx="4021">
                  <c:v>41599</c:v>
                </c:pt>
                <c:pt idx="4022">
                  <c:v>41600</c:v>
                </c:pt>
                <c:pt idx="4023">
                  <c:v>41603</c:v>
                </c:pt>
                <c:pt idx="4024">
                  <c:v>41604</c:v>
                </c:pt>
                <c:pt idx="4025">
                  <c:v>41605</c:v>
                </c:pt>
                <c:pt idx="4026">
                  <c:v>41607</c:v>
                </c:pt>
                <c:pt idx="4027">
                  <c:v>41610</c:v>
                </c:pt>
                <c:pt idx="4028">
                  <c:v>41611</c:v>
                </c:pt>
                <c:pt idx="4029">
                  <c:v>41612</c:v>
                </c:pt>
                <c:pt idx="4030">
                  <c:v>41613</c:v>
                </c:pt>
                <c:pt idx="4031">
                  <c:v>41614</c:v>
                </c:pt>
                <c:pt idx="4032">
                  <c:v>41617</c:v>
                </c:pt>
                <c:pt idx="4033">
                  <c:v>41618</c:v>
                </c:pt>
                <c:pt idx="4034">
                  <c:v>41619</c:v>
                </c:pt>
                <c:pt idx="4035">
                  <c:v>41620</c:v>
                </c:pt>
                <c:pt idx="4036">
                  <c:v>41621</c:v>
                </c:pt>
                <c:pt idx="4037">
                  <c:v>41624</c:v>
                </c:pt>
                <c:pt idx="4038">
                  <c:v>41625</c:v>
                </c:pt>
                <c:pt idx="4039">
                  <c:v>41626</c:v>
                </c:pt>
                <c:pt idx="4040">
                  <c:v>41627</c:v>
                </c:pt>
                <c:pt idx="4041">
                  <c:v>41628</c:v>
                </c:pt>
                <c:pt idx="4042">
                  <c:v>41631</c:v>
                </c:pt>
                <c:pt idx="4043">
                  <c:v>41632</c:v>
                </c:pt>
                <c:pt idx="4044">
                  <c:v>41634</c:v>
                </c:pt>
                <c:pt idx="4045">
                  <c:v>41635</c:v>
                </c:pt>
                <c:pt idx="4046">
                  <c:v>41638</c:v>
                </c:pt>
                <c:pt idx="4047">
                  <c:v>41639</c:v>
                </c:pt>
                <c:pt idx="4048">
                  <c:v>41641</c:v>
                </c:pt>
                <c:pt idx="4049">
                  <c:v>41642</c:v>
                </c:pt>
                <c:pt idx="4050">
                  <c:v>41645</c:v>
                </c:pt>
                <c:pt idx="4051">
                  <c:v>41646</c:v>
                </c:pt>
                <c:pt idx="4052">
                  <c:v>41647</c:v>
                </c:pt>
                <c:pt idx="4053">
                  <c:v>41648</c:v>
                </c:pt>
                <c:pt idx="4054">
                  <c:v>41649</c:v>
                </c:pt>
                <c:pt idx="4055">
                  <c:v>41652</c:v>
                </c:pt>
                <c:pt idx="4056">
                  <c:v>41653</c:v>
                </c:pt>
                <c:pt idx="4057">
                  <c:v>41654</c:v>
                </c:pt>
                <c:pt idx="4058">
                  <c:v>41655</c:v>
                </c:pt>
                <c:pt idx="4059">
                  <c:v>41656</c:v>
                </c:pt>
                <c:pt idx="4060">
                  <c:v>41660</c:v>
                </c:pt>
                <c:pt idx="4061">
                  <c:v>41661</c:v>
                </c:pt>
                <c:pt idx="4062">
                  <c:v>41662</c:v>
                </c:pt>
                <c:pt idx="4063">
                  <c:v>41663</c:v>
                </c:pt>
                <c:pt idx="4064">
                  <c:v>41666</c:v>
                </c:pt>
                <c:pt idx="4065">
                  <c:v>41667</c:v>
                </c:pt>
                <c:pt idx="4066">
                  <c:v>41668</c:v>
                </c:pt>
                <c:pt idx="4067">
                  <c:v>41669</c:v>
                </c:pt>
                <c:pt idx="4068">
                  <c:v>41670</c:v>
                </c:pt>
                <c:pt idx="4069">
                  <c:v>41673</c:v>
                </c:pt>
                <c:pt idx="4070">
                  <c:v>41674</c:v>
                </c:pt>
                <c:pt idx="4071">
                  <c:v>41675</c:v>
                </c:pt>
                <c:pt idx="4072">
                  <c:v>41676</c:v>
                </c:pt>
                <c:pt idx="4073">
                  <c:v>41677</c:v>
                </c:pt>
                <c:pt idx="4074">
                  <c:v>41680</c:v>
                </c:pt>
                <c:pt idx="4075">
                  <c:v>41681</c:v>
                </c:pt>
                <c:pt idx="4076">
                  <c:v>41682</c:v>
                </c:pt>
                <c:pt idx="4077">
                  <c:v>41683</c:v>
                </c:pt>
                <c:pt idx="4078">
                  <c:v>41684</c:v>
                </c:pt>
                <c:pt idx="4079">
                  <c:v>41688</c:v>
                </c:pt>
                <c:pt idx="4080">
                  <c:v>41689</c:v>
                </c:pt>
                <c:pt idx="4081">
                  <c:v>41690</c:v>
                </c:pt>
                <c:pt idx="4082">
                  <c:v>41691</c:v>
                </c:pt>
                <c:pt idx="4083">
                  <c:v>41694</c:v>
                </c:pt>
                <c:pt idx="4084">
                  <c:v>41695</c:v>
                </c:pt>
                <c:pt idx="4085">
                  <c:v>41696</c:v>
                </c:pt>
                <c:pt idx="4086">
                  <c:v>41697</c:v>
                </c:pt>
                <c:pt idx="4087">
                  <c:v>41698</c:v>
                </c:pt>
                <c:pt idx="4088">
                  <c:v>41701</c:v>
                </c:pt>
                <c:pt idx="4089">
                  <c:v>41702</c:v>
                </c:pt>
                <c:pt idx="4090">
                  <c:v>41703</c:v>
                </c:pt>
                <c:pt idx="4091">
                  <c:v>41704</c:v>
                </c:pt>
                <c:pt idx="4092">
                  <c:v>41705</c:v>
                </c:pt>
                <c:pt idx="4093">
                  <c:v>41708</c:v>
                </c:pt>
                <c:pt idx="4094">
                  <c:v>41709</c:v>
                </c:pt>
                <c:pt idx="4095">
                  <c:v>41710</c:v>
                </c:pt>
                <c:pt idx="4096">
                  <c:v>41711</c:v>
                </c:pt>
                <c:pt idx="4097">
                  <c:v>41712</c:v>
                </c:pt>
                <c:pt idx="4098">
                  <c:v>41715</c:v>
                </c:pt>
                <c:pt idx="4099">
                  <c:v>41716</c:v>
                </c:pt>
                <c:pt idx="4100">
                  <c:v>41717</c:v>
                </c:pt>
                <c:pt idx="4101">
                  <c:v>41718</c:v>
                </c:pt>
                <c:pt idx="4102">
                  <c:v>41719</c:v>
                </c:pt>
                <c:pt idx="4103">
                  <c:v>41722</c:v>
                </c:pt>
                <c:pt idx="4104">
                  <c:v>41723</c:v>
                </c:pt>
                <c:pt idx="4105">
                  <c:v>41724</c:v>
                </c:pt>
                <c:pt idx="4106">
                  <c:v>41725</c:v>
                </c:pt>
                <c:pt idx="4107">
                  <c:v>41726</c:v>
                </c:pt>
                <c:pt idx="4108">
                  <c:v>41729</c:v>
                </c:pt>
                <c:pt idx="4109">
                  <c:v>41730</c:v>
                </c:pt>
                <c:pt idx="4110">
                  <c:v>41731</c:v>
                </c:pt>
                <c:pt idx="4111">
                  <c:v>41732</c:v>
                </c:pt>
                <c:pt idx="4112">
                  <c:v>41733</c:v>
                </c:pt>
                <c:pt idx="4113">
                  <c:v>41736</c:v>
                </c:pt>
                <c:pt idx="4114">
                  <c:v>41737</c:v>
                </c:pt>
                <c:pt idx="4115">
                  <c:v>41738</c:v>
                </c:pt>
                <c:pt idx="4116">
                  <c:v>41739</c:v>
                </c:pt>
                <c:pt idx="4117">
                  <c:v>41740</c:v>
                </c:pt>
                <c:pt idx="4118">
                  <c:v>41743</c:v>
                </c:pt>
                <c:pt idx="4119">
                  <c:v>41744</c:v>
                </c:pt>
                <c:pt idx="4120">
                  <c:v>41745</c:v>
                </c:pt>
                <c:pt idx="4121">
                  <c:v>41746</c:v>
                </c:pt>
                <c:pt idx="4122">
                  <c:v>41750</c:v>
                </c:pt>
                <c:pt idx="4123">
                  <c:v>41751</c:v>
                </c:pt>
                <c:pt idx="4124">
                  <c:v>41752</c:v>
                </c:pt>
                <c:pt idx="4125">
                  <c:v>41753</c:v>
                </c:pt>
                <c:pt idx="4126">
                  <c:v>41754</c:v>
                </c:pt>
                <c:pt idx="4127">
                  <c:v>41757</c:v>
                </c:pt>
                <c:pt idx="4128">
                  <c:v>41758</c:v>
                </c:pt>
                <c:pt idx="4129">
                  <c:v>41759</c:v>
                </c:pt>
                <c:pt idx="4130">
                  <c:v>41760</c:v>
                </c:pt>
                <c:pt idx="4131">
                  <c:v>41761</c:v>
                </c:pt>
                <c:pt idx="4132">
                  <c:v>41764</c:v>
                </c:pt>
                <c:pt idx="4133">
                  <c:v>41765</c:v>
                </c:pt>
                <c:pt idx="4134">
                  <c:v>41766</c:v>
                </c:pt>
                <c:pt idx="4135">
                  <c:v>41767</c:v>
                </c:pt>
                <c:pt idx="4136">
                  <c:v>41768</c:v>
                </c:pt>
                <c:pt idx="4137">
                  <c:v>41771</c:v>
                </c:pt>
                <c:pt idx="4138">
                  <c:v>41772</c:v>
                </c:pt>
                <c:pt idx="4139">
                  <c:v>41773</c:v>
                </c:pt>
                <c:pt idx="4140">
                  <c:v>41774</c:v>
                </c:pt>
                <c:pt idx="4141">
                  <c:v>41775</c:v>
                </c:pt>
                <c:pt idx="4142">
                  <c:v>41778</c:v>
                </c:pt>
                <c:pt idx="4143">
                  <c:v>41779</c:v>
                </c:pt>
                <c:pt idx="4144">
                  <c:v>41780</c:v>
                </c:pt>
                <c:pt idx="4145">
                  <c:v>41781</c:v>
                </c:pt>
                <c:pt idx="4146">
                  <c:v>41782</c:v>
                </c:pt>
                <c:pt idx="4147">
                  <c:v>41786</c:v>
                </c:pt>
                <c:pt idx="4148">
                  <c:v>41787</c:v>
                </c:pt>
                <c:pt idx="4149">
                  <c:v>41788</c:v>
                </c:pt>
                <c:pt idx="4150">
                  <c:v>41789</c:v>
                </c:pt>
                <c:pt idx="4151">
                  <c:v>41792</c:v>
                </c:pt>
                <c:pt idx="4152">
                  <c:v>41793</c:v>
                </c:pt>
                <c:pt idx="4153">
                  <c:v>41794</c:v>
                </c:pt>
                <c:pt idx="4154">
                  <c:v>41795</c:v>
                </c:pt>
                <c:pt idx="4155">
                  <c:v>41796</c:v>
                </c:pt>
                <c:pt idx="4156">
                  <c:v>41799</c:v>
                </c:pt>
                <c:pt idx="4157">
                  <c:v>41800</c:v>
                </c:pt>
                <c:pt idx="4158">
                  <c:v>41801</c:v>
                </c:pt>
                <c:pt idx="4159">
                  <c:v>41802</c:v>
                </c:pt>
                <c:pt idx="4160">
                  <c:v>41803</c:v>
                </c:pt>
                <c:pt idx="4161">
                  <c:v>41806</c:v>
                </c:pt>
                <c:pt idx="4162">
                  <c:v>41807</c:v>
                </c:pt>
                <c:pt idx="4163">
                  <c:v>41808</c:v>
                </c:pt>
                <c:pt idx="4164">
                  <c:v>41809</c:v>
                </c:pt>
                <c:pt idx="4165">
                  <c:v>41810</c:v>
                </c:pt>
                <c:pt idx="4166">
                  <c:v>41813</c:v>
                </c:pt>
                <c:pt idx="4167">
                  <c:v>41814</c:v>
                </c:pt>
                <c:pt idx="4168">
                  <c:v>41815</c:v>
                </c:pt>
                <c:pt idx="4169">
                  <c:v>41816</c:v>
                </c:pt>
                <c:pt idx="4170">
                  <c:v>41817</c:v>
                </c:pt>
                <c:pt idx="4171">
                  <c:v>41820</c:v>
                </c:pt>
                <c:pt idx="4172">
                  <c:v>41821</c:v>
                </c:pt>
                <c:pt idx="4173">
                  <c:v>41822</c:v>
                </c:pt>
                <c:pt idx="4174">
                  <c:v>41823</c:v>
                </c:pt>
                <c:pt idx="4175">
                  <c:v>41827</c:v>
                </c:pt>
                <c:pt idx="4176">
                  <c:v>41828</c:v>
                </c:pt>
                <c:pt idx="4177">
                  <c:v>41829</c:v>
                </c:pt>
                <c:pt idx="4178">
                  <c:v>41830</c:v>
                </c:pt>
                <c:pt idx="4179">
                  <c:v>41831</c:v>
                </c:pt>
                <c:pt idx="4180">
                  <c:v>41834</c:v>
                </c:pt>
                <c:pt idx="4181">
                  <c:v>41835</c:v>
                </c:pt>
                <c:pt idx="4182">
                  <c:v>41836</c:v>
                </c:pt>
                <c:pt idx="4183">
                  <c:v>41837</c:v>
                </c:pt>
                <c:pt idx="4184">
                  <c:v>41838</c:v>
                </c:pt>
                <c:pt idx="4185">
                  <c:v>41841</c:v>
                </c:pt>
                <c:pt idx="4186">
                  <c:v>41842</c:v>
                </c:pt>
                <c:pt idx="4187">
                  <c:v>41843</c:v>
                </c:pt>
                <c:pt idx="4188">
                  <c:v>41844</c:v>
                </c:pt>
                <c:pt idx="4189">
                  <c:v>41845</c:v>
                </c:pt>
                <c:pt idx="4190">
                  <c:v>41848</c:v>
                </c:pt>
                <c:pt idx="4191">
                  <c:v>41849</c:v>
                </c:pt>
                <c:pt idx="4192">
                  <c:v>41850</c:v>
                </c:pt>
                <c:pt idx="4193">
                  <c:v>41851</c:v>
                </c:pt>
                <c:pt idx="4194">
                  <c:v>41852</c:v>
                </c:pt>
                <c:pt idx="4195">
                  <c:v>41855</c:v>
                </c:pt>
                <c:pt idx="4196">
                  <c:v>41856</c:v>
                </c:pt>
                <c:pt idx="4197">
                  <c:v>41857</c:v>
                </c:pt>
                <c:pt idx="4198">
                  <c:v>41858</c:v>
                </c:pt>
                <c:pt idx="4199">
                  <c:v>41859</c:v>
                </c:pt>
                <c:pt idx="4200">
                  <c:v>41862</c:v>
                </c:pt>
                <c:pt idx="4201">
                  <c:v>41863</c:v>
                </c:pt>
                <c:pt idx="4202">
                  <c:v>41864</c:v>
                </c:pt>
                <c:pt idx="4203">
                  <c:v>41865</c:v>
                </c:pt>
                <c:pt idx="4204">
                  <c:v>41866</c:v>
                </c:pt>
                <c:pt idx="4205">
                  <c:v>41869</c:v>
                </c:pt>
                <c:pt idx="4206">
                  <c:v>41870</c:v>
                </c:pt>
                <c:pt idx="4207">
                  <c:v>41871</c:v>
                </c:pt>
                <c:pt idx="4208">
                  <c:v>41872</c:v>
                </c:pt>
                <c:pt idx="4209">
                  <c:v>41873</c:v>
                </c:pt>
                <c:pt idx="4210">
                  <c:v>41876</c:v>
                </c:pt>
                <c:pt idx="4211">
                  <c:v>41877</c:v>
                </c:pt>
                <c:pt idx="4212">
                  <c:v>41878</c:v>
                </c:pt>
                <c:pt idx="4213">
                  <c:v>41879</c:v>
                </c:pt>
                <c:pt idx="4214">
                  <c:v>41880</c:v>
                </c:pt>
                <c:pt idx="4215">
                  <c:v>41884</c:v>
                </c:pt>
                <c:pt idx="4216">
                  <c:v>41885</c:v>
                </c:pt>
                <c:pt idx="4217">
                  <c:v>41886</c:v>
                </c:pt>
                <c:pt idx="4218">
                  <c:v>41887</c:v>
                </c:pt>
                <c:pt idx="4219">
                  <c:v>41890</c:v>
                </c:pt>
                <c:pt idx="4220">
                  <c:v>41891</c:v>
                </c:pt>
                <c:pt idx="4221">
                  <c:v>41892</c:v>
                </c:pt>
                <c:pt idx="4222">
                  <c:v>41893</c:v>
                </c:pt>
                <c:pt idx="4223">
                  <c:v>41894</c:v>
                </c:pt>
                <c:pt idx="4224">
                  <c:v>41897</c:v>
                </c:pt>
                <c:pt idx="4225">
                  <c:v>41898</c:v>
                </c:pt>
                <c:pt idx="4226">
                  <c:v>41899</c:v>
                </c:pt>
                <c:pt idx="4227">
                  <c:v>41900</c:v>
                </c:pt>
                <c:pt idx="4228">
                  <c:v>41901</c:v>
                </c:pt>
                <c:pt idx="4229">
                  <c:v>41904</c:v>
                </c:pt>
                <c:pt idx="4230">
                  <c:v>41905</c:v>
                </c:pt>
                <c:pt idx="4231">
                  <c:v>41906</c:v>
                </c:pt>
                <c:pt idx="4232">
                  <c:v>41907</c:v>
                </c:pt>
                <c:pt idx="4233">
                  <c:v>41908</c:v>
                </c:pt>
                <c:pt idx="4234">
                  <c:v>41911</c:v>
                </c:pt>
                <c:pt idx="4235">
                  <c:v>41912</c:v>
                </c:pt>
                <c:pt idx="4236">
                  <c:v>41913</c:v>
                </c:pt>
                <c:pt idx="4237">
                  <c:v>41914</c:v>
                </c:pt>
                <c:pt idx="4238">
                  <c:v>41915</c:v>
                </c:pt>
                <c:pt idx="4239">
                  <c:v>41918</c:v>
                </c:pt>
                <c:pt idx="4240">
                  <c:v>41919</c:v>
                </c:pt>
                <c:pt idx="4241">
                  <c:v>41920</c:v>
                </c:pt>
                <c:pt idx="4242">
                  <c:v>41921</c:v>
                </c:pt>
                <c:pt idx="4243">
                  <c:v>41922</c:v>
                </c:pt>
                <c:pt idx="4244">
                  <c:v>41925</c:v>
                </c:pt>
                <c:pt idx="4245">
                  <c:v>41926</c:v>
                </c:pt>
                <c:pt idx="4246">
                  <c:v>41927</c:v>
                </c:pt>
                <c:pt idx="4247">
                  <c:v>41928</c:v>
                </c:pt>
                <c:pt idx="4248">
                  <c:v>41929</c:v>
                </c:pt>
                <c:pt idx="4249">
                  <c:v>41932</c:v>
                </c:pt>
                <c:pt idx="4250">
                  <c:v>41933</c:v>
                </c:pt>
                <c:pt idx="4251">
                  <c:v>41934</c:v>
                </c:pt>
                <c:pt idx="4252">
                  <c:v>41935</c:v>
                </c:pt>
                <c:pt idx="4253">
                  <c:v>41936</c:v>
                </c:pt>
                <c:pt idx="4254">
                  <c:v>41939</c:v>
                </c:pt>
                <c:pt idx="4255">
                  <c:v>41940</c:v>
                </c:pt>
                <c:pt idx="4256">
                  <c:v>41941</c:v>
                </c:pt>
                <c:pt idx="4257">
                  <c:v>41942</c:v>
                </c:pt>
                <c:pt idx="4258">
                  <c:v>41943</c:v>
                </c:pt>
                <c:pt idx="4259">
                  <c:v>41946</c:v>
                </c:pt>
                <c:pt idx="4260">
                  <c:v>41947</c:v>
                </c:pt>
                <c:pt idx="4261">
                  <c:v>41948</c:v>
                </c:pt>
                <c:pt idx="4262">
                  <c:v>41949</c:v>
                </c:pt>
                <c:pt idx="4263">
                  <c:v>41950</c:v>
                </c:pt>
                <c:pt idx="4264">
                  <c:v>41953</c:v>
                </c:pt>
                <c:pt idx="4265">
                  <c:v>41954</c:v>
                </c:pt>
                <c:pt idx="4266">
                  <c:v>41955</c:v>
                </c:pt>
                <c:pt idx="4267">
                  <c:v>41956</c:v>
                </c:pt>
                <c:pt idx="4268">
                  <c:v>41957</c:v>
                </c:pt>
                <c:pt idx="4269">
                  <c:v>41960</c:v>
                </c:pt>
                <c:pt idx="4270">
                  <c:v>41961</c:v>
                </c:pt>
                <c:pt idx="4271">
                  <c:v>41962</c:v>
                </c:pt>
                <c:pt idx="4272">
                  <c:v>41963</c:v>
                </c:pt>
                <c:pt idx="4273">
                  <c:v>41964</c:v>
                </c:pt>
                <c:pt idx="4274">
                  <c:v>41967</c:v>
                </c:pt>
                <c:pt idx="4275">
                  <c:v>41968</c:v>
                </c:pt>
                <c:pt idx="4276">
                  <c:v>41969</c:v>
                </c:pt>
                <c:pt idx="4277">
                  <c:v>41971</c:v>
                </c:pt>
                <c:pt idx="4278">
                  <c:v>41974</c:v>
                </c:pt>
                <c:pt idx="4279">
                  <c:v>41975</c:v>
                </c:pt>
                <c:pt idx="4280">
                  <c:v>41976</c:v>
                </c:pt>
                <c:pt idx="4281">
                  <c:v>41977</c:v>
                </c:pt>
                <c:pt idx="4282">
                  <c:v>41978</c:v>
                </c:pt>
                <c:pt idx="4283">
                  <c:v>41981</c:v>
                </c:pt>
                <c:pt idx="4284">
                  <c:v>41982</c:v>
                </c:pt>
                <c:pt idx="4285">
                  <c:v>41983</c:v>
                </c:pt>
                <c:pt idx="4286">
                  <c:v>41984</c:v>
                </c:pt>
                <c:pt idx="4287">
                  <c:v>41985</c:v>
                </c:pt>
                <c:pt idx="4288">
                  <c:v>41988</c:v>
                </c:pt>
                <c:pt idx="4289">
                  <c:v>41989</c:v>
                </c:pt>
                <c:pt idx="4290">
                  <c:v>41990</c:v>
                </c:pt>
                <c:pt idx="4291">
                  <c:v>41991</c:v>
                </c:pt>
                <c:pt idx="4292">
                  <c:v>41992</c:v>
                </c:pt>
                <c:pt idx="4293">
                  <c:v>41995</c:v>
                </c:pt>
                <c:pt idx="4294">
                  <c:v>41996</c:v>
                </c:pt>
                <c:pt idx="4295">
                  <c:v>41997</c:v>
                </c:pt>
                <c:pt idx="4296">
                  <c:v>41999</c:v>
                </c:pt>
                <c:pt idx="4297">
                  <c:v>42002</c:v>
                </c:pt>
                <c:pt idx="4298">
                  <c:v>42003</c:v>
                </c:pt>
                <c:pt idx="4299">
                  <c:v>42004</c:v>
                </c:pt>
                <c:pt idx="4300">
                  <c:v>42006</c:v>
                </c:pt>
                <c:pt idx="4301">
                  <c:v>42009</c:v>
                </c:pt>
                <c:pt idx="4302">
                  <c:v>42010</c:v>
                </c:pt>
                <c:pt idx="4303">
                  <c:v>42011</c:v>
                </c:pt>
                <c:pt idx="4304">
                  <c:v>42012</c:v>
                </c:pt>
                <c:pt idx="4305">
                  <c:v>42013</c:v>
                </c:pt>
                <c:pt idx="4306">
                  <c:v>42016</c:v>
                </c:pt>
                <c:pt idx="4307">
                  <c:v>42017</c:v>
                </c:pt>
                <c:pt idx="4308">
                  <c:v>42018</c:v>
                </c:pt>
                <c:pt idx="4309">
                  <c:v>42019</c:v>
                </c:pt>
                <c:pt idx="4310">
                  <c:v>42020</c:v>
                </c:pt>
                <c:pt idx="4311">
                  <c:v>42024</c:v>
                </c:pt>
                <c:pt idx="4312">
                  <c:v>42025</c:v>
                </c:pt>
                <c:pt idx="4313">
                  <c:v>42026</c:v>
                </c:pt>
                <c:pt idx="4314">
                  <c:v>42027</c:v>
                </c:pt>
                <c:pt idx="4315">
                  <c:v>42030</c:v>
                </c:pt>
                <c:pt idx="4316">
                  <c:v>42031</c:v>
                </c:pt>
                <c:pt idx="4317">
                  <c:v>42032</c:v>
                </c:pt>
                <c:pt idx="4318">
                  <c:v>42033</c:v>
                </c:pt>
                <c:pt idx="4319">
                  <c:v>42034</c:v>
                </c:pt>
                <c:pt idx="4320">
                  <c:v>42037</c:v>
                </c:pt>
                <c:pt idx="4321">
                  <c:v>42038</c:v>
                </c:pt>
                <c:pt idx="4322">
                  <c:v>42039</c:v>
                </c:pt>
                <c:pt idx="4323">
                  <c:v>42040</c:v>
                </c:pt>
                <c:pt idx="4324">
                  <c:v>42041</c:v>
                </c:pt>
                <c:pt idx="4325">
                  <c:v>42044</c:v>
                </c:pt>
                <c:pt idx="4326">
                  <c:v>42045</c:v>
                </c:pt>
                <c:pt idx="4327">
                  <c:v>42046</c:v>
                </c:pt>
                <c:pt idx="4328">
                  <c:v>42047</c:v>
                </c:pt>
                <c:pt idx="4329">
                  <c:v>42048</c:v>
                </c:pt>
                <c:pt idx="4330">
                  <c:v>42052</c:v>
                </c:pt>
                <c:pt idx="4331">
                  <c:v>42053</c:v>
                </c:pt>
                <c:pt idx="4332">
                  <c:v>42054</c:v>
                </c:pt>
                <c:pt idx="4333">
                  <c:v>42055</c:v>
                </c:pt>
                <c:pt idx="4334">
                  <c:v>42058</c:v>
                </c:pt>
                <c:pt idx="4335">
                  <c:v>42059</c:v>
                </c:pt>
                <c:pt idx="4336">
                  <c:v>42060</c:v>
                </c:pt>
                <c:pt idx="4337">
                  <c:v>42061</c:v>
                </c:pt>
                <c:pt idx="4338">
                  <c:v>42062</c:v>
                </c:pt>
                <c:pt idx="4339">
                  <c:v>42065</c:v>
                </c:pt>
                <c:pt idx="4340">
                  <c:v>42066</c:v>
                </c:pt>
                <c:pt idx="4341">
                  <c:v>42067</c:v>
                </c:pt>
                <c:pt idx="4342">
                  <c:v>42068</c:v>
                </c:pt>
                <c:pt idx="4343">
                  <c:v>42069</c:v>
                </c:pt>
                <c:pt idx="4344">
                  <c:v>42072</c:v>
                </c:pt>
                <c:pt idx="4345">
                  <c:v>42073</c:v>
                </c:pt>
                <c:pt idx="4346">
                  <c:v>42074</c:v>
                </c:pt>
                <c:pt idx="4347">
                  <c:v>42075</c:v>
                </c:pt>
                <c:pt idx="4348">
                  <c:v>42076</c:v>
                </c:pt>
                <c:pt idx="4349">
                  <c:v>42079</c:v>
                </c:pt>
                <c:pt idx="4350">
                  <c:v>42080</c:v>
                </c:pt>
                <c:pt idx="4351">
                  <c:v>42081</c:v>
                </c:pt>
                <c:pt idx="4352">
                  <c:v>42082</c:v>
                </c:pt>
                <c:pt idx="4353">
                  <c:v>42083</c:v>
                </c:pt>
                <c:pt idx="4354">
                  <c:v>42086</c:v>
                </c:pt>
                <c:pt idx="4355">
                  <c:v>42087</c:v>
                </c:pt>
                <c:pt idx="4356">
                  <c:v>42088</c:v>
                </c:pt>
                <c:pt idx="4357">
                  <c:v>42089</c:v>
                </c:pt>
                <c:pt idx="4358">
                  <c:v>42090</c:v>
                </c:pt>
                <c:pt idx="4359">
                  <c:v>42093</c:v>
                </c:pt>
                <c:pt idx="4360">
                  <c:v>42094</c:v>
                </c:pt>
                <c:pt idx="4361">
                  <c:v>42095</c:v>
                </c:pt>
                <c:pt idx="4362">
                  <c:v>42096</c:v>
                </c:pt>
                <c:pt idx="4363">
                  <c:v>42100</c:v>
                </c:pt>
                <c:pt idx="4364">
                  <c:v>42101</c:v>
                </c:pt>
                <c:pt idx="4365">
                  <c:v>42102</c:v>
                </c:pt>
                <c:pt idx="4366">
                  <c:v>42103</c:v>
                </c:pt>
                <c:pt idx="4367">
                  <c:v>42104</c:v>
                </c:pt>
                <c:pt idx="4368">
                  <c:v>42107</c:v>
                </c:pt>
                <c:pt idx="4369">
                  <c:v>42108</c:v>
                </c:pt>
                <c:pt idx="4370">
                  <c:v>42109</c:v>
                </c:pt>
                <c:pt idx="4371">
                  <c:v>42110</c:v>
                </c:pt>
                <c:pt idx="4372">
                  <c:v>42111</c:v>
                </c:pt>
                <c:pt idx="4373">
                  <c:v>42114</c:v>
                </c:pt>
                <c:pt idx="4374">
                  <c:v>42115</c:v>
                </c:pt>
                <c:pt idx="4375">
                  <c:v>42116</c:v>
                </c:pt>
                <c:pt idx="4376">
                  <c:v>42117</c:v>
                </c:pt>
                <c:pt idx="4377">
                  <c:v>42118</c:v>
                </c:pt>
                <c:pt idx="4378">
                  <c:v>42121</c:v>
                </c:pt>
                <c:pt idx="4379">
                  <c:v>42122</c:v>
                </c:pt>
                <c:pt idx="4380">
                  <c:v>42123</c:v>
                </c:pt>
                <c:pt idx="4381">
                  <c:v>42124</c:v>
                </c:pt>
                <c:pt idx="4382">
                  <c:v>42125</c:v>
                </c:pt>
                <c:pt idx="4383">
                  <c:v>42128</c:v>
                </c:pt>
                <c:pt idx="4384">
                  <c:v>42129</c:v>
                </c:pt>
                <c:pt idx="4385">
                  <c:v>42130</c:v>
                </c:pt>
                <c:pt idx="4386">
                  <c:v>42131</c:v>
                </c:pt>
                <c:pt idx="4387">
                  <c:v>42132</c:v>
                </c:pt>
                <c:pt idx="4388">
                  <c:v>42135</c:v>
                </c:pt>
                <c:pt idx="4389">
                  <c:v>42136</c:v>
                </c:pt>
                <c:pt idx="4390">
                  <c:v>42137</c:v>
                </c:pt>
                <c:pt idx="4391">
                  <c:v>42138</c:v>
                </c:pt>
                <c:pt idx="4392">
                  <c:v>42139</c:v>
                </c:pt>
                <c:pt idx="4393">
                  <c:v>42142</c:v>
                </c:pt>
                <c:pt idx="4394">
                  <c:v>42143</c:v>
                </c:pt>
                <c:pt idx="4395">
                  <c:v>42144</c:v>
                </c:pt>
                <c:pt idx="4396">
                  <c:v>42145</c:v>
                </c:pt>
                <c:pt idx="4397">
                  <c:v>42146</c:v>
                </c:pt>
                <c:pt idx="4398">
                  <c:v>42150</c:v>
                </c:pt>
                <c:pt idx="4399">
                  <c:v>42151</c:v>
                </c:pt>
                <c:pt idx="4400">
                  <c:v>42152</c:v>
                </c:pt>
                <c:pt idx="4401">
                  <c:v>42153</c:v>
                </c:pt>
                <c:pt idx="4402">
                  <c:v>42156</c:v>
                </c:pt>
                <c:pt idx="4403">
                  <c:v>42157</c:v>
                </c:pt>
                <c:pt idx="4404">
                  <c:v>42158</c:v>
                </c:pt>
                <c:pt idx="4405">
                  <c:v>42159</c:v>
                </c:pt>
                <c:pt idx="4406">
                  <c:v>42160</c:v>
                </c:pt>
                <c:pt idx="4407">
                  <c:v>42163</c:v>
                </c:pt>
                <c:pt idx="4408">
                  <c:v>42164</c:v>
                </c:pt>
                <c:pt idx="4409">
                  <c:v>42165</c:v>
                </c:pt>
                <c:pt idx="4410">
                  <c:v>42166</c:v>
                </c:pt>
                <c:pt idx="4411">
                  <c:v>42167</c:v>
                </c:pt>
                <c:pt idx="4412">
                  <c:v>42170</c:v>
                </c:pt>
                <c:pt idx="4413">
                  <c:v>42171</c:v>
                </c:pt>
                <c:pt idx="4414">
                  <c:v>42172</c:v>
                </c:pt>
                <c:pt idx="4415">
                  <c:v>42173</c:v>
                </c:pt>
                <c:pt idx="4416">
                  <c:v>42174</c:v>
                </c:pt>
                <c:pt idx="4417">
                  <c:v>42177</c:v>
                </c:pt>
                <c:pt idx="4418">
                  <c:v>42178</c:v>
                </c:pt>
                <c:pt idx="4419">
                  <c:v>42179</c:v>
                </c:pt>
                <c:pt idx="4420">
                  <c:v>42180</c:v>
                </c:pt>
                <c:pt idx="4421">
                  <c:v>42181</c:v>
                </c:pt>
                <c:pt idx="4422">
                  <c:v>42184</c:v>
                </c:pt>
                <c:pt idx="4423">
                  <c:v>42185</c:v>
                </c:pt>
                <c:pt idx="4424">
                  <c:v>42186</c:v>
                </c:pt>
                <c:pt idx="4425">
                  <c:v>42187</c:v>
                </c:pt>
                <c:pt idx="4426">
                  <c:v>42191</c:v>
                </c:pt>
                <c:pt idx="4427">
                  <c:v>42192</c:v>
                </c:pt>
                <c:pt idx="4428">
                  <c:v>42193</c:v>
                </c:pt>
                <c:pt idx="4429">
                  <c:v>42194</c:v>
                </c:pt>
                <c:pt idx="4430">
                  <c:v>42195</c:v>
                </c:pt>
                <c:pt idx="4431">
                  <c:v>42198</c:v>
                </c:pt>
                <c:pt idx="4432">
                  <c:v>42199</c:v>
                </c:pt>
                <c:pt idx="4433">
                  <c:v>42200</c:v>
                </c:pt>
                <c:pt idx="4434">
                  <c:v>42201</c:v>
                </c:pt>
                <c:pt idx="4435">
                  <c:v>42202</c:v>
                </c:pt>
                <c:pt idx="4436">
                  <c:v>42205</c:v>
                </c:pt>
                <c:pt idx="4437">
                  <c:v>42206</c:v>
                </c:pt>
                <c:pt idx="4438">
                  <c:v>42207</c:v>
                </c:pt>
                <c:pt idx="4439">
                  <c:v>42208</c:v>
                </c:pt>
                <c:pt idx="4440">
                  <c:v>42209</c:v>
                </c:pt>
                <c:pt idx="4441">
                  <c:v>42212</c:v>
                </c:pt>
                <c:pt idx="4442">
                  <c:v>42213</c:v>
                </c:pt>
                <c:pt idx="4443">
                  <c:v>42214</c:v>
                </c:pt>
                <c:pt idx="4444">
                  <c:v>42215</c:v>
                </c:pt>
                <c:pt idx="4445">
                  <c:v>42216</c:v>
                </c:pt>
                <c:pt idx="4446">
                  <c:v>42219</c:v>
                </c:pt>
                <c:pt idx="4447">
                  <c:v>42220</c:v>
                </c:pt>
                <c:pt idx="4448">
                  <c:v>42221</c:v>
                </c:pt>
                <c:pt idx="4449">
                  <c:v>42222</c:v>
                </c:pt>
                <c:pt idx="4450">
                  <c:v>42223</c:v>
                </c:pt>
                <c:pt idx="4451">
                  <c:v>42226</c:v>
                </c:pt>
                <c:pt idx="4452">
                  <c:v>42227</c:v>
                </c:pt>
                <c:pt idx="4453">
                  <c:v>42228</c:v>
                </c:pt>
                <c:pt idx="4454">
                  <c:v>42229</c:v>
                </c:pt>
                <c:pt idx="4455">
                  <c:v>42230</c:v>
                </c:pt>
                <c:pt idx="4456">
                  <c:v>42233</c:v>
                </c:pt>
                <c:pt idx="4457">
                  <c:v>42234</c:v>
                </c:pt>
                <c:pt idx="4458">
                  <c:v>42235</c:v>
                </c:pt>
                <c:pt idx="4459">
                  <c:v>42236</c:v>
                </c:pt>
                <c:pt idx="4460">
                  <c:v>42237</c:v>
                </c:pt>
                <c:pt idx="4461">
                  <c:v>42240</c:v>
                </c:pt>
                <c:pt idx="4462">
                  <c:v>42241</c:v>
                </c:pt>
                <c:pt idx="4463">
                  <c:v>42242</c:v>
                </c:pt>
                <c:pt idx="4464">
                  <c:v>42243</c:v>
                </c:pt>
                <c:pt idx="4465">
                  <c:v>42244</c:v>
                </c:pt>
                <c:pt idx="4466">
                  <c:v>42247</c:v>
                </c:pt>
                <c:pt idx="4467">
                  <c:v>42248</c:v>
                </c:pt>
                <c:pt idx="4468">
                  <c:v>42249</c:v>
                </c:pt>
                <c:pt idx="4469">
                  <c:v>42250</c:v>
                </c:pt>
                <c:pt idx="4470">
                  <c:v>42251</c:v>
                </c:pt>
                <c:pt idx="4471">
                  <c:v>42255</c:v>
                </c:pt>
                <c:pt idx="4472">
                  <c:v>42256</c:v>
                </c:pt>
                <c:pt idx="4473">
                  <c:v>42257</c:v>
                </c:pt>
                <c:pt idx="4474">
                  <c:v>42258</c:v>
                </c:pt>
                <c:pt idx="4475">
                  <c:v>42261</c:v>
                </c:pt>
                <c:pt idx="4476">
                  <c:v>42262</c:v>
                </c:pt>
                <c:pt idx="4477">
                  <c:v>42263</c:v>
                </c:pt>
                <c:pt idx="4478">
                  <c:v>42264</c:v>
                </c:pt>
                <c:pt idx="4479">
                  <c:v>42265</c:v>
                </c:pt>
                <c:pt idx="4480">
                  <c:v>42268</c:v>
                </c:pt>
                <c:pt idx="4481">
                  <c:v>42269</c:v>
                </c:pt>
                <c:pt idx="4482">
                  <c:v>42270</c:v>
                </c:pt>
                <c:pt idx="4483">
                  <c:v>42271</c:v>
                </c:pt>
                <c:pt idx="4484">
                  <c:v>42272</c:v>
                </c:pt>
                <c:pt idx="4485">
                  <c:v>42275</c:v>
                </c:pt>
                <c:pt idx="4486">
                  <c:v>42276</c:v>
                </c:pt>
                <c:pt idx="4487">
                  <c:v>42277</c:v>
                </c:pt>
                <c:pt idx="4488">
                  <c:v>42278</c:v>
                </c:pt>
                <c:pt idx="4489">
                  <c:v>42279</c:v>
                </c:pt>
                <c:pt idx="4490">
                  <c:v>42282</c:v>
                </c:pt>
                <c:pt idx="4491">
                  <c:v>42283</c:v>
                </c:pt>
                <c:pt idx="4492">
                  <c:v>42284</c:v>
                </c:pt>
                <c:pt idx="4493">
                  <c:v>42285</c:v>
                </c:pt>
                <c:pt idx="4494">
                  <c:v>42286</c:v>
                </c:pt>
                <c:pt idx="4495">
                  <c:v>42289</c:v>
                </c:pt>
                <c:pt idx="4496">
                  <c:v>42290</c:v>
                </c:pt>
                <c:pt idx="4497">
                  <c:v>42291</c:v>
                </c:pt>
                <c:pt idx="4498">
                  <c:v>42292</c:v>
                </c:pt>
                <c:pt idx="4499">
                  <c:v>42293</c:v>
                </c:pt>
                <c:pt idx="4500">
                  <c:v>42296</c:v>
                </c:pt>
                <c:pt idx="4501">
                  <c:v>42297</c:v>
                </c:pt>
                <c:pt idx="4502">
                  <c:v>42298</c:v>
                </c:pt>
                <c:pt idx="4503">
                  <c:v>42299</c:v>
                </c:pt>
                <c:pt idx="4504">
                  <c:v>42300</c:v>
                </c:pt>
                <c:pt idx="4505">
                  <c:v>42303</c:v>
                </c:pt>
                <c:pt idx="4506">
                  <c:v>42304</c:v>
                </c:pt>
                <c:pt idx="4507">
                  <c:v>42305</c:v>
                </c:pt>
                <c:pt idx="4508">
                  <c:v>42306</c:v>
                </c:pt>
                <c:pt idx="4509">
                  <c:v>42307</c:v>
                </c:pt>
                <c:pt idx="4510">
                  <c:v>42310</c:v>
                </c:pt>
                <c:pt idx="4511">
                  <c:v>42311</c:v>
                </c:pt>
                <c:pt idx="4512">
                  <c:v>42312</c:v>
                </c:pt>
                <c:pt idx="4513">
                  <c:v>42313</c:v>
                </c:pt>
                <c:pt idx="4514">
                  <c:v>42314</c:v>
                </c:pt>
                <c:pt idx="4515">
                  <c:v>42317</c:v>
                </c:pt>
                <c:pt idx="4516">
                  <c:v>42318</c:v>
                </c:pt>
                <c:pt idx="4517">
                  <c:v>42319</c:v>
                </c:pt>
                <c:pt idx="4518">
                  <c:v>42320</c:v>
                </c:pt>
                <c:pt idx="4519">
                  <c:v>42321</c:v>
                </c:pt>
                <c:pt idx="4520">
                  <c:v>42324</c:v>
                </c:pt>
                <c:pt idx="4521">
                  <c:v>42325</c:v>
                </c:pt>
                <c:pt idx="4522">
                  <c:v>42326</c:v>
                </c:pt>
                <c:pt idx="4523">
                  <c:v>42327</c:v>
                </c:pt>
                <c:pt idx="4524">
                  <c:v>42328</c:v>
                </c:pt>
                <c:pt idx="4525">
                  <c:v>42331</c:v>
                </c:pt>
                <c:pt idx="4526">
                  <c:v>42332</c:v>
                </c:pt>
                <c:pt idx="4527">
                  <c:v>42333</c:v>
                </c:pt>
                <c:pt idx="4528">
                  <c:v>42335</c:v>
                </c:pt>
                <c:pt idx="4529">
                  <c:v>42338</c:v>
                </c:pt>
                <c:pt idx="4530">
                  <c:v>42339</c:v>
                </c:pt>
                <c:pt idx="4531">
                  <c:v>42340</c:v>
                </c:pt>
                <c:pt idx="4532">
                  <c:v>42341</c:v>
                </c:pt>
                <c:pt idx="4533">
                  <c:v>42342</c:v>
                </c:pt>
                <c:pt idx="4534">
                  <c:v>42345</c:v>
                </c:pt>
                <c:pt idx="4535">
                  <c:v>42346</c:v>
                </c:pt>
                <c:pt idx="4536">
                  <c:v>42347</c:v>
                </c:pt>
                <c:pt idx="4537">
                  <c:v>42348</c:v>
                </c:pt>
                <c:pt idx="4538">
                  <c:v>42349</c:v>
                </c:pt>
                <c:pt idx="4539">
                  <c:v>42352</c:v>
                </c:pt>
                <c:pt idx="4540">
                  <c:v>42353</c:v>
                </c:pt>
                <c:pt idx="4541">
                  <c:v>42354</c:v>
                </c:pt>
                <c:pt idx="4542">
                  <c:v>42355</c:v>
                </c:pt>
                <c:pt idx="4543">
                  <c:v>42356</c:v>
                </c:pt>
                <c:pt idx="4544">
                  <c:v>42359</c:v>
                </c:pt>
                <c:pt idx="4545">
                  <c:v>42360</c:v>
                </c:pt>
                <c:pt idx="4546">
                  <c:v>42361</c:v>
                </c:pt>
                <c:pt idx="4547">
                  <c:v>42362</c:v>
                </c:pt>
                <c:pt idx="4548">
                  <c:v>42366</c:v>
                </c:pt>
                <c:pt idx="4549">
                  <c:v>42367</c:v>
                </c:pt>
                <c:pt idx="4550">
                  <c:v>42368</c:v>
                </c:pt>
                <c:pt idx="4551">
                  <c:v>42369</c:v>
                </c:pt>
                <c:pt idx="4552">
                  <c:v>42373</c:v>
                </c:pt>
                <c:pt idx="4553">
                  <c:v>42374</c:v>
                </c:pt>
                <c:pt idx="4554">
                  <c:v>42375</c:v>
                </c:pt>
                <c:pt idx="4555">
                  <c:v>42376</c:v>
                </c:pt>
                <c:pt idx="4556">
                  <c:v>42377</c:v>
                </c:pt>
                <c:pt idx="4557">
                  <c:v>42380</c:v>
                </c:pt>
                <c:pt idx="4558">
                  <c:v>42381</c:v>
                </c:pt>
                <c:pt idx="4559">
                  <c:v>42382</c:v>
                </c:pt>
                <c:pt idx="4560">
                  <c:v>42383</c:v>
                </c:pt>
                <c:pt idx="4561">
                  <c:v>42384</c:v>
                </c:pt>
                <c:pt idx="4562">
                  <c:v>42388</c:v>
                </c:pt>
                <c:pt idx="4563">
                  <c:v>42389</c:v>
                </c:pt>
                <c:pt idx="4564">
                  <c:v>42390</c:v>
                </c:pt>
                <c:pt idx="4565">
                  <c:v>42391</c:v>
                </c:pt>
                <c:pt idx="4566">
                  <c:v>42394</c:v>
                </c:pt>
                <c:pt idx="4567">
                  <c:v>42395</c:v>
                </c:pt>
                <c:pt idx="4568">
                  <c:v>42396</c:v>
                </c:pt>
                <c:pt idx="4569">
                  <c:v>42397</c:v>
                </c:pt>
                <c:pt idx="4570">
                  <c:v>42398</c:v>
                </c:pt>
                <c:pt idx="4571">
                  <c:v>42401</c:v>
                </c:pt>
                <c:pt idx="4572">
                  <c:v>42402</c:v>
                </c:pt>
                <c:pt idx="4573">
                  <c:v>42403</c:v>
                </c:pt>
                <c:pt idx="4574">
                  <c:v>42404</c:v>
                </c:pt>
                <c:pt idx="4575">
                  <c:v>42405</c:v>
                </c:pt>
                <c:pt idx="4576">
                  <c:v>42408</c:v>
                </c:pt>
                <c:pt idx="4577">
                  <c:v>42409</c:v>
                </c:pt>
                <c:pt idx="4578">
                  <c:v>42410</c:v>
                </c:pt>
                <c:pt idx="4579">
                  <c:v>42411</c:v>
                </c:pt>
                <c:pt idx="4580">
                  <c:v>42412</c:v>
                </c:pt>
                <c:pt idx="4581">
                  <c:v>42416</c:v>
                </c:pt>
                <c:pt idx="4582">
                  <c:v>42417</c:v>
                </c:pt>
                <c:pt idx="4583">
                  <c:v>42418</c:v>
                </c:pt>
                <c:pt idx="4584">
                  <c:v>42419</c:v>
                </c:pt>
                <c:pt idx="4585">
                  <c:v>42422</c:v>
                </c:pt>
                <c:pt idx="4586">
                  <c:v>42423</c:v>
                </c:pt>
                <c:pt idx="4587">
                  <c:v>42424</c:v>
                </c:pt>
                <c:pt idx="4588">
                  <c:v>42425</c:v>
                </c:pt>
                <c:pt idx="4589">
                  <c:v>42426</c:v>
                </c:pt>
                <c:pt idx="4590">
                  <c:v>42429</c:v>
                </c:pt>
                <c:pt idx="4591">
                  <c:v>42430</c:v>
                </c:pt>
                <c:pt idx="4592">
                  <c:v>42431</c:v>
                </c:pt>
                <c:pt idx="4593">
                  <c:v>42432</c:v>
                </c:pt>
                <c:pt idx="4594">
                  <c:v>42433</c:v>
                </c:pt>
                <c:pt idx="4595">
                  <c:v>42436</c:v>
                </c:pt>
                <c:pt idx="4596">
                  <c:v>42437</c:v>
                </c:pt>
                <c:pt idx="4597">
                  <c:v>42438</c:v>
                </c:pt>
                <c:pt idx="4598">
                  <c:v>42439</c:v>
                </c:pt>
                <c:pt idx="4599">
                  <c:v>42440</c:v>
                </c:pt>
                <c:pt idx="4600">
                  <c:v>42443</c:v>
                </c:pt>
                <c:pt idx="4601">
                  <c:v>42444</c:v>
                </c:pt>
                <c:pt idx="4602">
                  <c:v>42445</c:v>
                </c:pt>
                <c:pt idx="4603">
                  <c:v>42446</c:v>
                </c:pt>
                <c:pt idx="4604">
                  <c:v>42447</c:v>
                </c:pt>
                <c:pt idx="4605">
                  <c:v>42450</c:v>
                </c:pt>
                <c:pt idx="4606">
                  <c:v>42451</c:v>
                </c:pt>
                <c:pt idx="4607">
                  <c:v>42452</c:v>
                </c:pt>
                <c:pt idx="4608">
                  <c:v>42453</c:v>
                </c:pt>
                <c:pt idx="4609">
                  <c:v>42457</c:v>
                </c:pt>
                <c:pt idx="4610">
                  <c:v>42458</c:v>
                </c:pt>
                <c:pt idx="4611">
                  <c:v>42459</c:v>
                </c:pt>
                <c:pt idx="4612">
                  <c:v>42460</c:v>
                </c:pt>
                <c:pt idx="4613">
                  <c:v>42461</c:v>
                </c:pt>
                <c:pt idx="4614">
                  <c:v>42464</c:v>
                </c:pt>
                <c:pt idx="4615">
                  <c:v>42465</c:v>
                </c:pt>
                <c:pt idx="4616">
                  <c:v>42466</c:v>
                </c:pt>
                <c:pt idx="4617">
                  <c:v>42467</c:v>
                </c:pt>
                <c:pt idx="4618">
                  <c:v>42468</c:v>
                </c:pt>
                <c:pt idx="4619">
                  <c:v>42471</c:v>
                </c:pt>
                <c:pt idx="4620">
                  <c:v>42472</c:v>
                </c:pt>
                <c:pt idx="4621">
                  <c:v>42473</c:v>
                </c:pt>
                <c:pt idx="4622">
                  <c:v>42474</c:v>
                </c:pt>
                <c:pt idx="4623">
                  <c:v>42475</c:v>
                </c:pt>
                <c:pt idx="4624">
                  <c:v>42478</c:v>
                </c:pt>
                <c:pt idx="4625">
                  <c:v>42479</c:v>
                </c:pt>
                <c:pt idx="4626">
                  <c:v>42480</c:v>
                </c:pt>
                <c:pt idx="4627">
                  <c:v>42481</c:v>
                </c:pt>
                <c:pt idx="4628">
                  <c:v>42482</c:v>
                </c:pt>
                <c:pt idx="4629">
                  <c:v>42485</c:v>
                </c:pt>
                <c:pt idx="4630">
                  <c:v>42486</c:v>
                </c:pt>
                <c:pt idx="4631">
                  <c:v>42487</c:v>
                </c:pt>
                <c:pt idx="4632">
                  <c:v>42488</c:v>
                </c:pt>
                <c:pt idx="4633">
                  <c:v>42489</c:v>
                </c:pt>
                <c:pt idx="4634">
                  <c:v>42492</c:v>
                </c:pt>
                <c:pt idx="4635">
                  <c:v>42493</c:v>
                </c:pt>
                <c:pt idx="4636">
                  <c:v>42494</c:v>
                </c:pt>
                <c:pt idx="4637">
                  <c:v>42495</c:v>
                </c:pt>
                <c:pt idx="4638">
                  <c:v>42496</c:v>
                </c:pt>
                <c:pt idx="4639">
                  <c:v>42499</c:v>
                </c:pt>
                <c:pt idx="4640">
                  <c:v>42500</c:v>
                </c:pt>
                <c:pt idx="4641">
                  <c:v>42501</c:v>
                </c:pt>
                <c:pt idx="4642">
                  <c:v>42502</c:v>
                </c:pt>
                <c:pt idx="4643">
                  <c:v>42503</c:v>
                </c:pt>
                <c:pt idx="4644">
                  <c:v>42506</c:v>
                </c:pt>
                <c:pt idx="4645">
                  <c:v>42507</c:v>
                </c:pt>
                <c:pt idx="4646">
                  <c:v>42508</c:v>
                </c:pt>
                <c:pt idx="4647">
                  <c:v>42509</c:v>
                </c:pt>
                <c:pt idx="4648">
                  <c:v>42510</c:v>
                </c:pt>
                <c:pt idx="4649">
                  <c:v>42513</c:v>
                </c:pt>
                <c:pt idx="4650">
                  <c:v>42514</c:v>
                </c:pt>
                <c:pt idx="4651">
                  <c:v>42515</c:v>
                </c:pt>
                <c:pt idx="4652">
                  <c:v>42516</c:v>
                </c:pt>
                <c:pt idx="4653">
                  <c:v>42517</c:v>
                </c:pt>
                <c:pt idx="4654">
                  <c:v>42521</c:v>
                </c:pt>
                <c:pt idx="4655">
                  <c:v>42522</c:v>
                </c:pt>
                <c:pt idx="4656">
                  <c:v>42523</c:v>
                </c:pt>
                <c:pt idx="4657">
                  <c:v>42524</c:v>
                </c:pt>
                <c:pt idx="4658">
                  <c:v>42527</c:v>
                </c:pt>
                <c:pt idx="4659">
                  <c:v>42528</c:v>
                </c:pt>
                <c:pt idx="4660">
                  <c:v>42529</c:v>
                </c:pt>
                <c:pt idx="4661">
                  <c:v>42530</c:v>
                </c:pt>
                <c:pt idx="4662">
                  <c:v>42531</c:v>
                </c:pt>
                <c:pt idx="4663">
                  <c:v>42534</c:v>
                </c:pt>
                <c:pt idx="4664">
                  <c:v>42535</c:v>
                </c:pt>
                <c:pt idx="4665">
                  <c:v>42536</c:v>
                </c:pt>
                <c:pt idx="4666">
                  <c:v>42537</c:v>
                </c:pt>
                <c:pt idx="4667">
                  <c:v>42538</c:v>
                </c:pt>
                <c:pt idx="4668">
                  <c:v>42541</c:v>
                </c:pt>
                <c:pt idx="4669">
                  <c:v>42542</c:v>
                </c:pt>
                <c:pt idx="4670">
                  <c:v>42543</c:v>
                </c:pt>
                <c:pt idx="4671">
                  <c:v>42544</c:v>
                </c:pt>
                <c:pt idx="4672">
                  <c:v>42545</c:v>
                </c:pt>
                <c:pt idx="4673">
                  <c:v>42548</c:v>
                </c:pt>
                <c:pt idx="4674">
                  <c:v>42549</c:v>
                </c:pt>
                <c:pt idx="4675">
                  <c:v>42550</c:v>
                </c:pt>
                <c:pt idx="4676">
                  <c:v>42551</c:v>
                </c:pt>
                <c:pt idx="4677">
                  <c:v>42552</c:v>
                </c:pt>
                <c:pt idx="4678">
                  <c:v>42556</c:v>
                </c:pt>
                <c:pt idx="4679">
                  <c:v>42557</c:v>
                </c:pt>
                <c:pt idx="4680">
                  <c:v>42558</c:v>
                </c:pt>
                <c:pt idx="4681">
                  <c:v>42559</c:v>
                </c:pt>
                <c:pt idx="4682">
                  <c:v>42562</c:v>
                </c:pt>
                <c:pt idx="4683">
                  <c:v>42563</c:v>
                </c:pt>
                <c:pt idx="4684">
                  <c:v>42564</c:v>
                </c:pt>
                <c:pt idx="4685">
                  <c:v>42565</c:v>
                </c:pt>
                <c:pt idx="4686">
                  <c:v>42566</c:v>
                </c:pt>
                <c:pt idx="4687">
                  <c:v>42569</c:v>
                </c:pt>
                <c:pt idx="4688">
                  <c:v>42570</c:v>
                </c:pt>
                <c:pt idx="4689">
                  <c:v>42571</c:v>
                </c:pt>
                <c:pt idx="4690">
                  <c:v>42572</c:v>
                </c:pt>
                <c:pt idx="4691">
                  <c:v>42573</c:v>
                </c:pt>
                <c:pt idx="4692">
                  <c:v>42576</c:v>
                </c:pt>
                <c:pt idx="4693">
                  <c:v>42577</c:v>
                </c:pt>
                <c:pt idx="4694">
                  <c:v>42578</c:v>
                </c:pt>
                <c:pt idx="4695">
                  <c:v>42579</c:v>
                </c:pt>
                <c:pt idx="4696">
                  <c:v>42580</c:v>
                </c:pt>
                <c:pt idx="4697">
                  <c:v>42583</c:v>
                </c:pt>
                <c:pt idx="4698">
                  <c:v>42584</c:v>
                </c:pt>
                <c:pt idx="4699">
                  <c:v>42585</c:v>
                </c:pt>
                <c:pt idx="4700">
                  <c:v>42586</c:v>
                </c:pt>
                <c:pt idx="4701">
                  <c:v>42587</c:v>
                </c:pt>
                <c:pt idx="4702">
                  <c:v>42590</c:v>
                </c:pt>
                <c:pt idx="4703">
                  <c:v>42591</c:v>
                </c:pt>
                <c:pt idx="4704">
                  <c:v>42592</c:v>
                </c:pt>
                <c:pt idx="4705">
                  <c:v>42593</c:v>
                </c:pt>
                <c:pt idx="4706">
                  <c:v>42594</c:v>
                </c:pt>
                <c:pt idx="4707">
                  <c:v>42597</c:v>
                </c:pt>
                <c:pt idx="4708">
                  <c:v>42598</c:v>
                </c:pt>
                <c:pt idx="4709">
                  <c:v>42599</c:v>
                </c:pt>
                <c:pt idx="4710">
                  <c:v>42600</c:v>
                </c:pt>
                <c:pt idx="4711">
                  <c:v>42601</c:v>
                </c:pt>
                <c:pt idx="4712">
                  <c:v>42604</c:v>
                </c:pt>
                <c:pt idx="4713">
                  <c:v>42605</c:v>
                </c:pt>
                <c:pt idx="4714">
                  <c:v>42606</c:v>
                </c:pt>
                <c:pt idx="4715">
                  <c:v>42607</c:v>
                </c:pt>
                <c:pt idx="4716">
                  <c:v>42608</c:v>
                </c:pt>
                <c:pt idx="4717">
                  <c:v>42611</c:v>
                </c:pt>
                <c:pt idx="4718">
                  <c:v>42612</c:v>
                </c:pt>
                <c:pt idx="4719">
                  <c:v>42613</c:v>
                </c:pt>
                <c:pt idx="4720">
                  <c:v>42614</c:v>
                </c:pt>
                <c:pt idx="4721">
                  <c:v>42615</c:v>
                </c:pt>
                <c:pt idx="4722">
                  <c:v>42619</c:v>
                </c:pt>
                <c:pt idx="4723">
                  <c:v>42620</c:v>
                </c:pt>
                <c:pt idx="4724">
                  <c:v>42621</c:v>
                </c:pt>
                <c:pt idx="4725">
                  <c:v>42622</c:v>
                </c:pt>
                <c:pt idx="4726">
                  <c:v>42625</c:v>
                </c:pt>
                <c:pt idx="4727">
                  <c:v>42626</c:v>
                </c:pt>
                <c:pt idx="4728">
                  <c:v>42627</c:v>
                </c:pt>
                <c:pt idx="4729">
                  <c:v>42628</c:v>
                </c:pt>
                <c:pt idx="4730">
                  <c:v>42629</c:v>
                </c:pt>
                <c:pt idx="4731">
                  <c:v>42632</c:v>
                </c:pt>
                <c:pt idx="4732">
                  <c:v>42633</c:v>
                </c:pt>
                <c:pt idx="4733">
                  <c:v>42634</c:v>
                </c:pt>
                <c:pt idx="4734">
                  <c:v>42635</c:v>
                </c:pt>
                <c:pt idx="4735">
                  <c:v>42636</c:v>
                </c:pt>
                <c:pt idx="4736">
                  <c:v>42639</c:v>
                </c:pt>
                <c:pt idx="4737">
                  <c:v>42640</c:v>
                </c:pt>
                <c:pt idx="4738">
                  <c:v>42641</c:v>
                </c:pt>
                <c:pt idx="4739">
                  <c:v>42642</c:v>
                </c:pt>
                <c:pt idx="4740">
                  <c:v>42643</c:v>
                </c:pt>
                <c:pt idx="4741">
                  <c:v>42646</c:v>
                </c:pt>
                <c:pt idx="4742">
                  <c:v>42647</c:v>
                </c:pt>
                <c:pt idx="4743">
                  <c:v>42648</c:v>
                </c:pt>
                <c:pt idx="4744">
                  <c:v>42649</c:v>
                </c:pt>
                <c:pt idx="4745">
                  <c:v>42650</c:v>
                </c:pt>
                <c:pt idx="4746">
                  <c:v>42653</c:v>
                </c:pt>
                <c:pt idx="4747">
                  <c:v>42654</c:v>
                </c:pt>
                <c:pt idx="4748">
                  <c:v>42655</c:v>
                </c:pt>
                <c:pt idx="4749">
                  <c:v>42656</c:v>
                </c:pt>
                <c:pt idx="4750">
                  <c:v>42657</c:v>
                </c:pt>
                <c:pt idx="4751">
                  <c:v>42660</c:v>
                </c:pt>
                <c:pt idx="4752">
                  <c:v>42661</c:v>
                </c:pt>
                <c:pt idx="4753">
                  <c:v>42662</c:v>
                </c:pt>
                <c:pt idx="4754">
                  <c:v>42663</c:v>
                </c:pt>
                <c:pt idx="4755">
                  <c:v>42664</c:v>
                </c:pt>
                <c:pt idx="4756">
                  <c:v>42667</c:v>
                </c:pt>
                <c:pt idx="4757">
                  <c:v>42668</c:v>
                </c:pt>
                <c:pt idx="4758">
                  <c:v>42669</c:v>
                </c:pt>
                <c:pt idx="4759">
                  <c:v>42670</c:v>
                </c:pt>
                <c:pt idx="4760">
                  <c:v>42671</c:v>
                </c:pt>
                <c:pt idx="4761">
                  <c:v>42674</c:v>
                </c:pt>
                <c:pt idx="4762">
                  <c:v>42675</c:v>
                </c:pt>
                <c:pt idx="4763">
                  <c:v>42676</c:v>
                </c:pt>
                <c:pt idx="4764">
                  <c:v>42677</c:v>
                </c:pt>
                <c:pt idx="4765">
                  <c:v>42678</c:v>
                </c:pt>
                <c:pt idx="4766">
                  <c:v>42681</c:v>
                </c:pt>
                <c:pt idx="4767">
                  <c:v>42682</c:v>
                </c:pt>
                <c:pt idx="4768">
                  <c:v>42683</c:v>
                </c:pt>
                <c:pt idx="4769">
                  <c:v>42684</c:v>
                </c:pt>
                <c:pt idx="4770">
                  <c:v>42685</c:v>
                </c:pt>
                <c:pt idx="4771">
                  <c:v>42688</c:v>
                </c:pt>
                <c:pt idx="4772">
                  <c:v>42689</c:v>
                </c:pt>
                <c:pt idx="4773">
                  <c:v>42690</c:v>
                </c:pt>
                <c:pt idx="4774">
                  <c:v>42691</c:v>
                </c:pt>
                <c:pt idx="4775">
                  <c:v>42692</c:v>
                </c:pt>
                <c:pt idx="4776">
                  <c:v>42695</c:v>
                </c:pt>
                <c:pt idx="4777">
                  <c:v>42696</c:v>
                </c:pt>
                <c:pt idx="4778">
                  <c:v>42697</c:v>
                </c:pt>
                <c:pt idx="4779">
                  <c:v>42699</c:v>
                </c:pt>
                <c:pt idx="4780">
                  <c:v>42702</c:v>
                </c:pt>
                <c:pt idx="4781">
                  <c:v>42703</c:v>
                </c:pt>
                <c:pt idx="4782">
                  <c:v>42704</c:v>
                </c:pt>
                <c:pt idx="4783">
                  <c:v>42705</c:v>
                </c:pt>
                <c:pt idx="4784">
                  <c:v>42706</c:v>
                </c:pt>
                <c:pt idx="4785">
                  <c:v>42709</c:v>
                </c:pt>
                <c:pt idx="4786">
                  <c:v>42710</c:v>
                </c:pt>
                <c:pt idx="4787">
                  <c:v>42711</c:v>
                </c:pt>
                <c:pt idx="4788">
                  <c:v>42712</c:v>
                </c:pt>
                <c:pt idx="4789">
                  <c:v>42713</c:v>
                </c:pt>
                <c:pt idx="4790">
                  <c:v>42716</c:v>
                </c:pt>
                <c:pt idx="4791">
                  <c:v>42717</c:v>
                </c:pt>
                <c:pt idx="4792">
                  <c:v>42718</c:v>
                </c:pt>
                <c:pt idx="4793">
                  <c:v>42719</c:v>
                </c:pt>
                <c:pt idx="4794">
                  <c:v>42720</c:v>
                </c:pt>
                <c:pt idx="4795">
                  <c:v>42723</c:v>
                </c:pt>
                <c:pt idx="4796">
                  <c:v>42724</c:v>
                </c:pt>
                <c:pt idx="4797">
                  <c:v>42725</c:v>
                </c:pt>
                <c:pt idx="4798">
                  <c:v>42726</c:v>
                </c:pt>
                <c:pt idx="4799">
                  <c:v>42727</c:v>
                </c:pt>
                <c:pt idx="4800">
                  <c:v>42731</c:v>
                </c:pt>
                <c:pt idx="4801">
                  <c:v>42732</c:v>
                </c:pt>
                <c:pt idx="4802">
                  <c:v>42733</c:v>
                </c:pt>
                <c:pt idx="4803">
                  <c:v>42734</c:v>
                </c:pt>
                <c:pt idx="4804">
                  <c:v>42738</c:v>
                </c:pt>
                <c:pt idx="4805">
                  <c:v>42739</c:v>
                </c:pt>
                <c:pt idx="4806">
                  <c:v>42740</c:v>
                </c:pt>
                <c:pt idx="4807">
                  <c:v>42741</c:v>
                </c:pt>
                <c:pt idx="4808">
                  <c:v>42744</c:v>
                </c:pt>
                <c:pt idx="4809">
                  <c:v>42745</c:v>
                </c:pt>
                <c:pt idx="4810">
                  <c:v>42746</c:v>
                </c:pt>
                <c:pt idx="4811">
                  <c:v>42747</c:v>
                </c:pt>
                <c:pt idx="4812">
                  <c:v>42748</c:v>
                </c:pt>
                <c:pt idx="4813">
                  <c:v>42752</c:v>
                </c:pt>
                <c:pt idx="4814">
                  <c:v>42753</c:v>
                </c:pt>
                <c:pt idx="4815">
                  <c:v>42754</c:v>
                </c:pt>
                <c:pt idx="4816">
                  <c:v>42755</c:v>
                </c:pt>
                <c:pt idx="4817">
                  <c:v>42758</c:v>
                </c:pt>
                <c:pt idx="4818">
                  <c:v>42759</c:v>
                </c:pt>
                <c:pt idx="4819">
                  <c:v>42760</c:v>
                </c:pt>
                <c:pt idx="4820">
                  <c:v>42761</c:v>
                </c:pt>
                <c:pt idx="4821">
                  <c:v>42762</c:v>
                </c:pt>
                <c:pt idx="4822">
                  <c:v>42765</c:v>
                </c:pt>
                <c:pt idx="4823">
                  <c:v>42766</c:v>
                </c:pt>
                <c:pt idx="4824">
                  <c:v>42767</c:v>
                </c:pt>
                <c:pt idx="4825">
                  <c:v>42768</c:v>
                </c:pt>
                <c:pt idx="4826">
                  <c:v>42769</c:v>
                </c:pt>
                <c:pt idx="4827">
                  <c:v>42772</c:v>
                </c:pt>
                <c:pt idx="4828">
                  <c:v>42773</c:v>
                </c:pt>
                <c:pt idx="4829">
                  <c:v>42774</c:v>
                </c:pt>
                <c:pt idx="4830">
                  <c:v>42775</c:v>
                </c:pt>
                <c:pt idx="4831">
                  <c:v>42776</c:v>
                </c:pt>
                <c:pt idx="4832">
                  <c:v>42779</c:v>
                </c:pt>
                <c:pt idx="4833">
                  <c:v>42780</c:v>
                </c:pt>
                <c:pt idx="4834">
                  <c:v>42781</c:v>
                </c:pt>
                <c:pt idx="4835">
                  <c:v>42782</c:v>
                </c:pt>
                <c:pt idx="4836">
                  <c:v>42783</c:v>
                </c:pt>
                <c:pt idx="4837">
                  <c:v>42787</c:v>
                </c:pt>
                <c:pt idx="4838">
                  <c:v>42788</c:v>
                </c:pt>
                <c:pt idx="4839">
                  <c:v>42789</c:v>
                </c:pt>
                <c:pt idx="4840">
                  <c:v>42790</c:v>
                </c:pt>
                <c:pt idx="4841">
                  <c:v>42793</c:v>
                </c:pt>
                <c:pt idx="4842">
                  <c:v>42794</c:v>
                </c:pt>
                <c:pt idx="4843">
                  <c:v>42795</c:v>
                </c:pt>
                <c:pt idx="4844">
                  <c:v>42796</c:v>
                </c:pt>
                <c:pt idx="4845">
                  <c:v>42797</c:v>
                </c:pt>
                <c:pt idx="4846">
                  <c:v>42800</c:v>
                </c:pt>
                <c:pt idx="4847">
                  <c:v>42801</c:v>
                </c:pt>
                <c:pt idx="4848">
                  <c:v>42802</c:v>
                </c:pt>
                <c:pt idx="4849">
                  <c:v>42803</c:v>
                </c:pt>
                <c:pt idx="4850">
                  <c:v>42804</c:v>
                </c:pt>
                <c:pt idx="4851">
                  <c:v>42807</c:v>
                </c:pt>
                <c:pt idx="4852">
                  <c:v>42808</c:v>
                </c:pt>
                <c:pt idx="4853">
                  <c:v>42809</c:v>
                </c:pt>
                <c:pt idx="4854">
                  <c:v>42810</c:v>
                </c:pt>
                <c:pt idx="4855">
                  <c:v>42811</c:v>
                </c:pt>
                <c:pt idx="4856">
                  <c:v>42814</c:v>
                </c:pt>
                <c:pt idx="4857">
                  <c:v>42815</c:v>
                </c:pt>
                <c:pt idx="4858">
                  <c:v>42816</c:v>
                </c:pt>
                <c:pt idx="4859">
                  <c:v>42817</c:v>
                </c:pt>
                <c:pt idx="4860">
                  <c:v>42818</c:v>
                </c:pt>
                <c:pt idx="4861">
                  <c:v>42821</c:v>
                </c:pt>
                <c:pt idx="4862">
                  <c:v>42822</c:v>
                </c:pt>
                <c:pt idx="4863">
                  <c:v>42823</c:v>
                </c:pt>
                <c:pt idx="4864">
                  <c:v>42824</c:v>
                </c:pt>
                <c:pt idx="4865">
                  <c:v>42825</c:v>
                </c:pt>
                <c:pt idx="4866">
                  <c:v>42828</c:v>
                </c:pt>
                <c:pt idx="4867">
                  <c:v>42829</c:v>
                </c:pt>
                <c:pt idx="4868">
                  <c:v>42830</c:v>
                </c:pt>
                <c:pt idx="4869">
                  <c:v>42831</c:v>
                </c:pt>
                <c:pt idx="4870">
                  <c:v>42832</c:v>
                </c:pt>
                <c:pt idx="4871">
                  <c:v>42835</c:v>
                </c:pt>
                <c:pt idx="4872">
                  <c:v>42836</c:v>
                </c:pt>
                <c:pt idx="4873">
                  <c:v>42837</c:v>
                </c:pt>
                <c:pt idx="4874">
                  <c:v>42838</c:v>
                </c:pt>
                <c:pt idx="4875">
                  <c:v>42842</c:v>
                </c:pt>
                <c:pt idx="4876">
                  <c:v>42843</c:v>
                </c:pt>
                <c:pt idx="4877">
                  <c:v>42844</c:v>
                </c:pt>
                <c:pt idx="4878">
                  <c:v>42845</c:v>
                </c:pt>
                <c:pt idx="4879">
                  <c:v>42846</c:v>
                </c:pt>
                <c:pt idx="4880">
                  <c:v>42849</c:v>
                </c:pt>
                <c:pt idx="4881">
                  <c:v>42850</c:v>
                </c:pt>
                <c:pt idx="4882">
                  <c:v>42851</c:v>
                </c:pt>
                <c:pt idx="4883">
                  <c:v>42852</c:v>
                </c:pt>
                <c:pt idx="4884">
                  <c:v>42853</c:v>
                </c:pt>
                <c:pt idx="4885">
                  <c:v>42856</c:v>
                </c:pt>
                <c:pt idx="4886">
                  <c:v>42857</c:v>
                </c:pt>
                <c:pt idx="4887">
                  <c:v>42858</c:v>
                </c:pt>
                <c:pt idx="4888">
                  <c:v>42859</c:v>
                </c:pt>
                <c:pt idx="4889">
                  <c:v>42860</c:v>
                </c:pt>
                <c:pt idx="4890">
                  <c:v>42863</c:v>
                </c:pt>
                <c:pt idx="4891">
                  <c:v>42864</c:v>
                </c:pt>
                <c:pt idx="4892">
                  <c:v>42865</c:v>
                </c:pt>
                <c:pt idx="4893">
                  <c:v>42866</c:v>
                </c:pt>
                <c:pt idx="4894">
                  <c:v>42867</c:v>
                </c:pt>
                <c:pt idx="4895">
                  <c:v>42870</c:v>
                </c:pt>
                <c:pt idx="4896">
                  <c:v>42871</c:v>
                </c:pt>
                <c:pt idx="4897">
                  <c:v>42872</c:v>
                </c:pt>
                <c:pt idx="4898">
                  <c:v>42873</c:v>
                </c:pt>
                <c:pt idx="4899">
                  <c:v>42874</c:v>
                </c:pt>
                <c:pt idx="4900">
                  <c:v>42877</c:v>
                </c:pt>
                <c:pt idx="4901">
                  <c:v>42878</c:v>
                </c:pt>
                <c:pt idx="4902">
                  <c:v>42879</c:v>
                </c:pt>
                <c:pt idx="4903">
                  <c:v>42880</c:v>
                </c:pt>
                <c:pt idx="4904">
                  <c:v>42881</c:v>
                </c:pt>
                <c:pt idx="4905">
                  <c:v>42885</c:v>
                </c:pt>
                <c:pt idx="4906">
                  <c:v>42886</c:v>
                </c:pt>
                <c:pt idx="4907">
                  <c:v>42887</c:v>
                </c:pt>
                <c:pt idx="4908">
                  <c:v>42888</c:v>
                </c:pt>
                <c:pt idx="4909">
                  <c:v>42891</c:v>
                </c:pt>
                <c:pt idx="4910">
                  <c:v>42892</c:v>
                </c:pt>
                <c:pt idx="4911">
                  <c:v>42893</c:v>
                </c:pt>
                <c:pt idx="4912">
                  <c:v>42894</c:v>
                </c:pt>
                <c:pt idx="4913">
                  <c:v>42895</c:v>
                </c:pt>
                <c:pt idx="4914">
                  <c:v>42898</c:v>
                </c:pt>
                <c:pt idx="4915">
                  <c:v>42899</c:v>
                </c:pt>
                <c:pt idx="4916">
                  <c:v>42900</c:v>
                </c:pt>
                <c:pt idx="4917">
                  <c:v>42901</c:v>
                </c:pt>
                <c:pt idx="4918">
                  <c:v>42902</c:v>
                </c:pt>
                <c:pt idx="4919">
                  <c:v>42905</c:v>
                </c:pt>
                <c:pt idx="4920">
                  <c:v>42906</c:v>
                </c:pt>
                <c:pt idx="4921">
                  <c:v>42907</c:v>
                </c:pt>
                <c:pt idx="4922">
                  <c:v>42908</c:v>
                </c:pt>
                <c:pt idx="4923">
                  <c:v>42909</c:v>
                </c:pt>
                <c:pt idx="4924">
                  <c:v>42912</c:v>
                </c:pt>
                <c:pt idx="4925">
                  <c:v>42913</c:v>
                </c:pt>
                <c:pt idx="4926">
                  <c:v>42914</c:v>
                </c:pt>
                <c:pt idx="4927">
                  <c:v>42915</c:v>
                </c:pt>
                <c:pt idx="4928">
                  <c:v>42916</c:v>
                </c:pt>
                <c:pt idx="4929">
                  <c:v>42919</c:v>
                </c:pt>
                <c:pt idx="4930">
                  <c:v>42921</c:v>
                </c:pt>
                <c:pt idx="4931">
                  <c:v>42922</c:v>
                </c:pt>
                <c:pt idx="4932">
                  <c:v>42923</c:v>
                </c:pt>
                <c:pt idx="4933">
                  <c:v>42926</c:v>
                </c:pt>
                <c:pt idx="4934">
                  <c:v>42927</c:v>
                </c:pt>
                <c:pt idx="4935">
                  <c:v>42928</c:v>
                </c:pt>
                <c:pt idx="4936">
                  <c:v>42929</c:v>
                </c:pt>
                <c:pt idx="4937">
                  <c:v>42930</c:v>
                </c:pt>
                <c:pt idx="4938">
                  <c:v>42933</c:v>
                </c:pt>
                <c:pt idx="4939">
                  <c:v>42934</c:v>
                </c:pt>
                <c:pt idx="4940">
                  <c:v>42935</c:v>
                </c:pt>
                <c:pt idx="4941">
                  <c:v>42936</c:v>
                </c:pt>
                <c:pt idx="4942">
                  <c:v>42937</c:v>
                </c:pt>
                <c:pt idx="4943">
                  <c:v>42940</c:v>
                </c:pt>
                <c:pt idx="4944">
                  <c:v>42941</c:v>
                </c:pt>
                <c:pt idx="4945">
                  <c:v>42942</c:v>
                </c:pt>
                <c:pt idx="4946">
                  <c:v>42943</c:v>
                </c:pt>
                <c:pt idx="4947">
                  <c:v>42944</c:v>
                </c:pt>
                <c:pt idx="4948">
                  <c:v>42947</c:v>
                </c:pt>
                <c:pt idx="4949">
                  <c:v>42948</c:v>
                </c:pt>
                <c:pt idx="4950">
                  <c:v>42949</c:v>
                </c:pt>
                <c:pt idx="4951">
                  <c:v>42950</c:v>
                </c:pt>
                <c:pt idx="4952">
                  <c:v>42951</c:v>
                </c:pt>
                <c:pt idx="4953">
                  <c:v>42954</c:v>
                </c:pt>
                <c:pt idx="4954">
                  <c:v>42955</c:v>
                </c:pt>
                <c:pt idx="4955">
                  <c:v>42956</c:v>
                </c:pt>
                <c:pt idx="4956">
                  <c:v>42957</c:v>
                </c:pt>
                <c:pt idx="4957">
                  <c:v>42958</c:v>
                </c:pt>
                <c:pt idx="4958">
                  <c:v>42961</c:v>
                </c:pt>
                <c:pt idx="4959">
                  <c:v>42962</c:v>
                </c:pt>
                <c:pt idx="4960">
                  <c:v>42963</c:v>
                </c:pt>
                <c:pt idx="4961">
                  <c:v>42964</c:v>
                </c:pt>
                <c:pt idx="4962">
                  <c:v>42965</c:v>
                </c:pt>
                <c:pt idx="4963">
                  <c:v>42968</c:v>
                </c:pt>
                <c:pt idx="4964">
                  <c:v>42969</c:v>
                </c:pt>
                <c:pt idx="4965">
                  <c:v>42970</c:v>
                </c:pt>
                <c:pt idx="4966">
                  <c:v>42971</c:v>
                </c:pt>
                <c:pt idx="4967">
                  <c:v>42972</c:v>
                </c:pt>
                <c:pt idx="4968">
                  <c:v>42975</c:v>
                </c:pt>
                <c:pt idx="4969">
                  <c:v>42976</c:v>
                </c:pt>
                <c:pt idx="4970">
                  <c:v>42977</c:v>
                </c:pt>
                <c:pt idx="4971">
                  <c:v>42978</c:v>
                </c:pt>
                <c:pt idx="4972">
                  <c:v>42979</c:v>
                </c:pt>
                <c:pt idx="4973">
                  <c:v>42983</c:v>
                </c:pt>
                <c:pt idx="4974">
                  <c:v>42984</c:v>
                </c:pt>
                <c:pt idx="4975">
                  <c:v>42985</c:v>
                </c:pt>
                <c:pt idx="4976">
                  <c:v>42986</c:v>
                </c:pt>
                <c:pt idx="4977">
                  <c:v>42989</c:v>
                </c:pt>
                <c:pt idx="4978">
                  <c:v>42990</c:v>
                </c:pt>
                <c:pt idx="4979">
                  <c:v>42991</c:v>
                </c:pt>
                <c:pt idx="4980">
                  <c:v>42992</c:v>
                </c:pt>
                <c:pt idx="4981">
                  <c:v>42993</c:v>
                </c:pt>
                <c:pt idx="4982">
                  <c:v>42996</c:v>
                </c:pt>
                <c:pt idx="4983">
                  <c:v>42997</c:v>
                </c:pt>
                <c:pt idx="4984">
                  <c:v>42998</c:v>
                </c:pt>
                <c:pt idx="4985">
                  <c:v>42999</c:v>
                </c:pt>
                <c:pt idx="4986">
                  <c:v>43000</c:v>
                </c:pt>
                <c:pt idx="4987">
                  <c:v>43003</c:v>
                </c:pt>
                <c:pt idx="4988">
                  <c:v>43004</c:v>
                </c:pt>
                <c:pt idx="4989">
                  <c:v>43005</c:v>
                </c:pt>
                <c:pt idx="4990">
                  <c:v>43006</c:v>
                </c:pt>
                <c:pt idx="4991">
                  <c:v>43007</c:v>
                </c:pt>
                <c:pt idx="4992">
                  <c:v>43010</c:v>
                </c:pt>
                <c:pt idx="4993">
                  <c:v>43011</c:v>
                </c:pt>
                <c:pt idx="4994">
                  <c:v>43012</c:v>
                </c:pt>
                <c:pt idx="4995">
                  <c:v>43013</c:v>
                </c:pt>
                <c:pt idx="4996">
                  <c:v>43014</c:v>
                </c:pt>
                <c:pt idx="4997">
                  <c:v>43017</c:v>
                </c:pt>
                <c:pt idx="4998">
                  <c:v>43018</c:v>
                </c:pt>
                <c:pt idx="4999">
                  <c:v>43019</c:v>
                </c:pt>
                <c:pt idx="5000">
                  <c:v>43020</c:v>
                </c:pt>
                <c:pt idx="5001">
                  <c:v>43021</c:v>
                </c:pt>
                <c:pt idx="5002">
                  <c:v>43024</c:v>
                </c:pt>
                <c:pt idx="5003">
                  <c:v>43025</c:v>
                </c:pt>
                <c:pt idx="5004">
                  <c:v>43026</c:v>
                </c:pt>
                <c:pt idx="5005">
                  <c:v>43027</c:v>
                </c:pt>
                <c:pt idx="5006">
                  <c:v>43028</c:v>
                </c:pt>
                <c:pt idx="5007">
                  <c:v>43031</c:v>
                </c:pt>
                <c:pt idx="5008">
                  <c:v>43032</c:v>
                </c:pt>
                <c:pt idx="5009">
                  <c:v>43033</c:v>
                </c:pt>
                <c:pt idx="5010">
                  <c:v>43034</c:v>
                </c:pt>
                <c:pt idx="5011">
                  <c:v>43035</c:v>
                </c:pt>
                <c:pt idx="5012">
                  <c:v>43038</c:v>
                </c:pt>
                <c:pt idx="5013">
                  <c:v>43039</c:v>
                </c:pt>
                <c:pt idx="5014">
                  <c:v>43040</c:v>
                </c:pt>
                <c:pt idx="5015">
                  <c:v>43041</c:v>
                </c:pt>
                <c:pt idx="5016">
                  <c:v>43042</c:v>
                </c:pt>
                <c:pt idx="5017">
                  <c:v>43045</c:v>
                </c:pt>
                <c:pt idx="5018">
                  <c:v>43046</c:v>
                </c:pt>
                <c:pt idx="5019">
                  <c:v>43047</c:v>
                </c:pt>
                <c:pt idx="5020">
                  <c:v>43048</c:v>
                </c:pt>
                <c:pt idx="5021">
                  <c:v>43049</c:v>
                </c:pt>
                <c:pt idx="5022">
                  <c:v>43052</c:v>
                </c:pt>
                <c:pt idx="5023">
                  <c:v>43053</c:v>
                </c:pt>
                <c:pt idx="5024">
                  <c:v>43054</c:v>
                </c:pt>
                <c:pt idx="5025">
                  <c:v>43055</c:v>
                </c:pt>
                <c:pt idx="5026">
                  <c:v>43056</c:v>
                </c:pt>
                <c:pt idx="5027">
                  <c:v>43059</c:v>
                </c:pt>
                <c:pt idx="5028">
                  <c:v>43060</c:v>
                </c:pt>
                <c:pt idx="5029">
                  <c:v>43061</c:v>
                </c:pt>
                <c:pt idx="5030">
                  <c:v>43063</c:v>
                </c:pt>
                <c:pt idx="5031">
                  <c:v>43066</c:v>
                </c:pt>
                <c:pt idx="5032">
                  <c:v>43067</c:v>
                </c:pt>
                <c:pt idx="5033">
                  <c:v>43068</c:v>
                </c:pt>
                <c:pt idx="5034">
                  <c:v>43069</c:v>
                </c:pt>
                <c:pt idx="5035">
                  <c:v>43070</c:v>
                </c:pt>
                <c:pt idx="5036">
                  <c:v>43073</c:v>
                </c:pt>
                <c:pt idx="5037">
                  <c:v>43074</c:v>
                </c:pt>
                <c:pt idx="5038">
                  <c:v>43075</c:v>
                </c:pt>
                <c:pt idx="5039">
                  <c:v>43076</c:v>
                </c:pt>
                <c:pt idx="5040">
                  <c:v>43077</c:v>
                </c:pt>
                <c:pt idx="5041">
                  <c:v>43080</c:v>
                </c:pt>
                <c:pt idx="5042">
                  <c:v>43081</c:v>
                </c:pt>
                <c:pt idx="5043">
                  <c:v>43082</c:v>
                </c:pt>
                <c:pt idx="5044">
                  <c:v>43083</c:v>
                </c:pt>
                <c:pt idx="5045">
                  <c:v>43084</c:v>
                </c:pt>
                <c:pt idx="5046">
                  <c:v>43087</c:v>
                </c:pt>
                <c:pt idx="5047">
                  <c:v>43088</c:v>
                </c:pt>
                <c:pt idx="5048">
                  <c:v>43089</c:v>
                </c:pt>
                <c:pt idx="5049">
                  <c:v>43090</c:v>
                </c:pt>
                <c:pt idx="5050">
                  <c:v>43091</c:v>
                </c:pt>
                <c:pt idx="5051">
                  <c:v>43095</c:v>
                </c:pt>
                <c:pt idx="5052">
                  <c:v>43096</c:v>
                </c:pt>
                <c:pt idx="5053">
                  <c:v>43097</c:v>
                </c:pt>
                <c:pt idx="5054">
                  <c:v>43098</c:v>
                </c:pt>
                <c:pt idx="5055">
                  <c:v>43102</c:v>
                </c:pt>
                <c:pt idx="5056">
                  <c:v>43103</c:v>
                </c:pt>
                <c:pt idx="5057">
                  <c:v>43104</c:v>
                </c:pt>
                <c:pt idx="5058">
                  <c:v>43105</c:v>
                </c:pt>
                <c:pt idx="5059">
                  <c:v>43108</c:v>
                </c:pt>
                <c:pt idx="5060">
                  <c:v>43109</c:v>
                </c:pt>
                <c:pt idx="5061">
                  <c:v>43110</c:v>
                </c:pt>
                <c:pt idx="5062">
                  <c:v>43111</c:v>
                </c:pt>
                <c:pt idx="5063">
                  <c:v>43112</c:v>
                </c:pt>
                <c:pt idx="5064">
                  <c:v>43116</c:v>
                </c:pt>
                <c:pt idx="5065">
                  <c:v>43117</c:v>
                </c:pt>
                <c:pt idx="5066">
                  <c:v>43118</c:v>
                </c:pt>
                <c:pt idx="5067">
                  <c:v>43119</c:v>
                </c:pt>
                <c:pt idx="5068">
                  <c:v>43122</c:v>
                </c:pt>
                <c:pt idx="5069">
                  <c:v>43123</c:v>
                </c:pt>
                <c:pt idx="5070">
                  <c:v>43124</c:v>
                </c:pt>
                <c:pt idx="5071">
                  <c:v>43125</c:v>
                </c:pt>
                <c:pt idx="5072">
                  <c:v>43126</c:v>
                </c:pt>
                <c:pt idx="5073">
                  <c:v>43129</c:v>
                </c:pt>
                <c:pt idx="5074">
                  <c:v>43130</c:v>
                </c:pt>
                <c:pt idx="5075">
                  <c:v>43131</c:v>
                </c:pt>
                <c:pt idx="5076">
                  <c:v>43132</c:v>
                </c:pt>
                <c:pt idx="5077">
                  <c:v>43133</c:v>
                </c:pt>
                <c:pt idx="5078">
                  <c:v>43136</c:v>
                </c:pt>
                <c:pt idx="5079">
                  <c:v>43137</c:v>
                </c:pt>
                <c:pt idx="5080">
                  <c:v>43138</c:v>
                </c:pt>
                <c:pt idx="5081">
                  <c:v>43139</c:v>
                </c:pt>
                <c:pt idx="5082">
                  <c:v>43140</c:v>
                </c:pt>
                <c:pt idx="5083">
                  <c:v>43143</c:v>
                </c:pt>
                <c:pt idx="5084">
                  <c:v>43144</c:v>
                </c:pt>
                <c:pt idx="5085">
                  <c:v>43145</c:v>
                </c:pt>
                <c:pt idx="5086">
                  <c:v>43146</c:v>
                </c:pt>
                <c:pt idx="5087">
                  <c:v>43147</c:v>
                </c:pt>
                <c:pt idx="5088">
                  <c:v>43151</c:v>
                </c:pt>
                <c:pt idx="5089">
                  <c:v>43152</c:v>
                </c:pt>
                <c:pt idx="5090">
                  <c:v>43153</c:v>
                </c:pt>
                <c:pt idx="5091">
                  <c:v>43154</c:v>
                </c:pt>
                <c:pt idx="5092">
                  <c:v>43157</c:v>
                </c:pt>
                <c:pt idx="5093">
                  <c:v>43158</c:v>
                </c:pt>
                <c:pt idx="5094">
                  <c:v>43159</c:v>
                </c:pt>
                <c:pt idx="5095">
                  <c:v>43160</c:v>
                </c:pt>
                <c:pt idx="5096">
                  <c:v>43161</c:v>
                </c:pt>
                <c:pt idx="5097">
                  <c:v>43164</c:v>
                </c:pt>
                <c:pt idx="5098">
                  <c:v>43165</c:v>
                </c:pt>
                <c:pt idx="5099">
                  <c:v>43166</c:v>
                </c:pt>
                <c:pt idx="5100">
                  <c:v>43167</c:v>
                </c:pt>
                <c:pt idx="5101">
                  <c:v>43168</c:v>
                </c:pt>
                <c:pt idx="5102">
                  <c:v>43171</c:v>
                </c:pt>
                <c:pt idx="5103">
                  <c:v>43172</c:v>
                </c:pt>
                <c:pt idx="5104">
                  <c:v>43173</c:v>
                </c:pt>
                <c:pt idx="5105">
                  <c:v>43174</c:v>
                </c:pt>
                <c:pt idx="5106">
                  <c:v>43175</c:v>
                </c:pt>
                <c:pt idx="5107">
                  <c:v>43178</c:v>
                </c:pt>
                <c:pt idx="5108">
                  <c:v>43179</c:v>
                </c:pt>
                <c:pt idx="5109">
                  <c:v>43180</c:v>
                </c:pt>
                <c:pt idx="5110">
                  <c:v>43181</c:v>
                </c:pt>
                <c:pt idx="5111">
                  <c:v>43182</c:v>
                </c:pt>
                <c:pt idx="5112">
                  <c:v>43185</c:v>
                </c:pt>
                <c:pt idx="5113">
                  <c:v>43186</c:v>
                </c:pt>
                <c:pt idx="5114">
                  <c:v>43187</c:v>
                </c:pt>
                <c:pt idx="5115">
                  <c:v>43188</c:v>
                </c:pt>
                <c:pt idx="5116">
                  <c:v>43192</c:v>
                </c:pt>
                <c:pt idx="5117">
                  <c:v>43193</c:v>
                </c:pt>
                <c:pt idx="5118">
                  <c:v>43194</c:v>
                </c:pt>
                <c:pt idx="5119">
                  <c:v>43195</c:v>
                </c:pt>
                <c:pt idx="5120">
                  <c:v>43196</c:v>
                </c:pt>
                <c:pt idx="5121">
                  <c:v>43199</c:v>
                </c:pt>
                <c:pt idx="5122">
                  <c:v>43200</c:v>
                </c:pt>
                <c:pt idx="5123">
                  <c:v>43201</c:v>
                </c:pt>
                <c:pt idx="5124">
                  <c:v>43202</c:v>
                </c:pt>
                <c:pt idx="5125">
                  <c:v>43203</c:v>
                </c:pt>
                <c:pt idx="5126">
                  <c:v>43206</c:v>
                </c:pt>
                <c:pt idx="5127">
                  <c:v>43207</c:v>
                </c:pt>
                <c:pt idx="5128">
                  <c:v>43208</c:v>
                </c:pt>
                <c:pt idx="5129">
                  <c:v>43209</c:v>
                </c:pt>
                <c:pt idx="5130">
                  <c:v>43210</c:v>
                </c:pt>
                <c:pt idx="5131">
                  <c:v>43213</c:v>
                </c:pt>
                <c:pt idx="5132">
                  <c:v>43214</c:v>
                </c:pt>
                <c:pt idx="5133">
                  <c:v>43215</c:v>
                </c:pt>
                <c:pt idx="5134">
                  <c:v>43216</c:v>
                </c:pt>
                <c:pt idx="5135">
                  <c:v>43217</c:v>
                </c:pt>
                <c:pt idx="5136">
                  <c:v>43220</c:v>
                </c:pt>
                <c:pt idx="5137">
                  <c:v>43221</c:v>
                </c:pt>
                <c:pt idx="5138">
                  <c:v>43222</c:v>
                </c:pt>
                <c:pt idx="5139">
                  <c:v>43223</c:v>
                </c:pt>
                <c:pt idx="5140">
                  <c:v>43224</c:v>
                </c:pt>
                <c:pt idx="5141">
                  <c:v>43227</c:v>
                </c:pt>
                <c:pt idx="5142">
                  <c:v>43228</c:v>
                </c:pt>
                <c:pt idx="5143">
                  <c:v>43229</c:v>
                </c:pt>
                <c:pt idx="5144">
                  <c:v>43230</c:v>
                </c:pt>
                <c:pt idx="5145">
                  <c:v>43231</c:v>
                </c:pt>
                <c:pt idx="5146">
                  <c:v>43234</c:v>
                </c:pt>
                <c:pt idx="5147">
                  <c:v>43235</c:v>
                </c:pt>
                <c:pt idx="5148">
                  <c:v>43236</c:v>
                </c:pt>
                <c:pt idx="5149">
                  <c:v>43237</c:v>
                </c:pt>
                <c:pt idx="5150">
                  <c:v>43238</c:v>
                </c:pt>
                <c:pt idx="5151">
                  <c:v>43241</c:v>
                </c:pt>
                <c:pt idx="5152">
                  <c:v>43242</c:v>
                </c:pt>
                <c:pt idx="5153">
                  <c:v>43243</c:v>
                </c:pt>
                <c:pt idx="5154">
                  <c:v>43244</c:v>
                </c:pt>
                <c:pt idx="5155">
                  <c:v>43245</c:v>
                </c:pt>
                <c:pt idx="5156">
                  <c:v>43249</c:v>
                </c:pt>
                <c:pt idx="5157">
                  <c:v>43250</c:v>
                </c:pt>
                <c:pt idx="5158">
                  <c:v>43251</c:v>
                </c:pt>
                <c:pt idx="5159">
                  <c:v>43252</c:v>
                </c:pt>
                <c:pt idx="5160">
                  <c:v>43255</c:v>
                </c:pt>
                <c:pt idx="5161">
                  <c:v>43256</c:v>
                </c:pt>
                <c:pt idx="5162">
                  <c:v>43257</c:v>
                </c:pt>
                <c:pt idx="5163">
                  <c:v>43258</c:v>
                </c:pt>
                <c:pt idx="5164">
                  <c:v>43259</c:v>
                </c:pt>
                <c:pt idx="5165">
                  <c:v>43262</c:v>
                </c:pt>
                <c:pt idx="5166">
                  <c:v>43263</c:v>
                </c:pt>
                <c:pt idx="5167">
                  <c:v>43264</c:v>
                </c:pt>
                <c:pt idx="5168">
                  <c:v>43265</c:v>
                </c:pt>
                <c:pt idx="5169">
                  <c:v>43266</c:v>
                </c:pt>
                <c:pt idx="5170">
                  <c:v>43269</c:v>
                </c:pt>
                <c:pt idx="5171">
                  <c:v>43270</c:v>
                </c:pt>
                <c:pt idx="5172">
                  <c:v>43271</c:v>
                </c:pt>
                <c:pt idx="5173">
                  <c:v>43272</c:v>
                </c:pt>
                <c:pt idx="5174">
                  <c:v>43273</c:v>
                </c:pt>
                <c:pt idx="5175">
                  <c:v>43276</c:v>
                </c:pt>
                <c:pt idx="5176">
                  <c:v>43277</c:v>
                </c:pt>
                <c:pt idx="5177">
                  <c:v>43278</c:v>
                </c:pt>
                <c:pt idx="5178">
                  <c:v>43279</c:v>
                </c:pt>
                <c:pt idx="5179">
                  <c:v>43280</c:v>
                </c:pt>
                <c:pt idx="5180">
                  <c:v>43283</c:v>
                </c:pt>
                <c:pt idx="5181">
                  <c:v>43284</c:v>
                </c:pt>
                <c:pt idx="5182">
                  <c:v>43286</c:v>
                </c:pt>
                <c:pt idx="5183">
                  <c:v>43287</c:v>
                </c:pt>
                <c:pt idx="5184">
                  <c:v>43290</c:v>
                </c:pt>
                <c:pt idx="5185">
                  <c:v>43291</c:v>
                </c:pt>
                <c:pt idx="5186">
                  <c:v>43292</c:v>
                </c:pt>
                <c:pt idx="5187">
                  <c:v>43293</c:v>
                </c:pt>
                <c:pt idx="5188">
                  <c:v>43294</c:v>
                </c:pt>
                <c:pt idx="5189">
                  <c:v>43297</c:v>
                </c:pt>
                <c:pt idx="5190">
                  <c:v>43298</c:v>
                </c:pt>
                <c:pt idx="5191">
                  <c:v>43299</c:v>
                </c:pt>
                <c:pt idx="5192">
                  <c:v>43300</c:v>
                </c:pt>
                <c:pt idx="5193">
                  <c:v>43301</c:v>
                </c:pt>
                <c:pt idx="5194">
                  <c:v>43304</c:v>
                </c:pt>
                <c:pt idx="5195">
                  <c:v>43305</c:v>
                </c:pt>
                <c:pt idx="5196">
                  <c:v>43306</c:v>
                </c:pt>
                <c:pt idx="5197">
                  <c:v>43307</c:v>
                </c:pt>
                <c:pt idx="5198">
                  <c:v>43308</c:v>
                </c:pt>
                <c:pt idx="5199">
                  <c:v>43311</c:v>
                </c:pt>
                <c:pt idx="5200">
                  <c:v>43312</c:v>
                </c:pt>
                <c:pt idx="5201">
                  <c:v>43313</c:v>
                </c:pt>
                <c:pt idx="5202">
                  <c:v>43314</c:v>
                </c:pt>
                <c:pt idx="5203">
                  <c:v>43315</c:v>
                </c:pt>
                <c:pt idx="5204">
                  <c:v>43318</c:v>
                </c:pt>
                <c:pt idx="5205">
                  <c:v>43319</c:v>
                </c:pt>
                <c:pt idx="5206">
                  <c:v>43320</c:v>
                </c:pt>
                <c:pt idx="5207">
                  <c:v>43321</c:v>
                </c:pt>
                <c:pt idx="5208">
                  <c:v>43322</c:v>
                </c:pt>
                <c:pt idx="5209">
                  <c:v>43325</c:v>
                </c:pt>
                <c:pt idx="5210">
                  <c:v>43326</c:v>
                </c:pt>
                <c:pt idx="5211">
                  <c:v>43327</c:v>
                </c:pt>
                <c:pt idx="5212">
                  <c:v>43328</c:v>
                </c:pt>
                <c:pt idx="5213">
                  <c:v>43329</c:v>
                </c:pt>
                <c:pt idx="5214">
                  <c:v>43332</c:v>
                </c:pt>
                <c:pt idx="5215">
                  <c:v>43333</c:v>
                </c:pt>
                <c:pt idx="5216">
                  <c:v>43334</c:v>
                </c:pt>
                <c:pt idx="5217">
                  <c:v>43335</c:v>
                </c:pt>
                <c:pt idx="5218">
                  <c:v>43336</c:v>
                </c:pt>
                <c:pt idx="5219">
                  <c:v>43339</c:v>
                </c:pt>
                <c:pt idx="5220">
                  <c:v>43340</c:v>
                </c:pt>
                <c:pt idx="5221">
                  <c:v>43341</c:v>
                </c:pt>
                <c:pt idx="5222">
                  <c:v>43342</c:v>
                </c:pt>
                <c:pt idx="5223">
                  <c:v>43343</c:v>
                </c:pt>
                <c:pt idx="5224">
                  <c:v>43347</c:v>
                </c:pt>
                <c:pt idx="5225">
                  <c:v>43348</c:v>
                </c:pt>
                <c:pt idx="5226">
                  <c:v>43349</c:v>
                </c:pt>
                <c:pt idx="5227">
                  <c:v>43350</c:v>
                </c:pt>
                <c:pt idx="5228">
                  <c:v>43353</c:v>
                </c:pt>
                <c:pt idx="5229">
                  <c:v>43354</c:v>
                </c:pt>
                <c:pt idx="5230">
                  <c:v>43355</c:v>
                </c:pt>
                <c:pt idx="5231">
                  <c:v>43356</c:v>
                </c:pt>
                <c:pt idx="5232">
                  <c:v>43357</c:v>
                </c:pt>
                <c:pt idx="5233">
                  <c:v>43360</c:v>
                </c:pt>
                <c:pt idx="5234">
                  <c:v>43361</c:v>
                </c:pt>
                <c:pt idx="5235">
                  <c:v>43362</c:v>
                </c:pt>
                <c:pt idx="5236">
                  <c:v>43363</c:v>
                </c:pt>
                <c:pt idx="5237">
                  <c:v>43364</c:v>
                </c:pt>
                <c:pt idx="5238">
                  <c:v>43367</c:v>
                </c:pt>
                <c:pt idx="5239">
                  <c:v>43368</c:v>
                </c:pt>
                <c:pt idx="5240">
                  <c:v>43369</c:v>
                </c:pt>
                <c:pt idx="5241">
                  <c:v>43370</c:v>
                </c:pt>
                <c:pt idx="5242">
                  <c:v>43371</c:v>
                </c:pt>
                <c:pt idx="5243">
                  <c:v>43374</c:v>
                </c:pt>
                <c:pt idx="5244">
                  <c:v>43375</c:v>
                </c:pt>
                <c:pt idx="5245">
                  <c:v>43376</c:v>
                </c:pt>
                <c:pt idx="5246">
                  <c:v>43377</c:v>
                </c:pt>
                <c:pt idx="5247">
                  <c:v>43378</c:v>
                </c:pt>
                <c:pt idx="5248">
                  <c:v>43381</c:v>
                </c:pt>
                <c:pt idx="5249">
                  <c:v>43382</c:v>
                </c:pt>
                <c:pt idx="5250">
                  <c:v>43383</c:v>
                </c:pt>
                <c:pt idx="5251">
                  <c:v>43384</c:v>
                </c:pt>
                <c:pt idx="5252">
                  <c:v>43385</c:v>
                </c:pt>
                <c:pt idx="5253">
                  <c:v>43388</c:v>
                </c:pt>
                <c:pt idx="5254">
                  <c:v>43389</c:v>
                </c:pt>
                <c:pt idx="5255">
                  <c:v>43390</c:v>
                </c:pt>
                <c:pt idx="5256">
                  <c:v>43391</c:v>
                </c:pt>
                <c:pt idx="5257">
                  <c:v>43392</c:v>
                </c:pt>
                <c:pt idx="5258">
                  <c:v>43395</c:v>
                </c:pt>
                <c:pt idx="5259">
                  <c:v>43396</c:v>
                </c:pt>
                <c:pt idx="5260">
                  <c:v>43397</c:v>
                </c:pt>
                <c:pt idx="5261">
                  <c:v>43398</c:v>
                </c:pt>
                <c:pt idx="5262">
                  <c:v>43399</c:v>
                </c:pt>
                <c:pt idx="5263">
                  <c:v>43402</c:v>
                </c:pt>
                <c:pt idx="5264">
                  <c:v>43403</c:v>
                </c:pt>
                <c:pt idx="5265">
                  <c:v>43404</c:v>
                </c:pt>
                <c:pt idx="5266">
                  <c:v>43405</c:v>
                </c:pt>
                <c:pt idx="5267">
                  <c:v>43406</c:v>
                </c:pt>
                <c:pt idx="5268">
                  <c:v>43409</c:v>
                </c:pt>
                <c:pt idx="5269">
                  <c:v>43410</c:v>
                </c:pt>
                <c:pt idx="5270">
                  <c:v>43411</c:v>
                </c:pt>
                <c:pt idx="5271">
                  <c:v>43412</c:v>
                </c:pt>
                <c:pt idx="5272">
                  <c:v>43413</c:v>
                </c:pt>
                <c:pt idx="5273">
                  <c:v>43416</c:v>
                </c:pt>
                <c:pt idx="5274">
                  <c:v>43417</c:v>
                </c:pt>
                <c:pt idx="5275">
                  <c:v>43418</c:v>
                </c:pt>
                <c:pt idx="5276">
                  <c:v>43419</c:v>
                </c:pt>
                <c:pt idx="5277">
                  <c:v>43420</c:v>
                </c:pt>
                <c:pt idx="5278">
                  <c:v>43423</c:v>
                </c:pt>
                <c:pt idx="5279">
                  <c:v>43424</c:v>
                </c:pt>
                <c:pt idx="5280">
                  <c:v>43425</c:v>
                </c:pt>
                <c:pt idx="5281">
                  <c:v>43427</c:v>
                </c:pt>
                <c:pt idx="5282">
                  <c:v>43430</c:v>
                </c:pt>
                <c:pt idx="5283">
                  <c:v>43431</c:v>
                </c:pt>
                <c:pt idx="5284">
                  <c:v>43432</c:v>
                </c:pt>
                <c:pt idx="5285">
                  <c:v>43433</c:v>
                </c:pt>
                <c:pt idx="5286">
                  <c:v>43434</c:v>
                </c:pt>
                <c:pt idx="5287">
                  <c:v>43437</c:v>
                </c:pt>
                <c:pt idx="5288">
                  <c:v>43438</c:v>
                </c:pt>
                <c:pt idx="5289">
                  <c:v>43440</c:v>
                </c:pt>
                <c:pt idx="5290">
                  <c:v>43441</c:v>
                </c:pt>
                <c:pt idx="5291">
                  <c:v>43444</c:v>
                </c:pt>
                <c:pt idx="5292">
                  <c:v>43445</c:v>
                </c:pt>
                <c:pt idx="5293">
                  <c:v>43446</c:v>
                </c:pt>
                <c:pt idx="5294">
                  <c:v>43447</c:v>
                </c:pt>
                <c:pt idx="5295">
                  <c:v>43448</c:v>
                </c:pt>
                <c:pt idx="5296">
                  <c:v>43451</c:v>
                </c:pt>
                <c:pt idx="5297">
                  <c:v>43452</c:v>
                </c:pt>
                <c:pt idx="5298">
                  <c:v>43453</c:v>
                </c:pt>
                <c:pt idx="5299">
                  <c:v>43454</c:v>
                </c:pt>
                <c:pt idx="5300">
                  <c:v>43455</c:v>
                </c:pt>
                <c:pt idx="5301">
                  <c:v>43458</c:v>
                </c:pt>
                <c:pt idx="5302">
                  <c:v>43460</c:v>
                </c:pt>
                <c:pt idx="5303">
                  <c:v>43461</c:v>
                </c:pt>
                <c:pt idx="5304">
                  <c:v>43462</c:v>
                </c:pt>
                <c:pt idx="5305">
                  <c:v>43465</c:v>
                </c:pt>
                <c:pt idx="5306">
                  <c:v>43467</c:v>
                </c:pt>
                <c:pt idx="5307">
                  <c:v>43468</c:v>
                </c:pt>
                <c:pt idx="5308">
                  <c:v>43469</c:v>
                </c:pt>
                <c:pt idx="5309">
                  <c:v>43472</c:v>
                </c:pt>
                <c:pt idx="5310">
                  <c:v>43473</c:v>
                </c:pt>
                <c:pt idx="5311">
                  <c:v>43474</c:v>
                </c:pt>
                <c:pt idx="5312">
                  <c:v>43475</c:v>
                </c:pt>
                <c:pt idx="5313">
                  <c:v>43476</c:v>
                </c:pt>
                <c:pt idx="5314">
                  <c:v>43479</c:v>
                </c:pt>
                <c:pt idx="5315">
                  <c:v>43480</c:v>
                </c:pt>
                <c:pt idx="5316">
                  <c:v>43481</c:v>
                </c:pt>
                <c:pt idx="5317">
                  <c:v>43482</c:v>
                </c:pt>
                <c:pt idx="5318">
                  <c:v>43483</c:v>
                </c:pt>
                <c:pt idx="5319">
                  <c:v>43487</c:v>
                </c:pt>
                <c:pt idx="5320">
                  <c:v>43488</c:v>
                </c:pt>
                <c:pt idx="5321">
                  <c:v>43489</c:v>
                </c:pt>
                <c:pt idx="5322">
                  <c:v>43490</c:v>
                </c:pt>
                <c:pt idx="5323">
                  <c:v>43493</c:v>
                </c:pt>
                <c:pt idx="5324">
                  <c:v>43494</c:v>
                </c:pt>
                <c:pt idx="5325">
                  <c:v>43495</c:v>
                </c:pt>
                <c:pt idx="5326">
                  <c:v>43496</c:v>
                </c:pt>
                <c:pt idx="5327">
                  <c:v>43497</c:v>
                </c:pt>
                <c:pt idx="5328">
                  <c:v>43500</c:v>
                </c:pt>
                <c:pt idx="5329">
                  <c:v>43501</c:v>
                </c:pt>
                <c:pt idx="5330">
                  <c:v>43502</c:v>
                </c:pt>
                <c:pt idx="5331">
                  <c:v>43503</c:v>
                </c:pt>
                <c:pt idx="5332">
                  <c:v>43504</c:v>
                </c:pt>
                <c:pt idx="5333">
                  <c:v>43507</c:v>
                </c:pt>
                <c:pt idx="5334">
                  <c:v>43508</c:v>
                </c:pt>
                <c:pt idx="5335">
                  <c:v>43509</c:v>
                </c:pt>
                <c:pt idx="5336">
                  <c:v>43510</c:v>
                </c:pt>
                <c:pt idx="5337">
                  <c:v>43511</c:v>
                </c:pt>
                <c:pt idx="5338">
                  <c:v>43515</c:v>
                </c:pt>
                <c:pt idx="5339">
                  <c:v>43516</c:v>
                </c:pt>
                <c:pt idx="5340">
                  <c:v>43517</c:v>
                </c:pt>
                <c:pt idx="5341">
                  <c:v>43518</c:v>
                </c:pt>
                <c:pt idx="5342">
                  <c:v>43521</c:v>
                </c:pt>
                <c:pt idx="5343">
                  <c:v>43522</c:v>
                </c:pt>
                <c:pt idx="5344">
                  <c:v>43523</c:v>
                </c:pt>
                <c:pt idx="5345">
                  <c:v>43524</c:v>
                </c:pt>
                <c:pt idx="5346">
                  <c:v>43525</c:v>
                </c:pt>
                <c:pt idx="5347">
                  <c:v>43528</c:v>
                </c:pt>
                <c:pt idx="5348">
                  <c:v>43529</c:v>
                </c:pt>
                <c:pt idx="5349">
                  <c:v>43530</c:v>
                </c:pt>
                <c:pt idx="5350">
                  <c:v>43531</c:v>
                </c:pt>
                <c:pt idx="5351">
                  <c:v>43532</c:v>
                </c:pt>
                <c:pt idx="5352">
                  <c:v>43535</c:v>
                </c:pt>
                <c:pt idx="5353">
                  <c:v>43536</c:v>
                </c:pt>
                <c:pt idx="5354">
                  <c:v>43537</c:v>
                </c:pt>
                <c:pt idx="5355">
                  <c:v>43538</c:v>
                </c:pt>
                <c:pt idx="5356">
                  <c:v>43539</c:v>
                </c:pt>
                <c:pt idx="5357">
                  <c:v>43542</c:v>
                </c:pt>
                <c:pt idx="5358">
                  <c:v>43543</c:v>
                </c:pt>
                <c:pt idx="5359">
                  <c:v>43544</c:v>
                </c:pt>
                <c:pt idx="5360">
                  <c:v>43545</c:v>
                </c:pt>
                <c:pt idx="5361">
                  <c:v>43546</c:v>
                </c:pt>
                <c:pt idx="5362">
                  <c:v>43549</c:v>
                </c:pt>
                <c:pt idx="5363">
                  <c:v>43550</c:v>
                </c:pt>
                <c:pt idx="5364">
                  <c:v>43551</c:v>
                </c:pt>
                <c:pt idx="5365">
                  <c:v>43552</c:v>
                </c:pt>
                <c:pt idx="5366">
                  <c:v>43553</c:v>
                </c:pt>
                <c:pt idx="5367">
                  <c:v>43556</c:v>
                </c:pt>
                <c:pt idx="5368">
                  <c:v>43557</c:v>
                </c:pt>
                <c:pt idx="5369">
                  <c:v>43558</c:v>
                </c:pt>
                <c:pt idx="5370">
                  <c:v>43559</c:v>
                </c:pt>
                <c:pt idx="5371">
                  <c:v>43560</c:v>
                </c:pt>
                <c:pt idx="5372">
                  <c:v>43563</c:v>
                </c:pt>
                <c:pt idx="5373">
                  <c:v>43564</c:v>
                </c:pt>
                <c:pt idx="5374">
                  <c:v>43565</c:v>
                </c:pt>
                <c:pt idx="5375">
                  <c:v>43566</c:v>
                </c:pt>
                <c:pt idx="5376">
                  <c:v>43567</c:v>
                </c:pt>
                <c:pt idx="5377">
                  <c:v>43570</c:v>
                </c:pt>
                <c:pt idx="5378">
                  <c:v>43571</c:v>
                </c:pt>
                <c:pt idx="5379">
                  <c:v>43572</c:v>
                </c:pt>
                <c:pt idx="5380">
                  <c:v>43573</c:v>
                </c:pt>
                <c:pt idx="5381">
                  <c:v>43577</c:v>
                </c:pt>
                <c:pt idx="5382">
                  <c:v>43578</c:v>
                </c:pt>
                <c:pt idx="5383">
                  <c:v>43579</c:v>
                </c:pt>
                <c:pt idx="5384">
                  <c:v>43580</c:v>
                </c:pt>
                <c:pt idx="5385">
                  <c:v>43581</c:v>
                </c:pt>
                <c:pt idx="5386">
                  <c:v>43584</c:v>
                </c:pt>
                <c:pt idx="5387">
                  <c:v>43585</c:v>
                </c:pt>
                <c:pt idx="5388">
                  <c:v>43586</c:v>
                </c:pt>
                <c:pt idx="5389">
                  <c:v>43587</c:v>
                </c:pt>
                <c:pt idx="5390">
                  <c:v>43588</c:v>
                </c:pt>
                <c:pt idx="5391">
                  <c:v>43591</c:v>
                </c:pt>
                <c:pt idx="5392">
                  <c:v>43592</c:v>
                </c:pt>
                <c:pt idx="5393">
                  <c:v>43593</c:v>
                </c:pt>
                <c:pt idx="5394">
                  <c:v>43594</c:v>
                </c:pt>
                <c:pt idx="5395">
                  <c:v>43595</c:v>
                </c:pt>
                <c:pt idx="5396">
                  <c:v>43598</c:v>
                </c:pt>
                <c:pt idx="5397">
                  <c:v>43599</c:v>
                </c:pt>
                <c:pt idx="5398">
                  <c:v>43600</c:v>
                </c:pt>
                <c:pt idx="5399">
                  <c:v>43601</c:v>
                </c:pt>
                <c:pt idx="5400">
                  <c:v>43602</c:v>
                </c:pt>
                <c:pt idx="5401">
                  <c:v>43605</c:v>
                </c:pt>
                <c:pt idx="5402">
                  <c:v>43606</c:v>
                </c:pt>
                <c:pt idx="5403">
                  <c:v>43607</c:v>
                </c:pt>
                <c:pt idx="5404">
                  <c:v>43608</c:v>
                </c:pt>
                <c:pt idx="5405">
                  <c:v>43609</c:v>
                </c:pt>
                <c:pt idx="5406">
                  <c:v>43613</c:v>
                </c:pt>
                <c:pt idx="5407">
                  <c:v>43614</c:v>
                </c:pt>
                <c:pt idx="5408">
                  <c:v>43615</c:v>
                </c:pt>
                <c:pt idx="5409">
                  <c:v>43616</c:v>
                </c:pt>
                <c:pt idx="5410">
                  <c:v>43619</c:v>
                </c:pt>
                <c:pt idx="5411">
                  <c:v>43620</c:v>
                </c:pt>
                <c:pt idx="5412">
                  <c:v>43621</c:v>
                </c:pt>
                <c:pt idx="5413">
                  <c:v>43622</c:v>
                </c:pt>
                <c:pt idx="5414">
                  <c:v>43623</c:v>
                </c:pt>
                <c:pt idx="5415">
                  <c:v>43626</c:v>
                </c:pt>
                <c:pt idx="5416">
                  <c:v>43627</c:v>
                </c:pt>
                <c:pt idx="5417">
                  <c:v>43628</c:v>
                </c:pt>
                <c:pt idx="5418">
                  <c:v>43629</c:v>
                </c:pt>
                <c:pt idx="5419">
                  <c:v>43630</c:v>
                </c:pt>
                <c:pt idx="5420">
                  <c:v>43633</c:v>
                </c:pt>
                <c:pt idx="5421">
                  <c:v>43634</c:v>
                </c:pt>
                <c:pt idx="5422">
                  <c:v>43635</c:v>
                </c:pt>
                <c:pt idx="5423">
                  <c:v>43636</c:v>
                </c:pt>
                <c:pt idx="5424">
                  <c:v>43637</c:v>
                </c:pt>
                <c:pt idx="5425">
                  <c:v>43640</c:v>
                </c:pt>
                <c:pt idx="5426">
                  <c:v>43641</c:v>
                </c:pt>
                <c:pt idx="5427">
                  <c:v>43642</c:v>
                </c:pt>
                <c:pt idx="5428">
                  <c:v>43643</c:v>
                </c:pt>
                <c:pt idx="5429">
                  <c:v>43644</c:v>
                </c:pt>
                <c:pt idx="5430">
                  <c:v>43647</c:v>
                </c:pt>
                <c:pt idx="5431">
                  <c:v>43648</c:v>
                </c:pt>
                <c:pt idx="5432">
                  <c:v>43649</c:v>
                </c:pt>
                <c:pt idx="5433">
                  <c:v>43651</c:v>
                </c:pt>
                <c:pt idx="5434">
                  <c:v>43654</c:v>
                </c:pt>
                <c:pt idx="5435">
                  <c:v>43655</c:v>
                </c:pt>
                <c:pt idx="5436">
                  <c:v>43656</c:v>
                </c:pt>
                <c:pt idx="5437">
                  <c:v>43657</c:v>
                </c:pt>
                <c:pt idx="5438">
                  <c:v>43658</c:v>
                </c:pt>
                <c:pt idx="5439">
                  <c:v>43661</c:v>
                </c:pt>
                <c:pt idx="5440">
                  <c:v>43662</c:v>
                </c:pt>
                <c:pt idx="5441">
                  <c:v>43663</c:v>
                </c:pt>
                <c:pt idx="5442">
                  <c:v>43664</c:v>
                </c:pt>
                <c:pt idx="5443">
                  <c:v>43665</c:v>
                </c:pt>
                <c:pt idx="5444">
                  <c:v>43668</c:v>
                </c:pt>
                <c:pt idx="5445">
                  <c:v>43669</c:v>
                </c:pt>
                <c:pt idx="5446">
                  <c:v>43670</c:v>
                </c:pt>
                <c:pt idx="5447">
                  <c:v>43671</c:v>
                </c:pt>
                <c:pt idx="5448">
                  <c:v>43672</c:v>
                </c:pt>
                <c:pt idx="5449">
                  <c:v>43675</c:v>
                </c:pt>
                <c:pt idx="5450">
                  <c:v>43676</c:v>
                </c:pt>
                <c:pt idx="5451">
                  <c:v>43677</c:v>
                </c:pt>
                <c:pt idx="5452">
                  <c:v>43678</c:v>
                </c:pt>
                <c:pt idx="5453">
                  <c:v>43679</c:v>
                </c:pt>
                <c:pt idx="5454">
                  <c:v>43682</c:v>
                </c:pt>
                <c:pt idx="5455">
                  <c:v>43683</c:v>
                </c:pt>
                <c:pt idx="5456">
                  <c:v>43684</c:v>
                </c:pt>
                <c:pt idx="5457">
                  <c:v>43685</c:v>
                </c:pt>
                <c:pt idx="5458">
                  <c:v>43686</c:v>
                </c:pt>
                <c:pt idx="5459">
                  <c:v>43689</c:v>
                </c:pt>
                <c:pt idx="5460">
                  <c:v>43690</c:v>
                </c:pt>
                <c:pt idx="5461">
                  <c:v>43691</c:v>
                </c:pt>
                <c:pt idx="5462">
                  <c:v>43692</c:v>
                </c:pt>
                <c:pt idx="5463">
                  <c:v>43693</c:v>
                </c:pt>
                <c:pt idx="5464">
                  <c:v>43696</c:v>
                </c:pt>
                <c:pt idx="5465">
                  <c:v>43697</c:v>
                </c:pt>
                <c:pt idx="5466">
                  <c:v>43698</c:v>
                </c:pt>
                <c:pt idx="5467">
                  <c:v>43699</c:v>
                </c:pt>
                <c:pt idx="5468">
                  <c:v>43700</c:v>
                </c:pt>
                <c:pt idx="5469">
                  <c:v>43703</c:v>
                </c:pt>
                <c:pt idx="5470">
                  <c:v>43704</c:v>
                </c:pt>
                <c:pt idx="5471">
                  <c:v>43705</c:v>
                </c:pt>
                <c:pt idx="5472">
                  <c:v>43706</c:v>
                </c:pt>
                <c:pt idx="5473">
                  <c:v>43707</c:v>
                </c:pt>
                <c:pt idx="5474">
                  <c:v>43711</c:v>
                </c:pt>
                <c:pt idx="5475">
                  <c:v>43712</c:v>
                </c:pt>
                <c:pt idx="5476">
                  <c:v>43713</c:v>
                </c:pt>
                <c:pt idx="5477">
                  <c:v>43714</c:v>
                </c:pt>
                <c:pt idx="5478">
                  <c:v>43717</c:v>
                </c:pt>
                <c:pt idx="5479">
                  <c:v>43718</c:v>
                </c:pt>
                <c:pt idx="5480">
                  <c:v>43719</c:v>
                </c:pt>
                <c:pt idx="5481">
                  <c:v>43720</c:v>
                </c:pt>
                <c:pt idx="5482">
                  <c:v>43721</c:v>
                </c:pt>
                <c:pt idx="5483">
                  <c:v>43724</c:v>
                </c:pt>
                <c:pt idx="5484">
                  <c:v>43725</c:v>
                </c:pt>
                <c:pt idx="5485">
                  <c:v>43726</c:v>
                </c:pt>
                <c:pt idx="5486">
                  <c:v>43727</c:v>
                </c:pt>
                <c:pt idx="5487">
                  <c:v>43728</c:v>
                </c:pt>
                <c:pt idx="5488">
                  <c:v>43731</c:v>
                </c:pt>
                <c:pt idx="5489">
                  <c:v>43732</c:v>
                </c:pt>
                <c:pt idx="5490">
                  <c:v>43733</c:v>
                </c:pt>
                <c:pt idx="5491">
                  <c:v>43734</c:v>
                </c:pt>
                <c:pt idx="5492">
                  <c:v>43735</c:v>
                </c:pt>
                <c:pt idx="5493">
                  <c:v>43738</c:v>
                </c:pt>
                <c:pt idx="5494">
                  <c:v>43739</c:v>
                </c:pt>
                <c:pt idx="5495">
                  <c:v>43740</c:v>
                </c:pt>
                <c:pt idx="5496">
                  <c:v>43741</c:v>
                </c:pt>
                <c:pt idx="5497">
                  <c:v>43742</c:v>
                </c:pt>
                <c:pt idx="5498">
                  <c:v>43745</c:v>
                </c:pt>
                <c:pt idx="5499">
                  <c:v>43746</c:v>
                </c:pt>
                <c:pt idx="5500">
                  <c:v>43747</c:v>
                </c:pt>
                <c:pt idx="5501">
                  <c:v>43748</c:v>
                </c:pt>
                <c:pt idx="5502">
                  <c:v>43749</c:v>
                </c:pt>
                <c:pt idx="5503">
                  <c:v>43752</c:v>
                </c:pt>
                <c:pt idx="5504">
                  <c:v>43753</c:v>
                </c:pt>
                <c:pt idx="5505">
                  <c:v>43754</c:v>
                </c:pt>
                <c:pt idx="5506">
                  <c:v>43755</c:v>
                </c:pt>
                <c:pt idx="5507">
                  <c:v>43756</c:v>
                </c:pt>
                <c:pt idx="5508">
                  <c:v>43759</c:v>
                </c:pt>
                <c:pt idx="5509">
                  <c:v>43760</c:v>
                </c:pt>
                <c:pt idx="5510">
                  <c:v>43761</c:v>
                </c:pt>
                <c:pt idx="5511">
                  <c:v>43762</c:v>
                </c:pt>
                <c:pt idx="5512">
                  <c:v>43763</c:v>
                </c:pt>
                <c:pt idx="5513">
                  <c:v>43766</c:v>
                </c:pt>
                <c:pt idx="5514">
                  <c:v>43767</c:v>
                </c:pt>
                <c:pt idx="5515">
                  <c:v>43768</c:v>
                </c:pt>
                <c:pt idx="5516">
                  <c:v>43769</c:v>
                </c:pt>
                <c:pt idx="5517">
                  <c:v>43770</c:v>
                </c:pt>
                <c:pt idx="5518">
                  <c:v>43773</c:v>
                </c:pt>
                <c:pt idx="5519">
                  <c:v>43774</c:v>
                </c:pt>
                <c:pt idx="5520">
                  <c:v>43775</c:v>
                </c:pt>
                <c:pt idx="5521">
                  <c:v>43776</c:v>
                </c:pt>
                <c:pt idx="5522">
                  <c:v>43777</c:v>
                </c:pt>
                <c:pt idx="5523">
                  <c:v>43780</c:v>
                </c:pt>
                <c:pt idx="5524">
                  <c:v>43781</c:v>
                </c:pt>
                <c:pt idx="5525">
                  <c:v>43782</c:v>
                </c:pt>
                <c:pt idx="5526">
                  <c:v>43783</c:v>
                </c:pt>
                <c:pt idx="5527">
                  <c:v>43784</c:v>
                </c:pt>
                <c:pt idx="5528">
                  <c:v>43787</c:v>
                </c:pt>
                <c:pt idx="5529">
                  <c:v>43788</c:v>
                </c:pt>
                <c:pt idx="5530">
                  <c:v>43789</c:v>
                </c:pt>
                <c:pt idx="5531">
                  <c:v>43790</c:v>
                </c:pt>
                <c:pt idx="5532">
                  <c:v>43791</c:v>
                </c:pt>
                <c:pt idx="5533">
                  <c:v>43794</c:v>
                </c:pt>
                <c:pt idx="5534">
                  <c:v>43795</c:v>
                </c:pt>
                <c:pt idx="5535">
                  <c:v>43796</c:v>
                </c:pt>
                <c:pt idx="5536">
                  <c:v>43798</c:v>
                </c:pt>
                <c:pt idx="5537">
                  <c:v>43801</c:v>
                </c:pt>
                <c:pt idx="5538">
                  <c:v>43802</c:v>
                </c:pt>
                <c:pt idx="5539">
                  <c:v>43803</c:v>
                </c:pt>
                <c:pt idx="5540">
                  <c:v>43804</c:v>
                </c:pt>
                <c:pt idx="5541">
                  <c:v>43805</c:v>
                </c:pt>
                <c:pt idx="5542">
                  <c:v>43808</c:v>
                </c:pt>
                <c:pt idx="5543">
                  <c:v>43809</c:v>
                </c:pt>
                <c:pt idx="5544">
                  <c:v>43810</c:v>
                </c:pt>
                <c:pt idx="5545">
                  <c:v>43811</c:v>
                </c:pt>
                <c:pt idx="5546">
                  <c:v>43812</c:v>
                </c:pt>
                <c:pt idx="5547">
                  <c:v>43815</c:v>
                </c:pt>
                <c:pt idx="5548">
                  <c:v>43816</c:v>
                </c:pt>
                <c:pt idx="5549">
                  <c:v>43817</c:v>
                </c:pt>
                <c:pt idx="5550">
                  <c:v>43818</c:v>
                </c:pt>
                <c:pt idx="5551">
                  <c:v>43819</c:v>
                </c:pt>
                <c:pt idx="5552">
                  <c:v>43822</c:v>
                </c:pt>
                <c:pt idx="5553">
                  <c:v>43823</c:v>
                </c:pt>
                <c:pt idx="5554">
                  <c:v>43825</c:v>
                </c:pt>
                <c:pt idx="5555">
                  <c:v>43826</c:v>
                </c:pt>
                <c:pt idx="5556">
                  <c:v>43829</c:v>
                </c:pt>
                <c:pt idx="5557">
                  <c:v>43830</c:v>
                </c:pt>
                <c:pt idx="5558">
                  <c:v>43832</c:v>
                </c:pt>
                <c:pt idx="5559">
                  <c:v>43833</c:v>
                </c:pt>
                <c:pt idx="5560">
                  <c:v>43836</c:v>
                </c:pt>
                <c:pt idx="5561">
                  <c:v>43837</c:v>
                </c:pt>
                <c:pt idx="5562">
                  <c:v>43838</c:v>
                </c:pt>
                <c:pt idx="5563">
                  <c:v>43839</c:v>
                </c:pt>
                <c:pt idx="5564">
                  <c:v>43840</c:v>
                </c:pt>
                <c:pt idx="5565">
                  <c:v>43843</c:v>
                </c:pt>
                <c:pt idx="5566">
                  <c:v>43844</c:v>
                </c:pt>
                <c:pt idx="5567">
                  <c:v>43845</c:v>
                </c:pt>
                <c:pt idx="5568">
                  <c:v>43846</c:v>
                </c:pt>
                <c:pt idx="5569">
                  <c:v>43847</c:v>
                </c:pt>
                <c:pt idx="5570">
                  <c:v>43851</c:v>
                </c:pt>
                <c:pt idx="5571">
                  <c:v>43852</c:v>
                </c:pt>
                <c:pt idx="5572">
                  <c:v>43853</c:v>
                </c:pt>
                <c:pt idx="5573">
                  <c:v>43854</c:v>
                </c:pt>
                <c:pt idx="5574">
                  <c:v>43857</c:v>
                </c:pt>
                <c:pt idx="5575">
                  <c:v>43858</c:v>
                </c:pt>
                <c:pt idx="5576">
                  <c:v>43859</c:v>
                </c:pt>
                <c:pt idx="5577">
                  <c:v>43860</c:v>
                </c:pt>
                <c:pt idx="5578">
                  <c:v>43861</c:v>
                </c:pt>
                <c:pt idx="5579">
                  <c:v>43864</c:v>
                </c:pt>
                <c:pt idx="5580">
                  <c:v>43865</c:v>
                </c:pt>
                <c:pt idx="5581">
                  <c:v>43866</c:v>
                </c:pt>
                <c:pt idx="5582">
                  <c:v>43867</c:v>
                </c:pt>
                <c:pt idx="5583">
                  <c:v>43868</c:v>
                </c:pt>
                <c:pt idx="5584">
                  <c:v>43871</c:v>
                </c:pt>
                <c:pt idx="5585">
                  <c:v>43872</c:v>
                </c:pt>
                <c:pt idx="5586">
                  <c:v>43873</c:v>
                </c:pt>
                <c:pt idx="5587">
                  <c:v>43874</c:v>
                </c:pt>
                <c:pt idx="5588">
                  <c:v>43875</c:v>
                </c:pt>
                <c:pt idx="5589">
                  <c:v>43879</c:v>
                </c:pt>
                <c:pt idx="5590">
                  <c:v>43880</c:v>
                </c:pt>
                <c:pt idx="5591">
                  <c:v>43881</c:v>
                </c:pt>
                <c:pt idx="5592">
                  <c:v>43882</c:v>
                </c:pt>
                <c:pt idx="5593">
                  <c:v>43885</c:v>
                </c:pt>
                <c:pt idx="5594">
                  <c:v>43886</c:v>
                </c:pt>
                <c:pt idx="5595">
                  <c:v>43887</c:v>
                </c:pt>
                <c:pt idx="5596">
                  <c:v>43888</c:v>
                </c:pt>
                <c:pt idx="5597">
                  <c:v>43889</c:v>
                </c:pt>
                <c:pt idx="5598">
                  <c:v>43892</c:v>
                </c:pt>
                <c:pt idx="5599">
                  <c:v>43893</c:v>
                </c:pt>
                <c:pt idx="5600">
                  <c:v>43894</c:v>
                </c:pt>
                <c:pt idx="5601">
                  <c:v>43895</c:v>
                </c:pt>
                <c:pt idx="5602">
                  <c:v>43896</c:v>
                </c:pt>
                <c:pt idx="5603">
                  <c:v>43899</c:v>
                </c:pt>
                <c:pt idx="5604">
                  <c:v>43900</c:v>
                </c:pt>
                <c:pt idx="5605">
                  <c:v>43901</c:v>
                </c:pt>
                <c:pt idx="5606">
                  <c:v>43902</c:v>
                </c:pt>
                <c:pt idx="5607">
                  <c:v>43903</c:v>
                </c:pt>
                <c:pt idx="5608">
                  <c:v>43906</c:v>
                </c:pt>
                <c:pt idx="5609">
                  <c:v>43907</c:v>
                </c:pt>
                <c:pt idx="5610">
                  <c:v>43908</c:v>
                </c:pt>
                <c:pt idx="5611">
                  <c:v>43909</c:v>
                </c:pt>
                <c:pt idx="5612">
                  <c:v>43910</c:v>
                </c:pt>
                <c:pt idx="5613">
                  <c:v>43913</c:v>
                </c:pt>
                <c:pt idx="5614">
                  <c:v>43914</c:v>
                </c:pt>
                <c:pt idx="5615">
                  <c:v>43915</c:v>
                </c:pt>
                <c:pt idx="5616">
                  <c:v>43916</c:v>
                </c:pt>
                <c:pt idx="5617">
                  <c:v>43917</c:v>
                </c:pt>
                <c:pt idx="5618">
                  <c:v>43920</c:v>
                </c:pt>
                <c:pt idx="5619">
                  <c:v>43921</c:v>
                </c:pt>
                <c:pt idx="5620">
                  <c:v>43922</c:v>
                </c:pt>
                <c:pt idx="5621">
                  <c:v>43923</c:v>
                </c:pt>
                <c:pt idx="5622">
                  <c:v>43924</c:v>
                </c:pt>
                <c:pt idx="5623">
                  <c:v>43927</c:v>
                </c:pt>
                <c:pt idx="5624">
                  <c:v>43928</c:v>
                </c:pt>
                <c:pt idx="5625">
                  <c:v>43929</c:v>
                </c:pt>
                <c:pt idx="5626">
                  <c:v>43930</c:v>
                </c:pt>
                <c:pt idx="5627">
                  <c:v>43934</c:v>
                </c:pt>
                <c:pt idx="5628">
                  <c:v>43935</c:v>
                </c:pt>
                <c:pt idx="5629">
                  <c:v>43936</c:v>
                </c:pt>
                <c:pt idx="5630">
                  <c:v>43937</c:v>
                </c:pt>
                <c:pt idx="5631">
                  <c:v>43938</c:v>
                </c:pt>
                <c:pt idx="5632">
                  <c:v>43941</c:v>
                </c:pt>
                <c:pt idx="5633">
                  <c:v>43942</c:v>
                </c:pt>
                <c:pt idx="5634">
                  <c:v>43943</c:v>
                </c:pt>
                <c:pt idx="5635">
                  <c:v>43944</c:v>
                </c:pt>
                <c:pt idx="5636">
                  <c:v>43945</c:v>
                </c:pt>
                <c:pt idx="5637">
                  <c:v>43948</c:v>
                </c:pt>
                <c:pt idx="5638">
                  <c:v>43949</c:v>
                </c:pt>
                <c:pt idx="5639">
                  <c:v>43950</c:v>
                </c:pt>
                <c:pt idx="5640">
                  <c:v>43951</c:v>
                </c:pt>
                <c:pt idx="5641">
                  <c:v>43952</c:v>
                </c:pt>
                <c:pt idx="5642">
                  <c:v>43955</c:v>
                </c:pt>
                <c:pt idx="5643">
                  <c:v>43956</c:v>
                </c:pt>
                <c:pt idx="5644">
                  <c:v>43957</c:v>
                </c:pt>
                <c:pt idx="5645">
                  <c:v>43958</c:v>
                </c:pt>
                <c:pt idx="5646">
                  <c:v>43959</c:v>
                </c:pt>
                <c:pt idx="5647">
                  <c:v>43962</c:v>
                </c:pt>
                <c:pt idx="5648">
                  <c:v>43963</c:v>
                </c:pt>
                <c:pt idx="5649">
                  <c:v>43964</c:v>
                </c:pt>
                <c:pt idx="5650">
                  <c:v>43965</c:v>
                </c:pt>
                <c:pt idx="5651">
                  <c:v>43966</c:v>
                </c:pt>
                <c:pt idx="5652">
                  <c:v>43969</c:v>
                </c:pt>
                <c:pt idx="5653">
                  <c:v>43970</c:v>
                </c:pt>
                <c:pt idx="5654">
                  <c:v>43971</c:v>
                </c:pt>
                <c:pt idx="5655">
                  <c:v>43972</c:v>
                </c:pt>
                <c:pt idx="5656">
                  <c:v>43973</c:v>
                </c:pt>
                <c:pt idx="5657">
                  <c:v>43977</c:v>
                </c:pt>
                <c:pt idx="5658">
                  <c:v>43978</c:v>
                </c:pt>
                <c:pt idx="5659">
                  <c:v>43979</c:v>
                </c:pt>
                <c:pt idx="5660">
                  <c:v>43980</c:v>
                </c:pt>
                <c:pt idx="5661">
                  <c:v>43983</c:v>
                </c:pt>
                <c:pt idx="5662">
                  <c:v>43984</c:v>
                </c:pt>
                <c:pt idx="5663">
                  <c:v>43985</c:v>
                </c:pt>
                <c:pt idx="5664">
                  <c:v>43986</c:v>
                </c:pt>
                <c:pt idx="5665">
                  <c:v>43987</c:v>
                </c:pt>
                <c:pt idx="5666">
                  <c:v>43990</c:v>
                </c:pt>
                <c:pt idx="5667">
                  <c:v>43991</c:v>
                </c:pt>
                <c:pt idx="5668">
                  <c:v>43992</c:v>
                </c:pt>
                <c:pt idx="5669">
                  <c:v>43993</c:v>
                </c:pt>
                <c:pt idx="5670">
                  <c:v>43994</c:v>
                </c:pt>
                <c:pt idx="5671">
                  <c:v>43997</c:v>
                </c:pt>
                <c:pt idx="5672">
                  <c:v>43998</c:v>
                </c:pt>
                <c:pt idx="5673">
                  <c:v>43999</c:v>
                </c:pt>
                <c:pt idx="5674">
                  <c:v>44000</c:v>
                </c:pt>
                <c:pt idx="5675">
                  <c:v>44001</c:v>
                </c:pt>
                <c:pt idx="5676">
                  <c:v>44004</c:v>
                </c:pt>
                <c:pt idx="5677">
                  <c:v>44005</c:v>
                </c:pt>
                <c:pt idx="5678">
                  <c:v>44006</c:v>
                </c:pt>
                <c:pt idx="5679">
                  <c:v>44007</c:v>
                </c:pt>
                <c:pt idx="5680">
                  <c:v>44008</c:v>
                </c:pt>
                <c:pt idx="5681">
                  <c:v>44011</c:v>
                </c:pt>
                <c:pt idx="5682">
                  <c:v>44012</c:v>
                </c:pt>
                <c:pt idx="5683">
                  <c:v>44013</c:v>
                </c:pt>
                <c:pt idx="5684">
                  <c:v>44014</c:v>
                </c:pt>
                <c:pt idx="5685">
                  <c:v>44018</c:v>
                </c:pt>
                <c:pt idx="5686">
                  <c:v>44019</c:v>
                </c:pt>
                <c:pt idx="5687">
                  <c:v>44020</c:v>
                </c:pt>
                <c:pt idx="5688">
                  <c:v>44021</c:v>
                </c:pt>
                <c:pt idx="5689">
                  <c:v>44022</c:v>
                </c:pt>
                <c:pt idx="5690">
                  <c:v>44025</c:v>
                </c:pt>
                <c:pt idx="5691">
                  <c:v>44026</c:v>
                </c:pt>
                <c:pt idx="5692">
                  <c:v>44027</c:v>
                </c:pt>
                <c:pt idx="5693">
                  <c:v>44028</c:v>
                </c:pt>
                <c:pt idx="5694">
                  <c:v>44029</c:v>
                </c:pt>
                <c:pt idx="5695">
                  <c:v>44032</c:v>
                </c:pt>
                <c:pt idx="5696">
                  <c:v>44033</c:v>
                </c:pt>
                <c:pt idx="5697">
                  <c:v>44034</c:v>
                </c:pt>
                <c:pt idx="5698">
                  <c:v>44035</c:v>
                </c:pt>
                <c:pt idx="5699">
                  <c:v>44036</c:v>
                </c:pt>
                <c:pt idx="5700">
                  <c:v>44039</c:v>
                </c:pt>
                <c:pt idx="5701">
                  <c:v>44040</c:v>
                </c:pt>
                <c:pt idx="5702">
                  <c:v>44041</c:v>
                </c:pt>
                <c:pt idx="5703">
                  <c:v>44042</c:v>
                </c:pt>
                <c:pt idx="5704">
                  <c:v>44043</c:v>
                </c:pt>
                <c:pt idx="5705">
                  <c:v>44046</c:v>
                </c:pt>
                <c:pt idx="5706">
                  <c:v>44047</c:v>
                </c:pt>
                <c:pt idx="5707">
                  <c:v>44048</c:v>
                </c:pt>
                <c:pt idx="5708">
                  <c:v>44049</c:v>
                </c:pt>
                <c:pt idx="5709">
                  <c:v>44050</c:v>
                </c:pt>
                <c:pt idx="5710">
                  <c:v>44053</c:v>
                </c:pt>
                <c:pt idx="5711">
                  <c:v>44054</c:v>
                </c:pt>
                <c:pt idx="5712">
                  <c:v>44055</c:v>
                </c:pt>
                <c:pt idx="5713">
                  <c:v>44056</c:v>
                </c:pt>
                <c:pt idx="5714">
                  <c:v>44057</c:v>
                </c:pt>
                <c:pt idx="5715">
                  <c:v>44060</c:v>
                </c:pt>
                <c:pt idx="5716">
                  <c:v>44061</c:v>
                </c:pt>
                <c:pt idx="5717">
                  <c:v>44062</c:v>
                </c:pt>
                <c:pt idx="5718">
                  <c:v>44063</c:v>
                </c:pt>
                <c:pt idx="5719">
                  <c:v>44064</c:v>
                </c:pt>
                <c:pt idx="5720">
                  <c:v>44067</c:v>
                </c:pt>
                <c:pt idx="5721">
                  <c:v>44068</c:v>
                </c:pt>
                <c:pt idx="5722">
                  <c:v>44069</c:v>
                </c:pt>
                <c:pt idx="5723">
                  <c:v>44070</c:v>
                </c:pt>
                <c:pt idx="5724">
                  <c:v>44071</c:v>
                </c:pt>
                <c:pt idx="5725">
                  <c:v>44074</c:v>
                </c:pt>
                <c:pt idx="5726">
                  <c:v>44075</c:v>
                </c:pt>
                <c:pt idx="5727">
                  <c:v>44076</c:v>
                </c:pt>
                <c:pt idx="5728">
                  <c:v>44077</c:v>
                </c:pt>
                <c:pt idx="5729">
                  <c:v>44078</c:v>
                </c:pt>
                <c:pt idx="5730">
                  <c:v>44082</c:v>
                </c:pt>
                <c:pt idx="5731">
                  <c:v>44083</c:v>
                </c:pt>
                <c:pt idx="5732">
                  <c:v>44084</c:v>
                </c:pt>
                <c:pt idx="5733">
                  <c:v>44085</c:v>
                </c:pt>
                <c:pt idx="5734">
                  <c:v>44088</c:v>
                </c:pt>
                <c:pt idx="5735">
                  <c:v>44089</c:v>
                </c:pt>
                <c:pt idx="5736">
                  <c:v>44090</c:v>
                </c:pt>
                <c:pt idx="5737">
                  <c:v>44091</c:v>
                </c:pt>
                <c:pt idx="5738">
                  <c:v>44092</c:v>
                </c:pt>
                <c:pt idx="5739">
                  <c:v>44095</c:v>
                </c:pt>
                <c:pt idx="5740">
                  <c:v>44096</c:v>
                </c:pt>
                <c:pt idx="5741">
                  <c:v>44097</c:v>
                </c:pt>
                <c:pt idx="5742">
                  <c:v>44098</c:v>
                </c:pt>
                <c:pt idx="5743">
                  <c:v>44099</c:v>
                </c:pt>
                <c:pt idx="5744">
                  <c:v>44102</c:v>
                </c:pt>
                <c:pt idx="5745">
                  <c:v>44103</c:v>
                </c:pt>
                <c:pt idx="5746">
                  <c:v>44104</c:v>
                </c:pt>
                <c:pt idx="5747">
                  <c:v>44105</c:v>
                </c:pt>
                <c:pt idx="5748">
                  <c:v>44106</c:v>
                </c:pt>
                <c:pt idx="5749">
                  <c:v>44109</c:v>
                </c:pt>
                <c:pt idx="5750">
                  <c:v>44110</c:v>
                </c:pt>
                <c:pt idx="5751">
                  <c:v>44111</c:v>
                </c:pt>
                <c:pt idx="5752">
                  <c:v>44112</c:v>
                </c:pt>
                <c:pt idx="5753">
                  <c:v>44113</c:v>
                </c:pt>
                <c:pt idx="5754">
                  <c:v>44116</c:v>
                </c:pt>
                <c:pt idx="5755">
                  <c:v>44117</c:v>
                </c:pt>
                <c:pt idx="5756">
                  <c:v>44118</c:v>
                </c:pt>
                <c:pt idx="5757">
                  <c:v>44119</c:v>
                </c:pt>
                <c:pt idx="5758">
                  <c:v>44120</c:v>
                </c:pt>
                <c:pt idx="5759">
                  <c:v>44123</c:v>
                </c:pt>
                <c:pt idx="5760">
                  <c:v>44124</c:v>
                </c:pt>
                <c:pt idx="5761">
                  <c:v>44125</c:v>
                </c:pt>
                <c:pt idx="5762">
                  <c:v>44126</c:v>
                </c:pt>
                <c:pt idx="5763">
                  <c:v>44127</c:v>
                </c:pt>
                <c:pt idx="5764">
                  <c:v>44130</c:v>
                </c:pt>
                <c:pt idx="5765">
                  <c:v>44131</c:v>
                </c:pt>
                <c:pt idx="5766">
                  <c:v>44132</c:v>
                </c:pt>
                <c:pt idx="5767">
                  <c:v>44133</c:v>
                </c:pt>
                <c:pt idx="5768">
                  <c:v>44134</c:v>
                </c:pt>
                <c:pt idx="5769">
                  <c:v>44137</c:v>
                </c:pt>
                <c:pt idx="5770">
                  <c:v>44138</c:v>
                </c:pt>
                <c:pt idx="5771">
                  <c:v>44139</c:v>
                </c:pt>
                <c:pt idx="5772">
                  <c:v>44140</c:v>
                </c:pt>
                <c:pt idx="5773">
                  <c:v>44141</c:v>
                </c:pt>
                <c:pt idx="5774">
                  <c:v>44144</c:v>
                </c:pt>
                <c:pt idx="5775">
                  <c:v>44145</c:v>
                </c:pt>
                <c:pt idx="5776">
                  <c:v>44146</c:v>
                </c:pt>
                <c:pt idx="5777">
                  <c:v>44147</c:v>
                </c:pt>
                <c:pt idx="5778">
                  <c:v>44148</c:v>
                </c:pt>
                <c:pt idx="5779">
                  <c:v>44151</c:v>
                </c:pt>
                <c:pt idx="5780">
                  <c:v>44152</c:v>
                </c:pt>
                <c:pt idx="5781">
                  <c:v>44153</c:v>
                </c:pt>
                <c:pt idx="5782">
                  <c:v>44154</c:v>
                </c:pt>
                <c:pt idx="5783">
                  <c:v>44155</c:v>
                </c:pt>
                <c:pt idx="5784">
                  <c:v>44158</c:v>
                </c:pt>
                <c:pt idx="5785">
                  <c:v>44159</c:v>
                </c:pt>
                <c:pt idx="5786">
                  <c:v>44160</c:v>
                </c:pt>
                <c:pt idx="5787">
                  <c:v>44162</c:v>
                </c:pt>
                <c:pt idx="5788">
                  <c:v>44165</c:v>
                </c:pt>
                <c:pt idx="5789">
                  <c:v>44166</c:v>
                </c:pt>
                <c:pt idx="5790">
                  <c:v>44167</c:v>
                </c:pt>
                <c:pt idx="5791">
                  <c:v>44168</c:v>
                </c:pt>
                <c:pt idx="5792">
                  <c:v>44169</c:v>
                </c:pt>
                <c:pt idx="5793">
                  <c:v>44172</c:v>
                </c:pt>
                <c:pt idx="5794">
                  <c:v>44173</c:v>
                </c:pt>
                <c:pt idx="5795">
                  <c:v>44174</c:v>
                </c:pt>
                <c:pt idx="5796">
                  <c:v>44175</c:v>
                </c:pt>
                <c:pt idx="5797">
                  <c:v>44176</c:v>
                </c:pt>
                <c:pt idx="5798">
                  <c:v>44179</c:v>
                </c:pt>
                <c:pt idx="5799">
                  <c:v>44180</c:v>
                </c:pt>
                <c:pt idx="5800">
                  <c:v>44181</c:v>
                </c:pt>
                <c:pt idx="5801">
                  <c:v>44182</c:v>
                </c:pt>
                <c:pt idx="5802">
                  <c:v>44183</c:v>
                </c:pt>
                <c:pt idx="5803">
                  <c:v>44186</c:v>
                </c:pt>
                <c:pt idx="5804">
                  <c:v>44187</c:v>
                </c:pt>
                <c:pt idx="5805">
                  <c:v>44188</c:v>
                </c:pt>
                <c:pt idx="5806">
                  <c:v>44189</c:v>
                </c:pt>
                <c:pt idx="5807">
                  <c:v>44193</c:v>
                </c:pt>
                <c:pt idx="5808">
                  <c:v>44194</c:v>
                </c:pt>
                <c:pt idx="5809">
                  <c:v>44195</c:v>
                </c:pt>
                <c:pt idx="5810">
                  <c:v>44196</c:v>
                </c:pt>
                <c:pt idx="5811">
                  <c:v>44200</c:v>
                </c:pt>
                <c:pt idx="5812">
                  <c:v>44201</c:v>
                </c:pt>
                <c:pt idx="5813">
                  <c:v>44202</c:v>
                </c:pt>
                <c:pt idx="5814">
                  <c:v>44203</c:v>
                </c:pt>
                <c:pt idx="5815">
                  <c:v>44204</c:v>
                </c:pt>
                <c:pt idx="5816">
                  <c:v>44207</c:v>
                </c:pt>
                <c:pt idx="5817">
                  <c:v>44208</c:v>
                </c:pt>
                <c:pt idx="5818">
                  <c:v>44209</c:v>
                </c:pt>
                <c:pt idx="5819">
                  <c:v>44210</c:v>
                </c:pt>
                <c:pt idx="5820">
                  <c:v>44211</c:v>
                </c:pt>
                <c:pt idx="5821">
                  <c:v>44215</c:v>
                </c:pt>
                <c:pt idx="5822">
                  <c:v>44216</c:v>
                </c:pt>
                <c:pt idx="5823">
                  <c:v>44217</c:v>
                </c:pt>
                <c:pt idx="5824">
                  <c:v>44218</c:v>
                </c:pt>
                <c:pt idx="5825">
                  <c:v>44221</c:v>
                </c:pt>
                <c:pt idx="5826">
                  <c:v>44222</c:v>
                </c:pt>
                <c:pt idx="5827">
                  <c:v>44223</c:v>
                </c:pt>
                <c:pt idx="5828">
                  <c:v>44224</c:v>
                </c:pt>
                <c:pt idx="5829">
                  <c:v>44225</c:v>
                </c:pt>
                <c:pt idx="5830">
                  <c:v>44228</c:v>
                </c:pt>
                <c:pt idx="5831">
                  <c:v>44229</c:v>
                </c:pt>
                <c:pt idx="5832">
                  <c:v>44230</c:v>
                </c:pt>
                <c:pt idx="5833">
                  <c:v>44231</c:v>
                </c:pt>
                <c:pt idx="5834">
                  <c:v>44232</c:v>
                </c:pt>
                <c:pt idx="5835">
                  <c:v>44235</c:v>
                </c:pt>
                <c:pt idx="5836">
                  <c:v>44236</c:v>
                </c:pt>
                <c:pt idx="5837">
                  <c:v>44237</c:v>
                </c:pt>
                <c:pt idx="5838">
                  <c:v>44238</c:v>
                </c:pt>
                <c:pt idx="5839">
                  <c:v>44239</c:v>
                </c:pt>
                <c:pt idx="5840">
                  <c:v>44243</c:v>
                </c:pt>
                <c:pt idx="5841">
                  <c:v>44244</c:v>
                </c:pt>
                <c:pt idx="5842">
                  <c:v>44245</c:v>
                </c:pt>
                <c:pt idx="5843">
                  <c:v>44246</c:v>
                </c:pt>
                <c:pt idx="5844">
                  <c:v>44249</c:v>
                </c:pt>
                <c:pt idx="5845">
                  <c:v>44250</c:v>
                </c:pt>
                <c:pt idx="5846">
                  <c:v>44251</c:v>
                </c:pt>
                <c:pt idx="5847">
                  <c:v>44252</c:v>
                </c:pt>
                <c:pt idx="5848">
                  <c:v>44253</c:v>
                </c:pt>
                <c:pt idx="5849">
                  <c:v>44256</c:v>
                </c:pt>
                <c:pt idx="5850">
                  <c:v>44257</c:v>
                </c:pt>
                <c:pt idx="5851">
                  <c:v>44258</c:v>
                </c:pt>
                <c:pt idx="5852">
                  <c:v>44259</c:v>
                </c:pt>
                <c:pt idx="5853">
                  <c:v>44260</c:v>
                </c:pt>
                <c:pt idx="5854">
                  <c:v>44263</c:v>
                </c:pt>
                <c:pt idx="5855">
                  <c:v>44264</c:v>
                </c:pt>
                <c:pt idx="5856">
                  <c:v>44265</c:v>
                </c:pt>
                <c:pt idx="5857">
                  <c:v>44266</c:v>
                </c:pt>
                <c:pt idx="5858">
                  <c:v>44267</c:v>
                </c:pt>
                <c:pt idx="5859">
                  <c:v>44270</c:v>
                </c:pt>
                <c:pt idx="5860">
                  <c:v>44271</c:v>
                </c:pt>
                <c:pt idx="5861">
                  <c:v>44272</c:v>
                </c:pt>
                <c:pt idx="5862">
                  <c:v>44273</c:v>
                </c:pt>
                <c:pt idx="5863">
                  <c:v>44274</c:v>
                </c:pt>
                <c:pt idx="5864">
                  <c:v>44277</c:v>
                </c:pt>
                <c:pt idx="5865">
                  <c:v>44278</c:v>
                </c:pt>
                <c:pt idx="5866">
                  <c:v>44279</c:v>
                </c:pt>
                <c:pt idx="5867">
                  <c:v>44280</c:v>
                </c:pt>
                <c:pt idx="5868">
                  <c:v>44281</c:v>
                </c:pt>
                <c:pt idx="5869">
                  <c:v>44284</c:v>
                </c:pt>
                <c:pt idx="5870">
                  <c:v>44285</c:v>
                </c:pt>
                <c:pt idx="5871">
                  <c:v>44286</c:v>
                </c:pt>
                <c:pt idx="5872">
                  <c:v>44287</c:v>
                </c:pt>
                <c:pt idx="5873">
                  <c:v>44291</c:v>
                </c:pt>
                <c:pt idx="5874">
                  <c:v>44292</c:v>
                </c:pt>
                <c:pt idx="5875">
                  <c:v>44293</c:v>
                </c:pt>
                <c:pt idx="5876">
                  <c:v>44294</c:v>
                </c:pt>
                <c:pt idx="5877">
                  <c:v>44295</c:v>
                </c:pt>
                <c:pt idx="5878">
                  <c:v>44298</c:v>
                </c:pt>
                <c:pt idx="5879">
                  <c:v>44299</c:v>
                </c:pt>
                <c:pt idx="5880">
                  <c:v>44300</c:v>
                </c:pt>
                <c:pt idx="5881">
                  <c:v>44301</c:v>
                </c:pt>
                <c:pt idx="5882">
                  <c:v>44302</c:v>
                </c:pt>
                <c:pt idx="5883">
                  <c:v>44305</c:v>
                </c:pt>
                <c:pt idx="5884">
                  <c:v>44306</c:v>
                </c:pt>
                <c:pt idx="5885">
                  <c:v>44307</c:v>
                </c:pt>
                <c:pt idx="5886">
                  <c:v>44308</c:v>
                </c:pt>
                <c:pt idx="5887">
                  <c:v>44309</c:v>
                </c:pt>
                <c:pt idx="5888">
                  <c:v>44312</c:v>
                </c:pt>
                <c:pt idx="5889">
                  <c:v>44313</c:v>
                </c:pt>
                <c:pt idx="5890">
                  <c:v>44314</c:v>
                </c:pt>
                <c:pt idx="5891">
                  <c:v>44315</c:v>
                </c:pt>
                <c:pt idx="5892">
                  <c:v>44316</c:v>
                </c:pt>
                <c:pt idx="5893">
                  <c:v>44319</c:v>
                </c:pt>
                <c:pt idx="5894">
                  <c:v>44320</c:v>
                </c:pt>
                <c:pt idx="5895">
                  <c:v>44321</c:v>
                </c:pt>
                <c:pt idx="5896">
                  <c:v>44322</c:v>
                </c:pt>
                <c:pt idx="5897">
                  <c:v>44323</c:v>
                </c:pt>
                <c:pt idx="5898">
                  <c:v>44326</c:v>
                </c:pt>
                <c:pt idx="5899">
                  <c:v>44327</c:v>
                </c:pt>
                <c:pt idx="5900">
                  <c:v>44328</c:v>
                </c:pt>
                <c:pt idx="5901">
                  <c:v>44329</c:v>
                </c:pt>
                <c:pt idx="5902">
                  <c:v>44330</c:v>
                </c:pt>
                <c:pt idx="5903">
                  <c:v>44333</c:v>
                </c:pt>
                <c:pt idx="5904">
                  <c:v>44334</c:v>
                </c:pt>
                <c:pt idx="5905">
                  <c:v>44335</c:v>
                </c:pt>
                <c:pt idx="5906">
                  <c:v>44336</c:v>
                </c:pt>
                <c:pt idx="5907">
                  <c:v>44337</c:v>
                </c:pt>
                <c:pt idx="5908">
                  <c:v>44340</c:v>
                </c:pt>
                <c:pt idx="5909">
                  <c:v>44341</c:v>
                </c:pt>
                <c:pt idx="5910">
                  <c:v>44342</c:v>
                </c:pt>
                <c:pt idx="5911">
                  <c:v>44343</c:v>
                </c:pt>
                <c:pt idx="5912">
                  <c:v>44344</c:v>
                </c:pt>
                <c:pt idx="5913">
                  <c:v>44348</c:v>
                </c:pt>
                <c:pt idx="5914">
                  <c:v>44349</c:v>
                </c:pt>
                <c:pt idx="5915">
                  <c:v>44350</c:v>
                </c:pt>
                <c:pt idx="5916">
                  <c:v>44351</c:v>
                </c:pt>
                <c:pt idx="5917">
                  <c:v>44354</c:v>
                </c:pt>
                <c:pt idx="5918">
                  <c:v>44355</c:v>
                </c:pt>
                <c:pt idx="5919">
                  <c:v>44356</c:v>
                </c:pt>
                <c:pt idx="5920">
                  <c:v>44357</c:v>
                </c:pt>
                <c:pt idx="5921">
                  <c:v>44358</c:v>
                </c:pt>
                <c:pt idx="5922">
                  <c:v>44361</c:v>
                </c:pt>
                <c:pt idx="5923">
                  <c:v>44362</c:v>
                </c:pt>
                <c:pt idx="5924">
                  <c:v>44363</c:v>
                </c:pt>
                <c:pt idx="5925">
                  <c:v>44364</c:v>
                </c:pt>
                <c:pt idx="5926">
                  <c:v>44365</c:v>
                </c:pt>
                <c:pt idx="5927">
                  <c:v>44368</c:v>
                </c:pt>
                <c:pt idx="5928">
                  <c:v>44369</c:v>
                </c:pt>
                <c:pt idx="5929">
                  <c:v>44370</c:v>
                </c:pt>
                <c:pt idx="5930">
                  <c:v>44371</c:v>
                </c:pt>
                <c:pt idx="5931">
                  <c:v>44372</c:v>
                </c:pt>
                <c:pt idx="5932">
                  <c:v>44375</c:v>
                </c:pt>
                <c:pt idx="5933">
                  <c:v>44376</c:v>
                </c:pt>
                <c:pt idx="5934">
                  <c:v>44377</c:v>
                </c:pt>
                <c:pt idx="5935">
                  <c:v>44378</c:v>
                </c:pt>
                <c:pt idx="5936">
                  <c:v>44379</c:v>
                </c:pt>
                <c:pt idx="5937">
                  <c:v>44383</c:v>
                </c:pt>
                <c:pt idx="5938">
                  <c:v>44384</c:v>
                </c:pt>
                <c:pt idx="5939">
                  <c:v>44385</c:v>
                </c:pt>
                <c:pt idx="5940">
                  <c:v>44386</c:v>
                </c:pt>
                <c:pt idx="5941">
                  <c:v>44389</c:v>
                </c:pt>
                <c:pt idx="5942">
                  <c:v>44390</c:v>
                </c:pt>
                <c:pt idx="5943">
                  <c:v>44391</c:v>
                </c:pt>
                <c:pt idx="5944">
                  <c:v>44392</c:v>
                </c:pt>
                <c:pt idx="5945">
                  <c:v>44393</c:v>
                </c:pt>
                <c:pt idx="5946">
                  <c:v>44396</c:v>
                </c:pt>
                <c:pt idx="5947">
                  <c:v>44397</c:v>
                </c:pt>
                <c:pt idx="5948">
                  <c:v>44398</c:v>
                </c:pt>
                <c:pt idx="5949">
                  <c:v>44399</c:v>
                </c:pt>
                <c:pt idx="5950">
                  <c:v>44400</c:v>
                </c:pt>
                <c:pt idx="5951">
                  <c:v>44403</c:v>
                </c:pt>
                <c:pt idx="5952">
                  <c:v>44404</c:v>
                </c:pt>
                <c:pt idx="5953">
                  <c:v>44405</c:v>
                </c:pt>
                <c:pt idx="5954">
                  <c:v>44406</c:v>
                </c:pt>
                <c:pt idx="5955">
                  <c:v>44407</c:v>
                </c:pt>
                <c:pt idx="5956">
                  <c:v>44410</c:v>
                </c:pt>
                <c:pt idx="5957">
                  <c:v>44411</c:v>
                </c:pt>
                <c:pt idx="5958">
                  <c:v>44412</c:v>
                </c:pt>
                <c:pt idx="5959">
                  <c:v>44413</c:v>
                </c:pt>
                <c:pt idx="5960">
                  <c:v>44414</c:v>
                </c:pt>
                <c:pt idx="5961">
                  <c:v>44417</c:v>
                </c:pt>
                <c:pt idx="5962">
                  <c:v>44418</c:v>
                </c:pt>
                <c:pt idx="5963">
                  <c:v>44419</c:v>
                </c:pt>
                <c:pt idx="5964">
                  <c:v>44420</c:v>
                </c:pt>
                <c:pt idx="5965">
                  <c:v>44421</c:v>
                </c:pt>
                <c:pt idx="5966">
                  <c:v>44424</c:v>
                </c:pt>
                <c:pt idx="5967">
                  <c:v>44425</c:v>
                </c:pt>
                <c:pt idx="5968">
                  <c:v>44426</c:v>
                </c:pt>
                <c:pt idx="5969">
                  <c:v>44427</c:v>
                </c:pt>
                <c:pt idx="5970">
                  <c:v>44428</c:v>
                </c:pt>
                <c:pt idx="5971">
                  <c:v>44431</c:v>
                </c:pt>
                <c:pt idx="5972">
                  <c:v>44432</c:v>
                </c:pt>
                <c:pt idx="5973">
                  <c:v>44433</c:v>
                </c:pt>
                <c:pt idx="5974">
                  <c:v>44434</c:v>
                </c:pt>
                <c:pt idx="5975">
                  <c:v>44435</c:v>
                </c:pt>
                <c:pt idx="5976">
                  <c:v>44438</c:v>
                </c:pt>
                <c:pt idx="5977">
                  <c:v>44439</c:v>
                </c:pt>
                <c:pt idx="5978">
                  <c:v>44440</c:v>
                </c:pt>
                <c:pt idx="5979">
                  <c:v>44441</c:v>
                </c:pt>
                <c:pt idx="5980">
                  <c:v>44442</c:v>
                </c:pt>
                <c:pt idx="5981">
                  <c:v>44446</c:v>
                </c:pt>
                <c:pt idx="5982">
                  <c:v>44447</c:v>
                </c:pt>
                <c:pt idx="5983">
                  <c:v>44448</c:v>
                </c:pt>
                <c:pt idx="5984">
                  <c:v>44449</c:v>
                </c:pt>
                <c:pt idx="5985">
                  <c:v>44452</c:v>
                </c:pt>
                <c:pt idx="5986">
                  <c:v>44453</c:v>
                </c:pt>
                <c:pt idx="5987">
                  <c:v>44454</c:v>
                </c:pt>
                <c:pt idx="5988">
                  <c:v>44455</c:v>
                </c:pt>
                <c:pt idx="5989">
                  <c:v>44456</c:v>
                </c:pt>
                <c:pt idx="5990">
                  <c:v>44459</c:v>
                </c:pt>
                <c:pt idx="5991">
                  <c:v>44460</c:v>
                </c:pt>
                <c:pt idx="5992">
                  <c:v>44461</c:v>
                </c:pt>
                <c:pt idx="5993">
                  <c:v>44462</c:v>
                </c:pt>
                <c:pt idx="5994">
                  <c:v>44463</c:v>
                </c:pt>
                <c:pt idx="5995">
                  <c:v>44466</c:v>
                </c:pt>
                <c:pt idx="5996">
                  <c:v>44467</c:v>
                </c:pt>
                <c:pt idx="5997">
                  <c:v>44468</c:v>
                </c:pt>
                <c:pt idx="5998">
                  <c:v>44469</c:v>
                </c:pt>
                <c:pt idx="5999">
                  <c:v>44470</c:v>
                </c:pt>
                <c:pt idx="6000">
                  <c:v>44473</c:v>
                </c:pt>
                <c:pt idx="6001">
                  <c:v>44474</c:v>
                </c:pt>
                <c:pt idx="6002">
                  <c:v>44475</c:v>
                </c:pt>
                <c:pt idx="6003">
                  <c:v>44476</c:v>
                </c:pt>
                <c:pt idx="6004">
                  <c:v>44477</c:v>
                </c:pt>
                <c:pt idx="6005">
                  <c:v>44480</c:v>
                </c:pt>
                <c:pt idx="6006">
                  <c:v>44481</c:v>
                </c:pt>
                <c:pt idx="6007">
                  <c:v>44482</c:v>
                </c:pt>
                <c:pt idx="6008">
                  <c:v>44483</c:v>
                </c:pt>
                <c:pt idx="6009">
                  <c:v>44484</c:v>
                </c:pt>
                <c:pt idx="6010">
                  <c:v>44487</c:v>
                </c:pt>
                <c:pt idx="6011">
                  <c:v>44488</c:v>
                </c:pt>
                <c:pt idx="6012">
                  <c:v>44489</c:v>
                </c:pt>
                <c:pt idx="6013">
                  <c:v>44490</c:v>
                </c:pt>
                <c:pt idx="6014">
                  <c:v>44491</c:v>
                </c:pt>
                <c:pt idx="6015">
                  <c:v>44494</c:v>
                </c:pt>
                <c:pt idx="6016">
                  <c:v>44495</c:v>
                </c:pt>
                <c:pt idx="6017">
                  <c:v>44496</c:v>
                </c:pt>
                <c:pt idx="6018">
                  <c:v>44497</c:v>
                </c:pt>
                <c:pt idx="6019">
                  <c:v>44498</c:v>
                </c:pt>
                <c:pt idx="6020">
                  <c:v>44501</c:v>
                </c:pt>
                <c:pt idx="6021">
                  <c:v>44502</c:v>
                </c:pt>
                <c:pt idx="6022">
                  <c:v>44503</c:v>
                </c:pt>
                <c:pt idx="6023">
                  <c:v>44504</c:v>
                </c:pt>
                <c:pt idx="6024">
                  <c:v>44505</c:v>
                </c:pt>
                <c:pt idx="6025">
                  <c:v>44508</c:v>
                </c:pt>
                <c:pt idx="6026">
                  <c:v>44509</c:v>
                </c:pt>
                <c:pt idx="6027">
                  <c:v>44510</c:v>
                </c:pt>
                <c:pt idx="6028">
                  <c:v>44511</c:v>
                </c:pt>
                <c:pt idx="6029">
                  <c:v>44512</c:v>
                </c:pt>
                <c:pt idx="6030">
                  <c:v>44515</c:v>
                </c:pt>
                <c:pt idx="6031">
                  <c:v>44516</c:v>
                </c:pt>
                <c:pt idx="6032">
                  <c:v>44517</c:v>
                </c:pt>
                <c:pt idx="6033">
                  <c:v>44518</c:v>
                </c:pt>
                <c:pt idx="6034">
                  <c:v>44519</c:v>
                </c:pt>
                <c:pt idx="6035">
                  <c:v>44522</c:v>
                </c:pt>
                <c:pt idx="6036">
                  <c:v>44523</c:v>
                </c:pt>
                <c:pt idx="6037">
                  <c:v>44524</c:v>
                </c:pt>
                <c:pt idx="6038">
                  <c:v>44526</c:v>
                </c:pt>
                <c:pt idx="6039">
                  <c:v>44529</c:v>
                </c:pt>
                <c:pt idx="6040">
                  <c:v>44530</c:v>
                </c:pt>
                <c:pt idx="6041">
                  <c:v>44531</c:v>
                </c:pt>
                <c:pt idx="6042">
                  <c:v>44532</c:v>
                </c:pt>
                <c:pt idx="6043">
                  <c:v>44533</c:v>
                </c:pt>
                <c:pt idx="6044">
                  <c:v>44536</c:v>
                </c:pt>
                <c:pt idx="6045">
                  <c:v>44537</c:v>
                </c:pt>
                <c:pt idx="6046">
                  <c:v>44538</c:v>
                </c:pt>
                <c:pt idx="6047">
                  <c:v>44539</c:v>
                </c:pt>
                <c:pt idx="6048">
                  <c:v>44540</c:v>
                </c:pt>
                <c:pt idx="6049">
                  <c:v>44543</c:v>
                </c:pt>
                <c:pt idx="6050">
                  <c:v>44544</c:v>
                </c:pt>
                <c:pt idx="6051">
                  <c:v>44545</c:v>
                </c:pt>
                <c:pt idx="6052">
                  <c:v>44546</c:v>
                </c:pt>
                <c:pt idx="6053">
                  <c:v>44547</c:v>
                </c:pt>
                <c:pt idx="6054">
                  <c:v>44550</c:v>
                </c:pt>
                <c:pt idx="6055">
                  <c:v>44551</c:v>
                </c:pt>
                <c:pt idx="6056">
                  <c:v>44552</c:v>
                </c:pt>
                <c:pt idx="6057">
                  <c:v>44553</c:v>
                </c:pt>
                <c:pt idx="6058">
                  <c:v>44557</c:v>
                </c:pt>
                <c:pt idx="6059">
                  <c:v>44558</c:v>
                </c:pt>
                <c:pt idx="6060">
                  <c:v>44559</c:v>
                </c:pt>
                <c:pt idx="6061">
                  <c:v>44560</c:v>
                </c:pt>
                <c:pt idx="6062">
                  <c:v>44561</c:v>
                </c:pt>
                <c:pt idx="6063">
                  <c:v>44564</c:v>
                </c:pt>
                <c:pt idx="6064">
                  <c:v>44565</c:v>
                </c:pt>
                <c:pt idx="6065">
                  <c:v>44566</c:v>
                </c:pt>
                <c:pt idx="6066">
                  <c:v>44567</c:v>
                </c:pt>
                <c:pt idx="6067">
                  <c:v>44568</c:v>
                </c:pt>
                <c:pt idx="6068">
                  <c:v>44571</c:v>
                </c:pt>
                <c:pt idx="6069">
                  <c:v>44572</c:v>
                </c:pt>
                <c:pt idx="6070">
                  <c:v>44573</c:v>
                </c:pt>
                <c:pt idx="6071">
                  <c:v>44574</c:v>
                </c:pt>
                <c:pt idx="6072">
                  <c:v>44575</c:v>
                </c:pt>
                <c:pt idx="6073">
                  <c:v>44579</c:v>
                </c:pt>
                <c:pt idx="6074">
                  <c:v>44580</c:v>
                </c:pt>
                <c:pt idx="6075">
                  <c:v>44581</c:v>
                </c:pt>
                <c:pt idx="6076">
                  <c:v>44582</c:v>
                </c:pt>
                <c:pt idx="6077">
                  <c:v>44585</c:v>
                </c:pt>
                <c:pt idx="6078">
                  <c:v>44586</c:v>
                </c:pt>
                <c:pt idx="6079">
                  <c:v>44587</c:v>
                </c:pt>
                <c:pt idx="6080">
                  <c:v>44588</c:v>
                </c:pt>
                <c:pt idx="6081">
                  <c:v>44589</c:v>
                </c:pt>
                <c:pt idx="6082">
                  <c:v>44592</c:v>
                </c:pt>
                <c:pt idx="6083">
                  <c:v>44593</c:v>
                </c:pt>
                <c:pt idx="6084">
                  <c:v>44594</c:v>
                </c:pt>
                <c:pt idx="6085">
                  <c:v>44595</c:v>
                </c:pt>
                <c:pt idx="6086">
                  <c:v>44596</c:v>
                </c:pt>
                <c:pt idx="6087">
                  <c:v>44599</c:v>
                </c:pt>
                <c:pt idx="6088">
                  <c:v>44600</c:v>
                </c:pt>
                <c:pt idx="6089">
                  <c:v>44601</c:v>
                </c:pt>
                <c:pt idx="6090">
                  <c:v>44602</c:v>
                </c:pt>
                <c:pt idx="6091">
                  <c:v>44603</c:v>
                </c:pt>
                <c:pt idx="6092">
                  <c:v>44606</c:v>
                </c:pt>
                <c:pt idx="6093">
                  <c:v>44607</c:v>
                </c:pt>
                <c:pt idx="6094">
                  <c:v>44608</c:v>
                </c:pt>
                <c:pt idx="6095">
                  <c:v>44609</c:v>
                </c:pt>
                <c:pt idx="6096">
                  <c:v>44610</c:v>
                </c:pt>
                <c:pt idx="6097">
                  <c:v>44614</c:v>
                </c:pt>
                <c:pt idx="6098">
                  <c:v>44615</c:v>
                </c:pt>
                <c:pt idx="6099">
                  <c:v>44616</c:v>
                </c:pt>
                <c:pt idx="6100">
                  <c:v>44617</c:v>
                </c:pt>
                <c:pt idx="6101">
                  <c:v>44620</c:v>
                </c:pt>
                <c:pt idx="6102">
                  <c:v>44621</c:v>
                </c:pt>
                <c:pt idx="6103">
                  <c:v>44622</c:v>
                </c:pt>
                <c:pt idx="6104">
                  <c:v>44623</c:v>
                </c:pt>
                <c:pt idx="6105">
                  <c:v>44624</c:v>
                </c:pt>
                <c:pt idx="6106">
                  <c:v>44627</c:v>
                </c:pt>
                <c:pt idx="6107">
                  <c:v>44628</c:v>
                </c:pt>
                <c:pt idx="6108">
                  <c:v>44629</c:v>
                </c:pt>
                <c:pt idx="6109">
                  <c:v>44630</c:v>
                </c:pt>
                <c:pt idx="6110">
                  <c:v>44631</c:v>
                </c:pt>
                <c:pt idx="6111">
                  <c:v>44634</c:v>
                </c:pt>
                <c:pt idx="6112">
                  <c:v>44635</c:v>
                </c:pt>
                <c:pt idx="6113">
                  <c:v>44636</c:v>
                </c:pt>
                <c:pt idx="6114">
                  <c:v>44637</c:v>
                </c:pt>
                <c:pt idx="6115">
                  <c:v>44638</c:v>
                </c:pt>
                <c:pt idx="6116">
                  <c:v>44641</c:v>
                </c:pt>
                <c:pt idx="6117">
                  <c:v>44642</c:v>
                </c:pt>
                <c:pt idx="6118">
                  <c:v>44643</c:v>
                </c:pt>
                <c:pt idx="6119">
                  <c:v>44644</c:v>
                </c:pt>
                <c:pt idx="6120">
                  <c:v>44645</c:v>
                </c:pt>
                <c:pt idx="6121">
                  <c:v>44648</c:v>
                </c:pt>
                <c:pt idx="6122">
                  <c:v>44649</c:v>
                </c:pt>
                <c:pt idx="6123">
                  <c:v>44650</c:v>
                </c:pt>
                <c:pt idx="6124">
                  <c:v>44651</c:v>
                </c:pt>
                <c:pt idx="6125">
                  <c:v>44652</c:v>
                </c:pt>
                <c:pt idx="6126">
                  <c:v>44655</c:v>
                </c:pt>
                <c:pt idx="6127">
                  <c:v>44656</c:v>
                </c:pt>
                <c:pt idx="6128">
                  <c:v>44657</c:v>
                </c:pt>
                <c:pt idx="6129">
                  <c:v>44658</c:v>
                </c:pt>
                <c:pt idx="6130">
                  <c:v>44659</c:v>
                </c:pt>
                <c:pt idx="6131">
                  <c:v>44662</c:v>
                </c:pt>
                <c:pt idx="6132">
                  <c:v>44663</c:v>
                </c:pt>
                <c:pt idx="6133">
                  <c:v>44664</c:v>
                </c:pt>
                <c:pt idx="6134">
                  <c:v>44665</c:v>
                </c:pt>
                <c:pt idx="6135">
                  <c:v>44669</c:v>
                </c:pt>
                <c:pt idx="6136">
                  <c:v>44670</c:v>
                </c:pt>
                <c:pt idx="6137">
                  <c:v>44671</c:v>
                </c:pt>
                <c:pt idx="6138">
                  <c:v>44672</c:v>
                </c:pt>
                <c:pt idx="6139">
                  <c:v>44673</c:v>
                </c:pt>
                <c:pt idx="6140">
                  <c:v>44676</c:v>
                </c:pt>
                <c:pt idx="6141">
                  <c:v>44677</c:v>
                </c:pt>
                <c:pt idx="6142">
                  <c:v>44678</c:v>
                </c:pt>
                <c:pt idx="6143">
                  <c:v>44679</c:v>
                </c:pt>
                <c:pt idx="6144">
                  <c:v>44680</c:v>
                </c:pt>
                <c:pt idx="6145">
                  <c:v>44683</c:v>
                </c:pt>
                <c:pt idx="6146">
                  <c:v>44684</c:v>
                </c:pt>
                <c:pt idx="6147">
                  <c:v>44685</c:v>
                </c:pt>
                <c:pt idx="6148">
                  <c:v>44686</c:v>
                </c:pt>
                <c:pt idx="6149">
                  <c:v>44687</c:v>
                </c:pt>
                <c:pt idx="6150">
                  <c:v>44690</c:v>
                </c:pt>
                <c:pt idx="6151">
                  <c:v>44691</c:v>
                </c:pt>
                <c:pt idx="6152">
                  <c:v>44692</c:v>
                </c:pt>
                <c:pt idx="6153">
                  <c:v>44693</c:v>
                </c:pt>
                <c:pt idx="6154">
                  <c:v>44694</c:v>
                </c:pt>
                <c:pt idx="6155">
                  <c:v>44697</c:v>
                </c:pt>
                <c:pt idx="6156">
                  <c:v>44698</c:v>
                </c:pt>
                <c:pt idx="6157">
                  <c:v>44699</c:v>
                </c:pt>
                <c:pt idx="6158">
                  <c:v>44700</c:v>
                </c:pt>
                <c:pt idx="6159">
                  <c:v>44701</c:v>
                </c:pt>
                <c:pt idx="6160">
                  <c:v>44704</c:v>
                </c:pt>
                <c:pt idx="6161">
                  <c:v>44705</c:v>
                </c:pt>
                <c:pt idx="6162">
                  <c:v>44706</c:v>
                </c:pt>
                <c:pt idx="6163">
                  <c:v>44707</c:v>
                </c:pt>
                <c:pt idx="6164">
                  <c:v>44708</c:v>
                </c:pt>
                <c:pt idx="6165">
                  <c:v>44712</c:v>
                </c:pt>
                <c:pt idx="6166">
                  <c:v>44713</c:v>
                </c:pt>
                <c:pt idx="6167">
                  <c:v>44714</c:v>
                </c:pt>
                <c:pt idx="6168">
                  <c:v>44715</c:v>
                </c:pt>
                <c:pt idx="6169">
                  <c:v>44718</c:v>
                </c:pt>
                <c:pt idx="6170">
                  <c:v>44719</c:v>
                </c:pt>
                <c:pt idx="6171">
                  <c:v>44720</c:v>
                </c:pt>
                <c:pt idx="6172">
                  <c:v>44721</c:v>
                </c:pt>
                <c:pt idx="6173">
                  <c:v>44722</c:v>
                </c:pt>
                <c:pt idx="6174">
                  <c:v>44725</c:v>
                </c:pt>
                <c:pt idx="6175">
                  <c:v>44726</c:v>
                </c:pt>
                <c:pt idx="6176">
                  <c:v>44727</c:v>
                </c:pt>
                <c:pt idx="6177">
                  <c:v>44728</c:v>
                </c:pt>
                <c:pt idx="6178">
                  <c:v>44729</c:v>
                </c:pt>
                <c:pt idx="6179">
                  <c:v>44733</c:v>
                </c:pt>
                <c:pt idx="6180">
                  <c:v>44734</c:v>
                </c:pt>
                <c:pt idx="6181">
                  <c:v>44735</c:v>
                </c:pt>
                <c:pt idx="6182">
                  <c:v>44736</c:v>
                </c:pt>
                <c:pt idx="6183">
                  <c:v>44739</c:v>
                </c:pt>
                <c:pt idx="6184">
                  <c:v>44740</c:v>
                </c:pt>
                <c:pt idx="6185">
                  <c:v>44741</c:v>
                </c:pt>
                <c:pt idx="6186">
                  <c:v>44742</c:v>
                </c:pt>
                <c:pt idx="6187">
                  <c:v>44743</c:v>
                </c:pt>
                <c:pt idx="6188">
                  <c:v>44747</c:v>
                </c:pt>
                <c:pt idx="6189">
                  <c:v>44748</c:v>
                </c:pt>
                <c:pt idx="6190">
                  <c:v>44749</c:v>
                </c:pt>
                <c:pt idx="6191">
                  <c:v>44750</c:v>
                </c:pt>
                <c:pt idx="6192">
                  <c:v>44753</c:v>
                </c:pt>
                <c:pt idx="6193">
                  <c:v>44754</c:v>
                </c:pt>
                <c:pt idx="6194">
                  <c:v>44755</c:v>
                </c:pt>
                <c:pt idx="6195">
                  <c:v>44756</c:v>
                </c:pt>
                <c:pt idx="6196">
                  <c:v>44757</c:v>
                </c:pt>
                <c:pt idx="6197">
                  <c:v>44760</c:v>
                </c:pt>
                <c:pt idx="6198">
                  <c:v>44761</c:v>
                </c:pt>
                <c:pt idx="6199">
                  <c:v>44762</c:v>
                </c:pt>
                <c:pt idx="6200">
                  <c:v>44763</c:v>
                </c:pt>
                <c:pt idx="6201">
                  <c:v>44764</c:v>
                </c:pt>
                <c:pt idx="6202">
                  <c:v>44767</c:v>
                </c:pt>
                <c:pt idx="6203">
                  <c:v>44768</c:v>
                </c:pt>
                <c:pt idx="6204">
                  <c:v>44769</c:v>
                </c:pt>
                <c:pt idx="6205">
                  <c:v>44770</c:v>
                </c:pt>
                <c:pt idx="6206">
                  <c:v>44771</c:v>
                </c:pt>
                <c:pt idx="6207">
                  <c:v>44774</c:v>
                </c:pt>
                <c:pt idx="6208">
                  <c:v>44775</c:v>
                </c:pt>
                <c:pt idx="6209">
                  <c:v>44776</c:v>
                </c:pt>
                <c:pt idx="6210">
                  <c:v>44777</c:v>
                </c:pt>
                <c:pt idx="6211">
                  <c:v>44778</c:v>
                </c:pt>
                <c:pt idx="6212">
                  <c:v>44781</c:v>
                </c:pt>
                <c:pt idx="6213">
                  <c:v>44782</c:v>
                </c:pt>
                <c:pt idx="6214">
                  <c:v>44783</c:v>
                </c:pt>
                <c:pt idx="6215">
                  <c:v>44784</c:v>
                </c:pt>
                <c:pt idx="6216">
                  <c:v>44785</c:v>
                </c:pt>
                <c:pt idx="6217">
                  <c:v>44788</c:v>
                </c:pt>
                <c:pt idx="6218">
                  <c:v>44789</c:v>
                </c:pt>
                <c:pt idx="6219">
                  <c:v>44790</c:v>
                </c:pt>
                <c:pt idx="6220">
                  <c:v>44791</c:v>
                </c:pt>
                <c:pt idx="6221">
                  <c:v>44792</c:v>
                </c:pt>
                <c:pt idx="6222">
                  <c:v>44795</c:v>
                </c:pt>
                <c:pt idx="6223">
                  <c:v>44796</c:v>
                </c:pt>
                <c:pt idx="6224">
                  <c:v>44797</c:v>
                </c:pt>
                <c:pt idx="6225">
                  <c:v>44798</c:v>
                </c:pt>
                <c:pt idx="6226">
                  <c:v>44799</c:v>
                </c:pt>
                <c:pt idx="6227">
                  <c:v>44802</c:v>
                </c:pt>
                <c:pt idx="6228">
                  <c:v>44803</c:v>
                </c:pt>
                <c:pt idx="6229">
                  <c:v>44804</c:v>
                </c:pt>
                <c:pt idx="6230">
                  <c:v>44805</c:v>
                </c:pt>
                <c:pt idx="6231">
                  <c:v>44806</c:v>
                </c:pt>
                <c:pt idx="6232">
                  <c:v>44810</c:v>
                </c:pt>
                <c:pt idx="6233">
                  <c:v>44811</c:v>
                </c:pt>
                <c:pt idx="6234">
                  <c:v>44812</c:v>
                </c:pt>
                <c:pt idx="6235">
                  <c:v>44813</c:v>
                </c:pt>
                <c:pt idx="6236">
                  <c:v>44816</c:v>
                </c:pt>
                <c:pt idx="6237">
                  <c:v>44817</c:v>
                </c:pt>
                <c:pt idx="6238">
                  <c:v>44818</c:v>
                </c:pt>
                <c:pt idx="6239">
                  <c:v>44819</c:v>
                </c:pt>
                <c:pt idx="6240">
                  <c:v>44820</c:v>
                </c:pt>
                <c:pt idx="6241">
                  <c:v>44823</c:v>
                </c:pt>
                <c:pt idx="6242">
                  <c:v>44824</c:v>
                </c:pt>
                <c:pt idx="6243">
                  <c:v>44825</c:v>
                </c:pt>
                <c:pt idx="6244">
                  <c:v>44826</c:v>
                </c:pt>
                <c:pt idx="6245">
                  <c:v>44827</c:v>
                </c:pt>
                <c:pt idx="6246">
                  <c:v>44830</c:v>
                </c:pt>
                <c:pt idx="6247">
                  <c:v>44831</c:v>
                </c:pt>
                <c:pt idx="6248">
                  <c:v>44832</c:v>
                </c:pt>
                <c:pt idx="6249">
                  <c:v>44833</c:v>
                </c:pt>
                <c:pt idx="6250">
                  <c:v>44834</c:v>
                </c:pt>
                <c:pt idx="6251">
                  <c:v>44837</c:v>
                </c:pt>
                <c:pt idx="6252">
                  <c:v>44838</c:v>
                </c:pt>
                <c:pt idx="6253">
                  <c:v>44839</c:v>
                </c:pt>
                <c:pt idx="6254">
                  <c:v>44840</c:v>
                </c:pt>
                <c:pt idx="6255">
                  <c:v>44841</c:v>
                </c:pt>
                <c:pt idx="6256">
                  <c:v>44844</c:v>
                </c:pt>
                <c:pt idx="6257">
                  <c:v>44845</c:v>
                </c:pt>
                <c:pt idx="6258">
                  <c:v>44846</c:v>
                </c:pt>
                <c:pt idx="6259">
                  <c:v>44847</c:v>
                </c:pt>
                <c:pt idx="6260">
                  <c:v>44848</c:v>
                </c:pt>
                <c:pt idx="6261">
                  <c:v>44851</c:v>
                </c:pt>
                <c:pt idx="6262">
                  <c:v>44852</c:v>
                </c:pt>
                <c:pt idx="6263">
                  <c:v>44853</c:v>
                </c:pt>
                <c:pt idx="6264">
                  <c:v>44854</c:v>
                </c:pt>
                <c:pt idx="6265">
                  <c:v>44855</c:v>
                </c:pt>
                <c:pt idx="6266">
                  <c:v>44858</c:v>
                </c:pt>
                <c:pt idx="6267">
                  <c:v>44859</c:v>
                </c:pt>
                <c:pt idx="6268">
                  <c:v>44860</c:v>
                </c:pt>
                <c:pt idx="6269">
                  <c:v>44861</c:v>
                </c:pt>
                <c:pt idx="6270">
                  <c:v>44862</c:v>
                </c:pt>
                <c:pt idx="6271">
                  <c:v>44865</c:v>
                </c:pt>
                <c:pt idx="6272">
                  <c:v>44866</c:v>
                </c:pt>
                <c:pt idx="6273">
                  <c:v>44867</c:v>
                </c:pt>
                <c:pt idx="6274">
                  <c:v>44868</c:v>
                </c:pt>
                <c:pt idx="6275">
                  <c:v>44869</c:v>
                </c:pt>
                <c:pt idx="6276">
                  <c:v>44872</c:v>
                </c:pt>
                <c:pt idx="6277">
                  <c:v>44873</c:v>
                </c:pt>
                <c:pt idx="6278">
                  <c:v>44874</c:v>
                </c:pt>
                <c:pt idx="6279">
                  <c:v>44875</c:v>
                </c:pt>
                <c:pt idx="6280">
                  <c:v>44876</c:v>
                </c:pt>
                <c:pt idx="6281">
                  <c:v>44879</c:v>
                </c:pt>
                <c:pt idx="6282">
                  <c:v>44880</c:v>
                </c:pt>
                <c:pt idx="6283">
                  <c:v>44881</c:v>
                </c:pt>
                <c:pt idx="6284">
                  <c:v>44882</c:v>
                </c:pt>
                <c:pt idx="6285">
                  <c:v>44883</c:v>
                </c:pt>
                <c:pt idx="6286">
                  <c:v>44886</c:v>
                </c:pt>
                <c:pt idx="6287">
                  <c:v>44887</c:v>
                </c:pt>
                <c:pt idx="6288">
                  <c:v>44888</c:v>
                </c:pt>
                <c:pt idx="6289">
                  <c:v>44890</c:v>
                </c:pt>
                <c:pt idx="6290">
                  <c:v>44893</c:v>
                </c:pt>
                <c:pt idx="6291">
                  <c:v>44894</c:v>
                </c:pt>
                <c:pt idx="6292">
                  <c:v>44895</c:v>
                </c:pt>
                <c:pt idx="6293">
                  <c:v>44896</c:v>
                </c:pt>
                <c:pt idx="6294">
                  <c:v>44897</c:v>
                </c:pt>
                <c:pt idx="6295">
                  <c:v>44900</c:v>
                </c:pt>
                <c:pt idx="6296">
                  <c:v>44901</c:v>
                </c:pt>
                <c:pt idx="6297">
                  <c:v>44902</c:v>
                </c:pt>
                <c:pt idx="6298">
                  <c:v>44903</c:v>
                </c:pt>
                <c:pt idx="6299">
                  <c:v>44904</c:v>
                </c:pt>
                <c:pt idx="6300">
                  <c:v>44907</c:v>
                </c:pt>
                <c:pt idx="6301">
                  <c:v>44908</c:v>
                </c:pt>
                <c:pt idx="6302">
                  <c:v>44909</c:v>
                </c:pt>
                <c:pt idx="6303">
                  <c:v>44910</c:v>
                </c:pt>
                <c:pt idx="6304">
                  <c:v>44911</c:v>
                </c:pt>
                <c:pt idx="6305">
                  <c:v>44914</c:v>
                </c:pt>
                <c:pt idx="6306">
                  <c:v>44915</c:v>
                </c:pt>
                <c:pt idx="6307">
                  <c:v>44916</c:v>
                </c:pt>
                <c:pt idx="6308">
                  <c:v>44917</c:v>
                </c:pt>
                <c:pt idx="6309">
                  <c:v>44918</c:v>
                </c:pt>
                <c:pt idx="6310">
                  <c:v>44922</c:v>
                </c:pt>
                <c:pt idx="6311">
                  <c:v>44923</c:v>
                </c:pt>
                <c:pt idx="6312">
                  <c:v>44924</c:v>
                </c:pt>
                <c:pt idx="6313">
                  <c:v>44925</c:v>
                </c:pt>
                <c:pt idx="6314">
                  <c:v>44929</c:v>
                </c:pt>
                <c:pt idx="6315">
                  <c:v>44930</c:v>
                </c:pt>
                <c:pt idx="6316">
                  <c:v>44931</c:v>
                </c:pt>
                <c:pt idx="6317">
                  <c:v>44932</c:v>
                </c:pt>
                <c:pt idx="6318">
                  <c:v>44935</c:v>
                </c:pt>
                <c:pt idx="6319">
                  <c:v>44936</c:v>
                </c:pt>
                <c:pt idx="6320">
                  <c:v>44937</c:v>
                </c:pt>
                <c:pt idx="6321">
                  <c:v>44938</c:v>
                </c:pt>
                <c:pt idx="6322">
                  <c:v>44939</c:v>
                </c:pt>
                <c:pt idx="6323">
                  <c:v>44943</c:v>
                </c:pt>
                <c:pt idx="6324">
                  <c:v>44944</c:v>
                </c:pt>
                <c:pt idx="6325">
                  <c:v>44945</c:v>
                </c:pt>
                <c:pt idx="6326">
                  <c:v>44946</c:v>
                </c:pt>
                <c:pt idx="6327">
                  <c:v>44949</c:v>
                </c:pt>
                <c:pt idx="6328">
                  <c:v>44950</c:v>
                </c:pt>
                <c:pt idx="6329">
                  <c:v>44951</c:v>
                </c:pt>
                <c:pt idx="6330">
                  <c:v>44952</c:v>
                </c:pt>
                <c:pt idx="6331">
                  <c:v>44953</c:v>
                </c:pt>
                <c:pt idx="6332">
                  <c:v>44956</c:v>
                </c:pt>
                <c:pt idx="6333">
                  <c:v>44957</c:v>
                </c:pt>
                <c:pt idx="6334">
                  <c:v>44958</c:v>
                </c:pt>
                <c:pt idx="6335">
                  <c:v>44959</c:v>
                </c:pt>
                <c:pt idx="6336">
                  <c:v>44960</c:v>
                </c:pt>
                <c:pt idx="6337">
                  <c:v>44963</c:v>
                </c:pt>
                <c:pt idx="6338">
                  <c:v>44964</c:v>
                </c:pt>
                <c:pt idx="6339">
                  <c:v>44965</c:v>
                </c:pt>
                <c:pt idx="6340">
                  <c:v>44966</c:v>
                </c:pt>
                <c:pt idx="6341">
                  <c:v>44967</c:v>
                </c:pt>
                <c:pt idx="6342">
                  <c:v>44970</c:v>
                </c:pt>
                <c:pt idx="6343">
                  <c:v>44971</c:v>
                </c:pt>
                <c:pt idx="6344">
                  <c:v>44972</c:v>
                </c:pt>
                <c:pt idx="6345">
                  <c:v>44973</c:v>
                </c:pt>
                <c:pt idx="6346">
                  <c:v>44974</c:v>
                </c:pt>
                <c:pt idx="6347">
                  <c:v>44978</c:v>
                </c:pt>
                <c:pt idx="6348">
                  <c:v>44979</c:v>
                </c:pt>
                <c:pt idx="6349">
                  <c:v>44980</c:v>
                </c:pt>
                <c:pt idx="6350">
                  <c:v>44981</c:v>
                </c:pt>
                <c:pt idx="6351">
                  <c:v>44984</c:v>
                </c:pt>
                <c:pt idx="6352">
                  <c:v>44985</c:v>
                </c:pt>
                <c:pt idx="6353">
                  <c:v>44986</c:v>
                </c:pt>
                <c:pt idx="6354">
                  <c:v>44987</c:v>
                </c:pt>
                <c:pt idx="6355">
                  <c:v>44988</c:v>
                </c:pt>
                <c:pt idx="6356">
                  <c:v>44991</c:v>
                </c:pt>
                <c:pt idx="6357">
                  <c:v>44992</c:v>
                </c:pt>
                <c:pt idx="6358">
                  <c:v>44993</c:v>
                </c:pt>
                <c:pt idx="6359">
                  <c:v>44994</c:v>
                </c:pt>
                <c:pt idx="6360">
                  <c:v>44995</c:v>
                </c:pt>
                <c:pt idx="6361">
                  <c:v>44998</c:v>
                </c:pt>
                <c:pt idx="6362">
                  <c:v>44999</c:v>
                </c:pt>
                <c:pt idx="6363">
                  <c:v>45000</c:v>
                </c:pt>
                <c:pt idx="6364">
                  <c:v>45001</c:v>
                </c:pt>
                <c:pt idx="6365">
                  <c:v>45002</c:v>
                </c:pt>
                <c:pt idx="6366">
                  <c:v>45005</c:v>
                </c:pt>
                <c:pt idx="6367">
                  <c:v>45006</c:v>
                </c:pt>
                <c:pt idx="6368">
                  <c:v>45007</c:v>
                </c:pt>
                <c:pt idx="6369">
                  <c:v>45008</c:v>
                </c:pt>
                <c:pt idx="6370">
                  <c:v>45009</c:v>
                </c:pt>
                <c:pt idx="6371">
                  <c:v>45012</c:v>
                </c:pt>
                <c:pt idx="6372">
                  <c:v>45013</c:v>
                </c:pt>
                <c:pt idx="6373">
                  <c:v>45014</c:v>
                </c:pt>
                <c:pt idx="6374">
                  <c:v>45015</c:v>
                </c:pt>
                <c:pt idx="6375">
                  <c:v>45016</c:v>
                </c:pt>
                <c:pt idx="6376">
                  <c:v>45019</c:v>
                </c:pt>
                <c:pt idx="6377">
                  <c:v>45020</c:v>
                </c:pt>
                <c:pt idx="6378">
                  <c:v>45021</c:v>
                </c:pt>
                <c:pt idx="6379">
                  <c:v>45022</c:v>
                </c:pt>
                <c:pt idx="6380">
                  <c:v>45026</c:v>
                </c:pt>
                <c:pt idx="6381">
                  <c:v>45027</c:v>
                </c:pt>
                <c:pt idx="6382">
                  <c:v>45028</c:v>
                </c:pt>
                <c:pt idx="6383">
                  <c:v>45029</c:v>
                </c:pt>
                <c:pt idx="6384">
                  <c:v>45030</c:v>
                </c:pt>
                <c:pt idx="6385">
                  <c:v>45033</c:v>
                </c:pt>
                <c:pt idx="6386">
                  <c:v>45034</c:v>
                </c:pt>
                <c:pt idx="6387">
                  <c:v>45035</c:v>
                </c:pt>
                <c:pt idx="6388">
                  <c:v>45036</c:v>
                </c:pt>
                <c:pt idx="6389">
                  <c:v>45037</c:v>
                </c:pt>
                <c:pt idx="6390">
                  <c:v>45040</c:v>
                </c:pt>
                <c:pt idx="6391">
                  <c:v>45041</c:v>
                </c:pt>
                <c:pt idx="6392">
                  <c:v>45042</c:v>
                </c:pt>
                <c:pt idx="6393">
                  <c:v>45043</c:v>
                </c:pt>
                <c:pt idx="6394">
                  <c:v>45044</c:v>
                </c:pt>
                <c:pt idx="6395">
                  <c:v>45047</c:v>
                </c:pt>
                <c:pt idx="6396">
                  <c:v>45048</c:v>
                </c:pt>
                <c:pt idx="6397">
                  <c:v>45049</c:v>
                </c:pt>
                <c:pt idx="6398">
                  <c:v>45050</c:v>
                </c:pt>
                <c:pt idx="6399">
                  <c:v>45051</c:v>
                </c:pt>
                <c:pt idx="6400">
                  <c:v>45054</c:v>
                </c:pt>
                <c:pt idx="6401">
                  <c:v>45055</c:v>
                </c:pt>
                <c:pt idx="6402">
                  <c:v>45056</c:v>
                </c:pt>
                <c:pt idx="6403">
                  <c:v>45057</c:v>
                </c:pt>
                <c:pt idx="6404">
                  <c:v>45058</c:v>
                </c:pt>
                <c:pt idx="6405">
                  <c:v>45061</c:v>
                </c:pt>
                <c:pt idx="6406">
                  <c:v>45062</c:v>
                </c:pt>
                <c:pt idx="6407">
                  <c:v>45063</c:v>
                </c:pt>
                <c:pt idx="6408">
                  <c:v>45064</c:v>
                </c:pt>
                <c:pt idx="6409">
                  <c:v>45065</c:v>
                </c:pt>
                <c:pt idx="6410">
                  <c:v>45068</c:v>
                </c:pt>
                <c:pt idx="6411">
                  <c:v>45069</c:v>
                </c:pt>
                <c:pt idx="6412">
                  <c:v>45070</c:v>
                </c:pt>
                <c:pt idx="6413">
                  <c:v>45071</c:v>
                </c:pt>
                <c:pt idx="6414">
                  <c:v>45072</c:v>
                </c:pt>
                <c:pt idx="6415">
                  <c:v>45076</c:v>
                </c:pt>
                <c:pt idx="6416">
                  <c:v>45077</c:v>
                </c:pt>
                <c:pt idx="6417">
                  <c:v>45078</c:v>
                </c:pt>
                <c:pt idx="6418">
                  <c:v>45079</c:v>
                </c:pt>
                <c:pt idx="6419">
                  <c:v>45082</c:v>
                </c:pt>
                <c:pt idx="6420">
                  <c:v>45083</c:v>
                </c:pt>
                <c:pt idx="6421">
                  <c:v>45084</c:v>
                </c:pt>
                <c:pt idx="6422">
                  <c:v>45085</c:v>
                </c:pt>
                <c:pt idx="6423">
                  <c:v>45086</c:v>
                </c:pt>
                <c:pt idx="6424">
                  <c:v>45089</c:v>
                </c:pt>
                <c:pt idx="6425">
                  <c:v>45090</c:v>
                </c:pt>
                <c:pt idx="6426">
                  <c:v>45091</c:v>
                </c:pt>
                <c:pt idx="6427">
                  <c:v>45092</c:v>
                </c:pt>
                <c:pt idx="6428">
                  <c:v>45093</c:v>
                </c:pt>
                <c:pt idx="6429">
                  <c:v>45097</c:v>
                </c:pt>
                <c:pt idx="6430">
                  <c:v>45098</c:v>
                </c:pt>
                <c:pt idx="6431">
                  <c:v>45099</c:v>
                </c:pt>
                <c:pt idx="6432">
                  <c:v>45100</c:v>
                </c:pt>
                <c:pt idx="6433">
                  <c:v>45103</c:v>
                </c:pt>
                <c:pt idx="6434">
                  <c:v>45104</c:v>
                </c:pt>
                <c:pt idx="6435">
                  <c:v>45105</c:v>
                </c:pt>
                <c:pt idx="6436">
                  <c:v>45106</c:v>
                </c:pt>
                <c:pt idx="6437">
                  <c:v>45107</c:v>
                </c:pt>
                <c:pt idx="6438">
                  <c:v>45110</c:v>
                </c:pt>
                <c:pt idx="6439">
                  <c:v>45112</c:v>
                </c:pt>
                <c:pt idx="6440">
                  <c:v>45113</c:v>
                </c:pt>
                <c:pt idx="6441">
                  <c:v>45114</c:v>
                </c:pt>
                <c:pt idx="6442">
                  <c:v>45117</c:v>
                </c:pt>
                <c:pt idx="6443">
                  <c:v>45118</c:v>
                </c:pt>
                <c:pt idx="6444">
                  <c:v>45119</c:v>
                </c:pt>
                <c:pt idx="6445">
                  <c:v>45120</c:v>
                </c:pt>
                <c:pt idx="6446">
                  <c:v>45121</c:v>
                </c:pt>
                <c:pt idx="6447">
                  <c:v>45124</c:v>
                </c:pt>
                <c:pt idx="6448">
                  <c:v>45125</c:v>
                </c:pt>
                <c:pt idx="6449">
                  <c:v>45126</c:v>
                </c:pt>
                <c:pt idx="6450">
                  <c:v>45127</c:v>
                </c:pt>
                <c:pt idx="6451">
                  <c:v>45128</c:v>
                </c:pt>
                <c:pt idx="6452">
                  <c:v>45131</c:v>
                </c:pt>
                <c:pt idx="6453">
                  <c:v>45132</c:v>
                </c:pt>
                <c:pt idx="6454">
                  <c:v>45133</c:v>
                </c:pt>
                <c:pt idx="6455">
                  <c:v>45134</c:v>
                </c:pt>
                <c:pt idx="6456">
                  <c:v>45135</c:v>
                </c:pt>
                <c:pt idx="6457">
                  <c:v>45138</c:v>
                </c:pt>
                <c:pt idx="6458">
                  <c:v>45139</c:v>
                </c:pt>
                <c:pt idx="6459">
                  <c:v>45140</c:v>
                </c:pt>
                <c:pt idx="6460">
                  <c:v>45141</c:v>
                </c:pt>
                <c:pt idx="6461">
                  <c:v>45142</c:v>
                </c:pt>
                <c:pt idx="6462">
                  <c:v>45145</c:v>
                </c:pt>
                <c:pt idx="6463">
                  <c:v>45146</c:v>
                </c:pt>
                <c:pt idx="6464">
                  <c:v>45147</c:v>
                </c:pt>
                <c:pt idx="6465">
                  <c:v>45148</c:v>
                </c:pt>
                <c:pt idx="6466">
                  <c:v>45149</c:v>
                </c:pt>
                <c:pt idx="6467">
                  <c:v>45152</c:v>
                </c:pt>
                <c:pt idx="6468">
                  <c:v>45153</c:v>
                </c:pt>
                <c:pt idx="6469">
                  <c:v>45154</c:v>
                </c:pt>
                <c:pt idx="6470">
                  <c:v>45155</c:v>
                </c:pt>
                <c:pt idx="6471">
                  <c:v>45156</c:v>
                </c:pt>
                <c:pt idx="6472">
                  <c:v>45159</c:v>
                </c:pt>
                <c:pt idx="6473">
                  <c:v>45160</c:v>
                </c:pt>
                <c:pt idx="6474">
                  <c:v>45161</c:v>
                </c:pt>
                <c:pt idx="6475">
                  <c:v>45162</c:v>
                </c:pt>
                <c:pt idx="6476">
                  <c:v>45163</c:v>
                </c:pt>
                <c:pt idx="6477">
                  <c:v>45166</c:v>
                </c:pt>
                <c:pt idx="6478">
                  <c:v>45167</c:v>
                </c:pt>
                <c:pt idx="6479">
                  <c:v>45168</c:v>
                </c:pt>
                <c:pt idx="6480">
                  <c:v>45169</c:v>
                </c:pt>
                <c:pt idx="6481">
                  <c:v>45170</c:v>
                </c:pt>
                <c:pt idx="6482">
                  <c:v>45174</c:v>
                </c:pt>
                <c:pt idx="6483">
                  <c:v>45175</c:v>
                </c:pt>
                <c:pt idx="6484">
                  <c:v>45176</c:v>
                </c:pt>
                <c:pt idx="6485">
                  <c:v>45177</c:v>
                </c:pt>
                <c:pt idx="6486">
                  <c:v>45180</c:v>
                </c:pt>
                <c:pt idx="6487">
                  <c:v>45181</c:v>
                </c:pt>
                <c:pt idx="6488">
                  <c:v>45182</c:v>
                </c:pt>
                <c:pt idx="6489">
                  <c:v>45183</c:v>
                </c:pt>
                <c:pt idx="6490">
                  <c:v>45184</c:v>
                </c:pt>
                <c:pt idx="6491">
                  <c:v>45187</c:v>
                </c:pt>
                <c:pt idx="6492">
                  <c:v>45188</c:v>
                </c:pt>
                <c:pt idx="6493">
                  <c:v>45189</c:v>
                </c:pt>
                <c:pt idx="6494">
                  <c:v>45190</c:v>
                </c:pt>
                <c:pt idx="6495">
                  <c:v>45191</c:v>
                </c:pt>
                <c:pt idx="6496">
                  <c:v>45194</c:v>
                </c:pt>
                <c:pt idx="6497">
                  <c:v>45195</c:v>
                </c:pt>
                <c:pt idx="6498">
                  <c:v>45196</c:v>
                </c:pt>
                <c:pt idx="6499">
                  <c:v>45197</c:v>
                </c:pt>
                <c:pt idx="6500">
                  <c:v>45198</c:v>
                </c:pt>
                <c:pt idx="6501">
                  <c:v>45201</c:v>
                </c:pt>
                <c:pt idx="6502">
                  <c:v>45202</c:v>
                </c:pt>
                <c:pt idx="6503">
                  <c:v>45203</c:v>
                </c:pt>
                <c:pt idx="6504">
                  <c:v>45204</c:v>
                </c:pt>
                <c:pt idx="6505">
                  <c:v>45205</c:v>
                </c:pt>
                <c:pt idx="6506">
                  <c:v>45208</c:v>
                </c:pt>
                <c:pt idx="6507">
                  <c:v>45209</c:v>
                </c:pt>
                <c:pt idx="6508">
                  <c:v>45210</c:v>
                </c:pt>
                <c:pt idx="6509">
                  <c:v>45211</c:v>
                </c:pt>
                <c:pt idx="6510">
                  <c:v>45212</c:v>
                </c:pt>
                <c:pt idx="6511">
                  <c:v>45215</c:v>
                </c:pt>
                <c:pt idx="6512">
                  <c:v>45216</c:v>
                </c:pt>
                <c:pt idx="6513">
                  <c:v>45217</c:v>
                </c:pt>
                <c:pt idx="6514">
                  <c:v>45218</c:v>
                </c:pt>
                <c:pt idx="6515">
                  <c:v>45219</c:v>
                </c:pt>
                <c:pt idx="6516">
                  <c:v>45222</c:v>
                </c:pt>
                <c:pt idx="6517">
                  <c:v>45223</c:v>
                </c:pt>
                <c:pt idx="6518">
                  <c:v>45224</c:v>
                </c:pt>
                <c:pt idx="6519">
                  <c:v>45225</c:v>
                </c:pt>
                <c:pt idx="6520">
                  <c:v>45226</c:v>
                </c:pt>
                <c:pt idx="6521">
                  <c:v>45229</c:v>
                </c:pt>
                <c:pt idx="6522">
                  <c:v>45230</c:v>
                </c:pt>
                <c:pt idx="6523">
                  <c:v>45231</c:v>
                </c:pt>
                <c:pt idx="6524">
                  <c:v>45232</c:v>
                </c:pt>
                <c:pt idx="6525">
                  <c:v>45233</c:v>
                </c:pt>
                <c:pt idx="6526">
                  <c:v>45236</c:v>
                </c:pt>
                <c:pt idx="6527">
                  <c:v>45237</c:v>
                </c:pt>
                <c:pt idx="6528">
                  <c:v>45238</c:v>
                </c:pt>
                <c:pt idx="6529">
                  <c:v>45239</c:v>
                </c:pt>
                <c:pt idx="6530">
                  <c:v>45240</c:v>
                </c:pt>
                <c:pt idx="6531">
                  <c:v>45243</c:v>
                </c:pt>
                <c:pt idx="6532">
                  <c:v>45244</c:v>
                </c:pt>
                <c:pt idx="6533">
                  <c:v>45245</c:v>
                </c:pt>
                <c:pt idx="6534">
                  <c:v>45246</c:v>
                </c:pt>
                <c:pt idx="6535">
                  <c:v>45247</c:v>
                </c:pt>
                <c:pt idx="6536">
                  <c:v>45250</c:v>
                </c:pt>
                <c:pt idx="6537">
                  <c:v>45251</c:v>
                </c:pt>
                <c:pt idx="6538">
                  <c:v>45252</c:v>
                </c:pt>
                <c:pt idx="6539">
                  <c:v>45254</c:v>
                </c:pt>
                <c:pt idx="6540">
                  <c:v>45257</c:v>
                </c:pt>
                <c:pt idx="6541">
                  <c:v>45258</c:v>
                </c:pt>
                <c:pt idx="6542">
                  <c:v>45259</c:v>
                </c:pt>
                <c:pt idx="6543">
                  <c:v>45260</c:v>
                </c:pt>
                <c:pt idx="6544">
                  <c:v>45261</c:v>
                </c:pt>
                <c:pt idx="6545">
                  <c:v>45264</c:v>
                </c:pt>
                <c:pt idx="6546">
                  <c:v>45265</c:v>
                </c:pt>
                <c:pt idx="6547">
                  <c:v>45266</c:v>
                </c:pt>
                <c:pt idx="6548">
                  <c:v>45267</c:v>
                </c:pt>
                <c:pt idx="6549">
                  <c:v>45268</c:v>
                </c:pt>
                <c:pt idx="6550">
                  <c:v>45271</c:v>
                </c:pt>
                <c:pt idx="6551">
                  <c:v>45272</c:v>
                </c:pt>
                <c:pt idx="6552">
                  <c:v>45273</c:v>
                </c:pt>
                <c:pt idx="6553">
                  <c:v>45274</c:v>
                </c:pt>
                <c:pt idx="6554">
                  <c:v>45275</c:v>
                </c:pt>
                <c:pt idx="6555">
                  <c:v>45278</c:v>
                </c:pt>
                <c:pt idx="6556">
                  <c:v>45279</c:v>
                </c:pt>
                <c:pt idx="6557">
                  <c:v>45280</c:v>
                </c:pt>
                <c:pt idx="6558">
                  <c:v>45281</c:v>
                </c:pt>
                <c:pt idx="6559">
                  <c:v>45282</c:v>
                </c:pt>
                <c:pt idx="6560">
                  <c:v>45286</c:v>
                </c:pt>
                <c:pt idx="6561">
                  <c:v>45287</c:v>
                </c:pt>
                <c:pt idx="6562">
                  <c:v>45288</c:v>
                </c:pt>
                <c:pt idx="6563">
                  <c:v>45289</c:v>
                </c:pt>
                <c:pt idx="6564">
                  <c:v>45293</c:v>
                </c:pt>
                <c:pt idx="6565">
                  <c:v>45294</c:v>
                </c:pt>
                <c:pt idx="6566">
                  <c:v>45295</c:v>
                </c:pt>
                <c:pt idx="6567">
                  <c:v>45296</c:v>
                </c:pt>
                <c:pt idx="6568">
                  <c:v>45299</c:v>
                </c:pt>
                <c:pt idx="6569">
                  <c:v>45300</c:v>
                </c:pt>
                <c:pt idx="6570">
                  <c:v>45301</c:v>
                </c:pt>
                <c:pt idx="6571">
                  <c:v>45302</c:v>
                </c:pt>
                <c:pt idx="6572">
                  <c:v>45303</c:v>
                </c:pt>
                <c:pt idx="6573">
                  <c:v>45307</c:v>
                </c:pt>
                <c:pt idx="6574">
                  <c:v>45308</c:v>
                </c:pt>
                <c:pt idx="6575">
                  <c:v>45309</c:v>
                </c:pt>
                <c:pt idx="6576">
                  <c:v>45310</c:v>
                </c:pt>
                <c:pt idx="6577">
                  <c:v>45313</c:v>
                </c:pt>
                <c:pt idx="6578">
                  <c:v>45314</c:v>
                </c:pt>
                <c:pt idx="6579">
                  <c:v>45315</c:v>
                </c:pt>
                <c:pt idx="6580">
                  <c:v>45316</c:v>
                </c:pt>
                <c:pt idx="6581">
                  <c:v>45317</c:v>
                </c:pt>
                <c:pt idx="6582">
                  <c:v>45320</c:v>
                </c:pt>
                <c:pt idx="6583">
                  <c:v>45321</c:v>
                </c:pt>
                <c:pt idx="6584">
                  <c:v>45322</c:v>
                </c:pt>
                <c:pt idx="6585">
                  <c:v>45323</c:v>
                </c:pt>
                <c:pt idx="6586">
                  <c:v>45324</c:v>
                </c:pt>
                <c:pt idx="6587">
                  <c:v>45327</c:v>
                </c:pt>
                <c:pt idx="6588">
                  <c:v>45328</c:v>
                </c:pt>
                <c:pt idx="6589">
                  <c:v>45329</c:v>
                </c:pt>
                <c:pt idx="6590">
                  <c:v>45330</c:v>
                </c:pt>
                <c:pt idx="6591">
                  <c:v>45331</c:v>
                </c:pt>
                <c:pt idx="6592">
                  <c:v>45334</c:v>
                </c:pt>
                <c:pt idx="6593">
                  <c:v>45335</c:v>
                </c:pt>
                <c:pt idx="6594">
                  <c:v>45336</c:v>
                </c:pt>
                <c:pt idx="6595">
                  <c:v>45337</c:v>
                </c:pt>
                <c:pt idx="6596">
                  <c:v>45338</c:v>
                </c:pt>
                <c:pt idx="6597">
                  <c:v>45342</c:v>
                </c:pt>
                <c:pt idx="6598">
                  <c:v>45343</c:v>
                </c:pt>
                <c:pt idx="6599">
                  <c:v>45344</c:v>
                </c:pt>
                <c:pt idx="6600">
                  <c:v>45345</c:v>
                </c:pt>
                <c:pt idx="6601">
                  <c:v>45348</c:v>
                </c:pt>
                <c:pt idx="6602">
                  <c:v>45349</c:v>
                </c:pt>
                <c:pt idx="6603">
                  <c:v>45350</c:v>
                </c:pt>
                <c:pt idx="6604">
                  <c:v>45351</c:v>
                </c:pt>
                <c:pt idx="6605">
                  <c:v>45352</c:v>
                </c:pt>
                <c:pt idx="6606">
                  <c:v>45355</c:v>
                </c:pt>
                <c:pt idx="6607">
                  <c:v>45356</c:v>
                </c:pt>
                <c:pt idx="6608">
                  <c:v>45357</c:v>
                </c:pt>
                <c:pt idx="6609">
                  <c:v>45358</c:v>
                </c:pt>
                <c:pt idx="6610">
                  <c:v>45359</c:v>
                </c:pt>
                <c:pt idx="6611">
                  <c:v>45362</c:v>
                </c:pt>
                <c:pt idx="6612">
                  <c:v>45363</c:v>
                </c:pt>
                <c:pt idx="6613">
                  <c:v>45364</c:v>
                </c:pt>
                <c:pt idx="6614">
                  <c:v>45365</c:v>
                </c:pt>
                <c:pt idx="6615">
                  <c:v>45366</c:v>
                </c:pt>
                <c:pt idx="6616">
                  <c:v>45369</c:v>
                </c:pt>
                <c:pt idx="6617">
                  <c:v>45370</c:v>
                </c:pt>
                <c:pt idx="6618">
                  <c:v>45371</c:v>
                </c:pt>
                <c:pt idx="6619">
                  <c:v>45372</c:v>
                </c:pt>
                <c:pt idx="6620">
                  <c:v>45373</c:v>
                </c:pt>
                <c:pt idx="6621">
                  <c:v>45376</c:v>
                </c:pt>
                <c:pt idx="6622">
                  <c:v>45377</c:v>
                </c:pt>
                <c:pt idx="6623">
                  <c:v>45378</c:v>
                </c:pt>
                <c:pt idx="6624">
                  <c:v>45379</c:v>
                </c:pt>
                <c:pt idx="6625">
                  <c:v>45383</c:v>
                </c:pt>
                <c:pt idx="6626">
                  <c:v>45384</c:v>
                </c:pt>
                <c:pt idx="6627">
                  <c:v>45385</c:v>
                </c:pt>
                <c:pt idx="6628">
                  <c:v>45386</c:v>
                </c:pt>
                <c:pt idx="6629">
                  <c:v>45387</c:v>
                </c:pt>
                <c:pt idx="6630">
                  <c:v>45390</c:v>
                </c:pt>
                <c:pt idx="6631">
                  <c:v>45391</c:v>
                </c:pt>
                <c:pt idx="6632">
                  <c:v>45392</c:v>
                </c:pt>
                <c:pt idx="6633">
                  <c:v>45393</c:v>
                </c:pt>
                <c:pt idx="6634">
                  <c:v>45394</c:v>
                </c:pt>
                <c:pt idx="6635">
                  <c:v>45397</c:v>
                </c:pt>
                <c:pt idx="6636">
                  <c:v>45398</c:v>
                </c:pt>
                <c:pt idx="6637">
                  <c:v>45399</c:v>
                </c:pt>
                <c:pt idx="6638">
                  <c:v>45400</c:v>
                </c:pt>
                <c:pt idx="6639">
                  <c:v>45401</c:v>
                </c:pt>
                <c:pt idx="6640">
                  <c:v>45404</c:v>
                </c:pt>
                <c:pt idx="6641">
                  <c:v>45405</c:v>
                </c:pt>
                <c:pt idx="6642">
                  <c:v>45406</c:v>
                </c:pt>
                <c:pt idx="6643">
                  <c:v>45407</c:v>
                </c:pt>
                <c:pt idx="6644">
                  <c:v>45408</c:v>
                </c:pt>
                <c:pt idx="6645">
                  <c:v>45411</c:v>
                </c:pt>
                <c:pt idx="6646">
                  <c:v>45412</c:v>
                </c:pt>
                <c:pt idx="6647">
                  <c:v>45413</c:v>
                </c:pt>
                <c:pt idx="6648">
                  <c:v>45414</c:v>
                </c:pt>
                <c:pt idx="6649">
                  <c:v>45415</c:v>
                </c:pt>
                <c:pt idx="6650">
                  <c:v>45418</c:v>
                </c:pt>
                <c:pt idx="6651">
                  <c:v>45419</c:v>
                </c:pt>
                <c:pt idx="6652">
                  <c:v>45420</c:v>
                </c:pt>
                <c:pt idx="6653">
                  <c:v>45421</c:v>
                </c:pt>
                <c:pt idx="6654">
                  <c:v>45422</c:v>
                </c:pt>
                <c:pt idx="6655">
                  <c:v>45425</c:v>
                </c:pt>
                <c:pt idx="6656">
                  <c:v>45426</c:v>
                </c:pt>
                <c:pt idx="6657">
                  <c:v>45427</c:v>
                </c:pt>
                <c:pt idx="6658">
                  <c:v>45428</c:v>
                </c:pt>
                <c:pt idx="6659">
                  <c:v>45429</c:v>
                </c:pt>
                <c:pt idx="6660">
                  <c:v>45432</c:v>
                </c:pt>
                <c:pt idx="6661">
                  <c:v>45433</c:v>
                </c:pt>
                <c:pt idx="6662">
                  <c:v>45434</c:v>
                </c:pt>
                <c:pt idx="6663">
                  <c:v>45435</c:v>
                </c:pt>
                <c:pt idx="6664">
                  <c:v>45436</c:v>
                </c:pt>
                <c:pt idx="6665">
                  <c:v>45440</c:v>
                </c:pt>
                <c:pt idx="6666">
                  <c:v>45441</c:v>
                </c:pt>
                <c:pt idx="6667">
                  <c:v>45442</c:v>
                </c:pt>
                <c:pt idx="6668">
                  <c:v>45443</c:v>
                </c:pt>
                <c:pt idx="6669">
                  <c:v>45446</c:v>
                </c:pt>
                <c:pt idx="6670">
                  <c:v>45447</c:v>
                </c:pt>
                <c:pt idx="6671">
                  <c:v>45448</c:v>
                </c:pt>
                <c:pt idx="6672">
                  <c:v>45449</c:v>
                </c:pt>
                <c:pt idx="6673">
                  <c:v>45450</c:v>
                </c:pt>
                <c:pt idx="6674">
                  <c:v>45453</c:v>
                </c:pt>
                <c:pt idx="6675">
                  <c:v>45454</c:v>
                </c:pt>
                <c:pt idx="6676">
                  <c:v>45455</c:v>
                </c:pt>
                <c:pt idx="6677">
                  <c:v>45456</c:v>
                </c:pt>
                <c:pt idx="6678">
                  <c:v>45457</c:v>
                </c:pt>
                <c:pt idx="6679">
                  <c:v>45460</c:v>
                </c:pt>
                <c:pt idx="6680">
                  <c:v>45461</c:v>
                </c:pt>
                <c:pt idx="6681">
                  <c:v>45463</c:v>
                </c:pt>
                <c:pt idx="6682">
                  <c:v>45464</c:v>
                </c:pt>
                <c:pt idx="6683">
                  <c:v>45467</c:v>
                </c:pt>
                <c:pt idx="6684">
                  <c:v>45468</c:v>
                </c:pt>
                <c:pt idx="6685">
                  <c:v>45469</c:v>
                </c:pt>
                <c:pt idx="6686">
                  <c:v>45470</c:v>
                </c:pt>
                <c:pt idx="6687">
                  <c:v>45471</c:v>
                </c:pt>
                <c:pt idx="6688">
                  <c:v>45474</c:v>
                </c:pt>
                <c:pt idx="6689">
                  <c:v>45475</c:v>
                </c:pt>
                <c:pt idx="6690">
                  <c:v>45476</c:v>
                </c:pt>
                <c:pt idx="6691">
                  <c:v>45478</c:v>
                </c:pt>
                <c:pt idx="6692">
                  <c:v>45481</c:v>
                </c:pt>
                <c:pt idx="6693">
                  <c:v>45482</c:v>
                </c:pt>
                <c:pt idx="6694">
                  <c:v>45483</c:v>
                </c:pt>
                <c:pt idx="6695">
                  <c:v>45484</c:v>
                </c:pt>
                <c:pt idx="6696">
                  <c:v>45485</c:v>
                </c:pt>
                <c:pt idx="6697">
                  <c:v>45488</c:v>
                </c:pt>
                <c:pt idx="6698">
                  <c:v>45489</c:v>
                </c:pt>
                <c:pt idx="6699">
                  <c:v>45490</c:v>
                </c:pt>
                <c:pt idx="6700">
                  <c:v>45491</c:v>
                </c:pt>
                <c:pt idx="6701">
                  <c:v>45492</c:v>
                </c:pt>
                <c:pt idx="6702">
                  <c:v>45495</c:v>
                </c:pt>
                <c:pt idx="6703">
                  <c:v>45496</c:v>
                </c:pt>
                <c:pt idx="6704">
                  <c:v>45497</c:v>
                </c:pt>
                <c:pt idx="6705">
                  <c:v>45498</c:v>
                </c:pt>
                <c:pt idx="6706">
                  <c:v>45499</c:v>
                </c:pt>
                <c:pt idx="6707">
                  <c:v>45502</c:v>
                </c:pt>
                <c:pt idx="6708">
                  <c:v>45503</c:v>
                </c:pt>
                <c:pt idx="6709">
                  <c:v>45504</c:v>
                </c:pt>
                <c:pt idx="6710">
                  <c:v>45505</c:v>
                </c:pt>
                <c:pt idx="6711">
                  <c:v>45506</c:v>
                </c:pt>
                <c:pt idx="6712">
                  <c:v>45509</c:v>
                </c:pt>
                <c:pt idx="6713">
                  <c:v>45510</c:v>
                </c:pt>
                <c:pt idx="6714">
                  <c:v>45511</c:v>
                </c:pt>
                <c:pt idx="6715">
                  <c:v>45512</c:v>
                </c:pt>
                <c:pt idx="6716">
                  <c:v>45513</c:v>
                </c:pt>
                <c:pt idx="6717">
                  <c:v>45516</c:v>
                </c:pt>
                <c:pt idx="6718">
                  <c:v>45517</c:v>
                </c:pt>
                <c:pt idx="6719">
                  <c:v>45518</c:v>
                </c:pt>
                <c:pt idx="6720">
                  <c:v>45519</c:v>
                </c:pt>
                <c:pt idx="6721">
                  <c:v>45520</c:v>
                </c:pt>
                <c:pt idx="6722">
                  <c:v>45523</c:v>
                </c:pt>
                <c:pt idx="6723">
                  <c:v>45524</c:v>
                </c:pt>
                <c:pt idx="6724">
                  <c:v>45525</c:v>
                </c:pt>
                <c:pt idx="6725">
                  <c:v>45526</c:v>
                </c:pt>
                <c:pt idx="6726">
                  <c:v>45527</c:v>
                </c:pt>
                <c:pt idx="6727">
                  <c:v>45530</c:v>
                </c:pt>
                <c:pt idx="6728">
                  <c:v>45531</c:v>
                </c:pt>
                <c:pt idx="6729">
                  <c:v>45532</c:v>
                </c:pt>
                <c:pt idx="6730">
                  <c:v>45533</c:v>
                </c:pt>
                <c:pt idx="6731">
                  <c:v>45534</c:v>
                </c:pt>
                <c:pt idx="6732">
                  <c:v>45538</c:v>
                </c:pt>
                <c:pt idx="6733">
                  <c:v>45539</c:v>
                </c:pt>
                <c:pt idx="6734">
                  <c:v>45540</c:v>
                </c:pt>
                <c:pt idx="6735">
                  <c:v>45541</c:v>
                </c:pt>
                <c:pt idx="6736">
                  <c:v>45544</c:v>
                </c:pt>
                <c:pt idx="6737">
                  <c:v>45545</c:v>
                </c:pt>
                <c:pt idx="6738">
                  <c:v>45546</c:v>
                </c:pt>
                <c:pt idx="6739">
                  <c:v>45547</c:v>
                </c:pt>
                <c:pt idx="6740">
                  <c:v>45548</c:v>
                </c:pt>
                <c:pt idx="6741">
                  <c:v>45551</c:v>
                </c:pt>
                <c:pt idx="6742">
                  <c:v>45552</c:v>
                </c:pt>
                <c:pt idx="6743">
                  <c:v>45553</c:v>
                </c:pt>
                <c:pt idx="6744">
                  <c:v>45554</c:v>
                </c:pt>
                <c:pt idx="6745">
                  <c:v>45555</c:v>
                </c:pt>
                <c:pt idx="6746">
                  <c:v>45558</c:v>
                </c:pt>
                <c:pt idx="6747">
                  <c:v>45559</c:v>
                </c:pt>
                <c:pt idx="6748">
                  <c:v>45560</c:v>
                </c:pt>
                <c:pt idx="6749">
                  <c:v>45561</c:v>
                </c:pt>
                <c:pt idx="6750">
                  <c:v>45562</c:v>
                </c:pt>
                <c:pt idx="6751">
                  <c:v>45565</c:v>
                </c:pt>
                <c:pt idx="6752">
                  <c:v>45566</c:v>
                </c:pt>
                <c:pt idx="6753">
                  <c:v>45567</c:v>
                </c:pt>
                <c:pt idx="6754">
                  <c:v>45568</c:v>
                </c:pt>
                <c:pt idx="6755">
                  <c:v>45569</c:v>
                </c:pt>
                <c:pt idx="6756">
                  <c:v>45572</c:v>
                </c:pt>
                <c:pt idx="6757">
                  <c:v>45573</c:v>
                </c:pt>
                <c:pt idx="6758">
                  <c:v>45574</c:v>
                </c:pt>
                <c:pt idx="6759">
                  <c:v>45575</c:v>
                </c:pt>
                <c:pt idx="6760">
                  <c:v>45576</c:v>
                </c:pt>
                <c:pt idx="6761">
                  <c:v>45579</c:v>
                </c:pt>
                <c:pt idx="6762">
                  <c:v>45580</c:v>
                </c:pt>
                <c:pt idx="6763">
                  <c:v>45581</c:v>
                </c:pt>
                <c:pt idx="6764">
                  <c:v>45582</c:v>
                </c:pt>
                <c:pt idx="6765">
                  <c:v>45583</c:v>
                </c:pt>
                <c:pt idx="6766">
                  <c:v>45586</c:v>
                </c:pt>
                <c:pt idx="6767">
                  <c:v>45587</c:v>
                </c:pt>
                <c:pt idx="6768">
                  <c:v>45588</c:v>
                </c:pt>
                <c:pt idx="6769">
                  <c:v>45589</c:v>
                </c:pt>
                <c:pt idx="6770">
                  <c:v>45590</c:v>
                </c:pt>
                <c:pt idx="6771">
                  <c:v>45593</c:v>
                </c:pt>
                <c:pt idx="6772">
                  <c:v>45594</c:v>
                </c:pt>
                <c:pt idx="6773">
                  <c:v>45595</c:v>
                </c:pt>
                <c:pt idx="6774">
                  <c:v>45596</c:v>
                </c:pt>
                <c:pt idx="6775">
                  <c:v>45597</c:v>
                </c:pt>
                <c:pt idx="6776">
                  <c:v>45600</c:v>
                </c:pt>
                <c:pt idx="6777">
                  <c:v>45601</c:v>
                </c:pt>
                <c:pt idx="6778">
                  <c:v>45602</c:v>
                </c:pt>
                <c:pt idx="6779">
                  <c:v>45603</c:v>
                </c:pt>
                <c:pt idx="6780">
                  <c:v>45604</c:v>
                </c:pt>
                <c:pt idx="6781">
                  <c:v>45607</c:v>
                </c:pt>
                <c:pt idx="6782">
                  <c:v>45608</c:v>
                </c:pt>
                <c:pt idx="6783">
                  <c:v>45609</c:v>
                </c:pt>
                <c:pt idx="6784">
                  <c:v>45610</c:v>
                </c:pt>
                <c:pt idx="6785">
                  <c:v>45611</c:v>
                </c:pt>
                <c:pt idx="6786">
                  <c:v>45614</c:v>
                </c:pt>
                <c:pt idx="6787">
                  <c:v>45615</c:v>
                </c:pt>
                <c:pt idx="6788">
                  <c:v>45616</c:v>
                </c:pt>
                <c:pt idx="6789">
                  <c:v>45617</c:v>
                </c:pt>
                <c:pt idx="6790">
                  <c:v>45618</c:v>
                </c:pt>
                <c:pt idx="6791">
                  <c:v>45621</c:v>
                </c:pt>
                <c:pt idx="6792">
                  <c:v>45622</c:v>
                </c:pt>
                <c:pt idx="6793">
                  <c:v>45623</c:v>
                </c:pt>
                <c:pt idx="6794">
                  <c:v>45625</c:v>
                </c:pt>
                <c:pt idx="6795">
                  <c:v>45628</c:v>
                </c:pt>
                <c:pt idx="6796">
                  <c:v>45629</c:v>
                </c:pt>
                <c:pt idx="6797">
                  <c:v>45630</c:v>
                </c:pt>
                <c:pt idx="6798">
                  <c:v>45631</c:v>
                </c:pt>
                <c:pt idx="6799">
                  <c:v>45632</c:v>
                </c:pt>
                <c:pt idx="6800">
                  <c:v>45635</c:v>
                </c:pt>
                <c:pt idx="6801">
                  <c:v>45636</c:v>
                </c:pt>
                <c:pt idx="6802">
                  <c:v>45637</c:v>
                </c:pt>
                <c:pt idx="6803">
                  <c:v>45638</c:v>
                </c:pt>
                <c:pt idx="6804">
                  <c:v>45639</c:v>
                </c:pt>
                <c:pt idx="6805">
                  <c:v>45642</c:v>
                </c:pt>
                <c:pt idx="6806">
                  <c:v>45643</c:v>
                </c:pt>
                <c:pt idx="6807">
                  <c:v>45644</c:v>
                </c:pt>
                <c:pt idx="6808">
                  <c:v>45645</c:v>
                </c:pt>
                <c:pt idx="6809">
                  <c:v>45646</c:v>
                </c:pt>
                <c:pt idx="6810">
                  <c:v>45649</c:v>
                </c:pt>
                <c:pt idx="6811">
                  <c:v>45650</c:v>
                </c:pt>
                <c:pt idx="6812">
                  <c:v>45652</c:v>
                </c:pt>
                <c:pt idx="6813">
                  <c:v>45653</c:v>
                </c:pt>
                <c:pt idx="6814">
                  <c:v>45656</c:v>
                </c:pt>
                <c:pt idx="6815">
                  <c:v>45657</c:v>
                </c:pt>
                <c:pt idx="6816">
                  <c:v>45659</c:v>
                </c:pt>
                <c:pt idx="6817">
                  <c:v>45660</c:v>
                </c:pt>
                <c:pt idx="6818">
                  <c:v>45663</c:v>
                </c:pt>
                <c:pt idx="6819">
                  <c:v>45664</c:v>
                </c:pt>
                <c:pt idx="6820">
                  <c:v>45665</c:v>
                </c:pt>
                <c:pt idx="6821">
                  <c:v>45667</c:v>
                </c:pt>
                <c:pt idx="6822">
                  <c:v>45670</c:v>
                </c:pt>
                <c:pt idx="6823">
                  <c:v>45671</c:v>
                </c:pt>
                <c:pt idx="6824">
                  <c:v>45672</c:v>
                </c:pt>
                <c:pt idx="6825">
                  <c:v>45673</c:v>
                </c:pt>
                <c:pt idx="6826">
                  <c:v>45674</c:v>
                </c:pt>
                <c:pt idx="6827">
                  <c:v>45678</c:v>
                </c:pt>
                <c:pt idx="6828">
                  <c:v>45679</c:v>
                </c:pt>
                <c:pt idx="6829">
                  <c:v>45680</c:v>
                </c:pt>
                <c:pt idx="6830">
                  <c:v>45681</c:v>
                </c:pt>
                <c:pt idx="6831">
                  <c:v>45684</c:v>
                </c:pt>
                <c:pt idx="6832">
                  <c:v>45685</c:v>
                </c:pt>
                <c:pt idx="6833">
                  <c:v>45686</c:v>
                </c:pt>
                <c:pt idx="6834">
                  <c:v>45687</c:v>
                </c:pt>
                <c:pt idx="6835">
                  <c:v>45688</c:v>
                </c:pt>
                <c:pt idx="6836">
                  <c:v>45691</c:v>
                </c:pt>
                <c:pt idx="6837">
                  <c:v>45692</c:v>
                </c:pt>
                <c:pt idx="6838">
                  <c:v>45693</c:v>
                </c:pt>
                <c:pt idx="6839">
                  <c:v>45694</c:v>
                </c:pt>
                <c:pt idx="6840">
                  <c:v>45695</c:v>
                </c:pt>
                <c:pt idx="6841">
                  <c:v>45698</c:v>
                </c:pt>
                <c:pt idx="6842">
                  <c:v>45699</c:v>
                </c:pt>
                <c:pt idx="6843">
                  <c:v>45700</c:v>
                </c:pt>
                <c:pt idx="6844">
                  <c:v>45701</c:v>
                </c:pt>
                <c:pt idx="6845">
                  <c:v>45702</c:v>
                </c:pt>
                <c:pt idx="6846">
                  <c:v>45706</c:v>
                </c:pt>
                <c:pt idx="6847">
                  <c:v>45707</c:v>
                </c:pt>
                <c:pt idx="6848">
                  <c:v>45708</c:v>
                </c:pt>
                <c:pt idx="6849">
                  <c:v>45709</c:v>
                </c:pt>
                <c:pt idx="6850">
                  <c:v>45712</c:v>
                </c:pt>
                <c:pt idx="6851">
                  <c:v>45713</c:v>
                </c:pt>
                <c:pt idx="6852">
                  <c:v>45714</c:v>
                </c:pt>
                <c:pt idx="6853">
                  <c:v>45715</c:v>
                </c:pt>
                <c:pt idx="6854">
                  <c:v>45716</c:v>
                </c:pt>
                <c:pt idx="6855">
                  <c:v>45719</c:v>
                </c:pt>
                <c:pt idx="6856">
                  <c:v>45720</c:v>
                </c:pt>
                <c:pt idx="6857">
                  <c:v>45721</c:v>
                </c:pt>
                <c:pt idx="6858">
                  <c:v>45722</c:v>
                </c:pt>
                <c:pt idx="6859">
                  <c:v>45723</c:v>
                </c:pt>
                <c:pt idx="6860">
                  <c:v>45726</c:v>
                </c:pt>
                <c:pt idx="6861">
                  <c:v>45727</c:v>
                </c:pt>
                <c:pt idx="6862">
                  <c:v>45728</c:v>
                </c:pt>
                <c:pt idx="6863">
                  <c:v>45729</c:v>
                </c:pt>
                <c:pt idx="6864">
                  <c:v>45730</c:v>
                </c:pt>
                <c:pt idx="6865">
                  <c:v>45733</c:v>
                </c:pt>
                <c:pt idx="6866">
                  <c:v>45734</c:v>
                </c:pt>
                <c:pt idx="6867">
                  <c:v>45735</c:v>
                </c:pt>
                <c:pt idx="6868">
                  <c:v>45736</c:v>
                </c:pt>
                <c:pt idx="6869">
                  <c:v>45737</c:v>
                </c:pt>
                <c:pt idx="6870">
                  <c:v>45740</c:v>
                </c:pt>
                <c:pt idx="6871">
                  <c:v>45741</c:v>
                </c:pt>
                <c:pt idx="6872">
                  <c:v>45742</c:v>
                </c:pt>
                <c:pt idx="6873">
                  <c:v>45743</c:v>
                </c:pt>
                <c:pt idx="6874">
                  <c:v>45744</c:v>
                </c:pt>
                <c:pt idx="6875">
                  <c:v>45747</c:v>
                </c:pt>
                <c:pt idx="6876">
                  <c:v>45748</c:v>
                </c:pt>
                <c:pt idx="6877">
                  <c:v>45749</c:v>
                </c:pt>
                <c:pt idx="6878">
                  <c:v>45750</c:v>
                </c:pt>
                <c:pt idx="6879">
                  <c:v>45751</c:v>
                </c:pt>
                <c:pt idx="6880">
                  <c:v>45754</c:v>
                </c:pt>
                <c:pt idx="6881">
                  <c:v>45755</c:v>
                </c:pt>
                <c:pt idx="6882">
                  <c:v>45756</c:v>
                </c:pt>
                <c:pt idx="6883">
                  <c:v>45757</c:v>
                </c:pt>
                <c:pt idx="6884">
                  <c:v>45758</c:v>
                </c:pt>
                <c:pt idx="6885">
                  <c:v>45761</c:v>
                </c:pt>
                <c:pt idx="6886">
                  <c:v>45762</c:v>
                </c:pt>
                <c:pt idx="6887">
                  <c:v>45763</c:v>
                </c:pt>
                <c:pt idx="6888">
                  <c:v>45764</c:v>
                </c:pt>
                <c:pt idx="6889">
                  <c:v>45768</c:v>
                </c:pt>
                <c:pt idx="6890">
                  <c:v>45769</c:v>
                </c:pt>
                <c:pt idx="6891">
                  <c:v>45770</c:v>
                </c:pt>
                <c:pt idx="6892">
                  <c:v>45771</c:v>
                </c:pt>
                <c:pt idx="6893">
                  <c:v>45772</c:v>
                </c:pt>
                <c:pt idx="6894">
                  <c:v>45775</c:v>
                </c:pt>
                <c:pt idx="6895">
                  <c:v>45776</c:v>
                </c:pt>
                <c:pt idx="6896">
                  <c:v>45777</c:v>
                </c:pt>
                <c:pt idx="6897">
                  <c:v>45778</c:v>
                </c:pt>
                <c:pt idx="6898">
                  <c:v>45779</c:v>
                </c:pt>
                <c:pt idx="6899">
                  <c:v>45782</c:v>
                </c:pt>
                <c:pt idx="6900">
                  <c:v>45783</c:v>
                </c:pt>
                <c:pt idx="6901">
                  <c:v>45784</c:v>
                </c:pt>
                <c:pt idx="6902">
                  <c:v>45785</c:v>
                </c:pt>
                <c:pt idx="6903">
                  <c:v>45786</c:v>
                </c:pt>
                <c:pt idx="6904">
                  <c:v>45789</c:v>
                </c:pt>
                <c:pt idx="6905">
                  <c:v>45790</c:v>
                </c:pt>
                <c:pt idx="6906">
                  <c:v>45791</c:v>
                </c:pt>
                <c:pt idx="6907">
                  <c:v>45792</c:v>
                </c:pt>
                <c:pt idx="6908">
                  <c:v>45793</c:v>
                </c:pt>
                <c:pt idx="6909">
                  <c:v>45796</c:v>
                </c:pt>
                <c:pt idx="6910">
                  <c:v>45797</c:v>
                </c:pt>
                <c:pt idx="6911">
                  <c:v>45798</c:v>
                </c:pt>
                <c:pt idx="6912">
                  <c:v>45799</c:v>
                </c:pt>
                <c:pt idx="6913">
                  <c:v>45800</c:v>
                </c:pt>
                <c:pt idx="6914">
                  <c:v>45804</c:v>
                </c:pt>
                <c:pt idx="6915">
                  <c:v>45805</c:v>
                </c:pt>
                <c:pt idx="6916">
                  <c:v>45806</c:v>
                </c:pt>
                <c:pt idx="6917">
                  <c:v>45807</c:v>
                </c:pt>
                <c:pt idx="6918">
                  <c:v>45810</c:v>
                </c:pt>
                <c:pt idx="6919">
                  <c:v>45811</c:v>
                </c:pt>
                <c:pt idx="6920">
                  <c:v>45812</c:v>
                </c:pt>
                <c:pt idx="6921">
                  <c:v>45813</c:v>
                </c:pt>
                <c:pt idx="6922">
                  <c:v>45814</c:v>
                </c:pt>
                <c:pt idx="6923">
                  <c:v>45817</c:v>
                </c:pt>
                <c:pt idx="6924">
                  <c:v>45818</c:v>
                </c:pt>
                <c:pt idx="6925">
                  <c:v>45819</c:v>
                </c:pt>
                <c:pt idx="6926">
                  <c:v>45820</c:v>
                </c:pt>
                <c:pt idx="6927">
                  <c:v>45821</c:v>
                </c:pt>
                <c:pt idx="6928">
                  <c:v>45824</c:v>
                </c:pt>
                <c:pt idx="6929">
                  <c:v>45825</c:v>
                </c:pt>
                <c:pt idx="6930">
                  <c:v>45826</c:v>
                </c:pt>
                <c:pt idx="6931">
                  <c:v>45828</c:v>
                </c:pt>
                <c:pt idx="6932">
                  <c:v>45831</c:v>
                </c:pt>
                <c:pt idx="6933">
                  <c:v>45832</c:v>
                </c:pt>
                <c:pt idx="6934">
                  <c:v>45833</c:v>
                </c:pt>
                <c:pt idx="6935">
                  <c:v>45834</c:v>
                </c:pt>
                <c:pt idx="6936">
                  <c:v>45835</c:v>
                </c:pt>
                <c:pt idx="6937">
                  <c:v>45838</c:v>
                </c:pt>
                <c:pt idx="6938">
                  <c:v>45839</c:v>
                </c:pt>
                <c:pt idx="6939">
                  <c:v>45840</c:v>
                </c:pt>
                <c:pt idx="6940">
                  <c:v>45841</c:v>
                </c:pt>
                <c:pt idx="6941">
                  <c:v>45845</c:v>
                </c:pt>
                <c:pt idx="6942">
                  <c:v>45846</c:v>
                </c:pt>
                <c:pt idx="6943">
                  <c:v>45847</c:v>
                </c:pt>
                <c:pt idx="6944">
                  <c:v>45848</c:v>
                </c:pt>
                <c:pt idx="6945">
                  <c:v>45849</c:v>
                </c:pt>
                <c:pt idx="6946">
                  <c:v>45852</c:v>
                </c:pt>
                <c:pt idx="6947">
                  <c:v>45853</c:v>
                </c:pt>
                <c:pt idx="6948">
                  <c:v>45854</c:v>
                </c:pt>
                <c:pt idx="6949">
                  <c:v>45855</c:v>
                </c:pt>
                <c:pt idx="6950">
                  <c:v>45856</c:v>
                </c:pt>
                <c:pt idx="6951">
                  <c:v>45859</c:v>
                </c:pt>
                <c:pt idx="6952">
                  <c:v>45860</c:v>
                </c:pt>
                <c:pt idx="6953">
                  <c:v>45861</c:v>
                </c:pt>
                <c:pt idx="6954">
                  <c:v>45862</c:v>
                </c:pt>
                <c:pt idx="6955">
                  <c:v>45863</c:v>
                </c:pt>
                <c:pt idx="6956">
                  <c:v>45866</c:v>
                </c:pt>
                <c:pt idx="6957">
                  <c:v>45867</c:v>
                </c:pt>
                <c:pt idx="6958">
                  <c:v>45868</c:v>
                </c:pt>
                <c:pt idx="6959">
                  <c:v>45869</c:v>
                </c:pt>
                <c:pt idx="6960">
                  <c:v>45870</c:v>
                </c:pt>
                <c:pt idx="6961">
                  <c:v>45873</c:v>
                </c:pt>
                <c:pt idx="6962">
                  <c:v>45874</c:v>
                </c:pt>
                <c:pt idx="6963">
                  <c:v>45875</c:v>
                </c:pt>
                <c:pt idx="6964">
                  <c:v>45876</c:v>
                </c:pt>
                <c:pt idx="6965">
                  <c:v>45877</c:v>
                </c:pt>
                <c:pt idx="6966">
                  <c:v>45880</c:v>
                </c:pt>
                <c:pt idx="6967">
                  <c:v>45881</c:v>
                </c:pt>
                <c:pt idx="6968">
                  <c:v>45882</c:v>
                </c:pt>
                <c:pt idx="6969">
                  <c:v>45883</c:v>
                </c:pt>
                <c:pt idx="6970">
                  <c:v>45884</c:v>
                </c:pt>
                <c:pt idx="6971">
                  <c:v>45887</c:v>
                </c:pt>
                <c:pt idx="6972">
                  <c:v>45888</c:v>
                </c:pt>
                <c:pt idx="6973">
                  <c:v>45889</c:v>
                </c:pt>
                <c:pt idx="6974">
                  <c:v>45890</c:v>
                </c:pt>
                <c:pt idx="6975">
                  <c:v>45891</c:v>
                </c:pt>
                <c:pt idx="6976">
                  <c:v>45894</c:v>
                </c:pt>
                <c:pt idx="6977">
                  <c:v>45895</c:v>
                </c:pt>
                <c:pt idx="6978">
                  <c:v>45896</c:v>
                </c:pt>
                <c:pt idx="6979">
                  <c:v>45897</c:v>
                </c:pt>
                <c:pt idx="6980">
                  <c:v>45898</c:v>
                </c:pt>
                <c:pt idx="6981">
                  <c:v>45902</c:v>
                </c:pt>
                <c:pt idx="6982">
                  <c:v>45903</c:v>
                </c:pt>
                <c:pt idx="6983">
                  <c:v>45904</c:v>
                </c:pt>
                <c:pt idx="6984">
                  <c:v>45905</c:v>
                </c:pt>
                <c:pt idx="6985">
                  <c:v>45908</c:v>
                </c:pt>
                <c:pt idx="6986">
                  <c:v>45909</c:v>
                </c:pt>
                <c:pt idx="6987">
                  <c:v>45910</c:v>
                </c:pt>
                <c:pt idx="6988">
                  <c:v>45911</c:v>
                </c:pt>
                <c:pt idx="6989">
                  <c:v>45912</c:v>
                </c:pt>
                <c:pt idx="6990">
                  <c:v>45915</c:v>
                </c:pt>
                <c:pt idx="6991">
                  <c:v>45916</c:v>
                </c:pt>
                <c:pt idx="6992">
                  <c:v>45917</c:v>
                </c:pt>
                <c:pt idx="6993">
                  <c:v>45918</c:v>
                </c:pt>
                <c:pt idx="6994">
                  <c:v>45919</c:v>
                </c:pt>
                <c:pt idx="6995">
                  <c:v>45922</c:v>
                </c:pt>
                <c:pt idx="6996">
                  <c:v>45923</c:v>
                </c:pt>
                <c:pt idx="6997">
                  <c:v>45924</c:v>
                </c:pt>
                <c:pt idx="6998">
                  <c:v>45925</c:v>
                </c:pt>
                <c:pt idx="6999">
                  <c:v>45926</c:v>
                </c:pt>
                <c:pt idx="7000">
                  <c:v>45929</c:v>
                </c:pt>
                <c:pt idx="7001">
                  <c:v>45930</c:v>
                </c:pt>
                <c:pt idx="7002">
                  <c:v>45931</c:v>
                </c:pt>
                <c:pt idx="7003">
                  <c:v>45932</c:v>
                </c:pt>
                <c:pt idx="7004">
                  <c:v>45933</c:v>
                </c:pt>
                <c:pt idx="7005">
                  <c:v>45936</c:v>
                </c:pt>
                <c:pt idx="7006">
                  <c:v>45937</c:v>
                </c:pt>
                <c:pt idx="7007">
                  <c:v>45938</c:v>
                </c:pt>
                <c:pt idx="7008">
                  <c:v>45939</c:v>
                </c:pt>
                <c:pt idx="7009">
                  <c:v>45940</c:v>
                </c:pt>
                <c:pt idx="7010">
                  <c:v>45943</c:v>
                </c:pt>
                <c:pt idx="7011">
                  <c:v>45944</c:v>
                </c:pt>
                <c:pt idx="7012">
                  <c:v>45945</c:v>
                </c:pt>
                <c:pt idx="7013">
                  <c:v>45946</c:v>
                </c:pt>
                <c:pt idx="7014">
                  <c:v>45947</c:v>
                </c:pt>
                <c:pt idx="7015">
                  <c:v>45950</c:v>
                </c:pt>
                <c:pt idx="7016">
                  <c:v>45951</c:v>
                </c:pt>
                <c:pt idx="7017">
                  <c:v>45952</c:v>
                </c:pt>
                <c:pt idx="7018">
                  <c:v>45953</c:v>
                </c:pt>
                <c:pt idx="7019">
                  <c:v>45954</c:v>
                </c:pt>
                <c:pt idx="7020">
                  <c:v>45957</c:v>
                </c:pt>
                <c:pt idx="7021">
                  <c:v>45958</c:v>
                </c:pt>
                <c:pt idx="7022">
                  <c:v>45959</c:v>
                </c:pt>
                <c:pt idx="7023">
                  <c:v>45960</c:v>
                </c:pt>
                <c:pt idx="7024">
                  <c:v>45961</c:v>
                </c:pt>
                <c:pt idx="7025">
                  <c:v>45964</c:v>
                </c:pt>
                <c:pt idx="7026">
                  <c:v>45965</c:v>
                </c:pt>
                <c:pt idx="7027">
                  <c:v>45966</c:v>
                </c:pt>
                <c:pt idx="7028">
                  <c:v>45967</c:v>
                </c:pt>
                <c:pt idx="7029">
                  <c:v>45968</c:v>
                </c:pt>
                <c:pt idx="7030">
                  <c:v>45971</c:v>
                </c:pt>
                <c:pt idx="7031">
                  <c:v>45972</c:v>
                </c:pt>
                <c:pt idx="7032">
                  <c:v>45973</c:v>
                </c:pt>
                <c:pt idx="7033">
                  <c:v>45974</c:v>
                </c:pt>
                <c:pt idx="7034">
                  <c:v>45975</c:v>
                </c:pt>
                <c:pt idx="7035">
                  <c:v>45978</c:v>
                </c:pt>
                <c:pt idx="7036">
                  <c:v>45979</c:v>
                </c:pt>
                <c:pt idx="7037">
                  <c:v>45980</c:v>
                </c:pt>
                <c:pt idx="7038">
                  <c:v>45981</c:v>
                </c:pt>
                <c:pt idx="7039">
                  <c:v>45982</c:v>
                </c:pt>
                <c:pt idx="7040">
                  <c:v>45985</c:v>
                </c:pt>
                <c:pt idx="7041">
                  <c:v>45986</c:v>
                </c:pt>
                <c:pt idx="7042">
                  <c:v>45987</c:v>
                </c:pt>
                <c:pt idx="7043">
                  <c:v>45989</c:v>
                </c:pt>
                <c:pt idx="7044">
                  <c:v>45992</c:v>
                </c:pt>
                <c:pt idx="7045">
                  <c:v>45993</c:v>
                </c:pt>
                <c:pt idx="7046">
                  <c:v>45994</c:v>
                </c:pt>
                <c:pt idx="7047">
                  <c:v>45995</c:v>
                </c:pt>
                <c:pt idx="7048">
                  <c:v>45996</c:v>
                </c:pt>
                <c:pt idx="7049">
                  <c:v>45999</c:v>
                </c:pt>
                <c:pt idx="7050">
                  <c:v>46000</c:v>
                </c:pt>
                <c:pt idx="7051">
                  <c:v>46001</c:v>
                </c:pt>
                <c:pt idx="7052">
                  <c:v>46002</c:v>
                </c:pt>
                <c:pt idx="7053">
                  <c:v>46003</c:v>
                </c:pt>
                <c:pt idx="7054">
                  <c:v>46006</c:v>
                </c:pt>
                <c:pt idx="7055">
                  <c:v>46007</c:v>
                </c:pt>
                <c:pt idx="7056">
                  <c:v>46008</c:v>
                </c:pt>
                <c:pt idx="7057">
                  <c:v>46009</c:v>
                </c:pt>
                <c:pt idx="7058">
                  <c:v>46010</c:v>
                </c:pt>
                <c:pt idx="7059">
                  <c:v>46013</c:v>
                </c:pt>
                <c:pt idx="7060">
                  <c:v>46014</c:v>
                </c:pt>
                <c:pt idx="7061">
                  <c:v>46015</c:v>
                </c:pt>
                <c:pt idx="7062">
                  <c:v>46017</c:v>
                </c:pt>
                <c:pt idx="7063">
                  <c:v>46020</c:v>
                </c:pt>
                <c:pt idx="7064">
                  <c:v>46021</c:v>
                </c:pt>
                <c:pt idx="7065">
                  <c:v>46022</c:v>
                </c:pt>
              </c:numCache>
            </c:numRef>
          </c:cat>
          <c:val>
            <c:numRef>
              <c:f>'Sp 500'!$B$4:$B$7069</c:f>
              <c:numCache>
                <c:formatCode>#,##0.00</c:formatCode>
                <c:ptCount val="7066"/>
                <c:pt idx="0">
                  <c:v>100</c:v>
                </c:pt>
                <c:pt idx="1">
                  <c:v>102.028469750889</c:v>
                </c:pt>
                <c:pt idx="2">
                  <c:v>101.70399832530801</c:v>
                </c:pt>
                <c:pt idx="3">
                  <c:v>102.236759472472</c:v>
                </c:pt>
                <c:pt idx="4">
                  <c:v>101.852627171865</c:v>
                </c:pt>
                <c:pt idx="5">
                  <c:v>102.97153024911</c:v>
                </c:pt>
                <c:pt idx="6">
                  <c:v>102.822901402553</c:v>
                </c:pt>
                <c:pt idx="7">
                  <c:v>102.133137952689</c:v>
                </c:pt>
                <c:pt idx="8">
                  <c:v>101.506175423906</c:v>
                </c:pt>
                <c:pt idx="9">
                  <c:v>99.951852627171803</c:v>
                </c:pt>
                <c:pt idx="10">
                  <c:v>99.789616914381398</c:v>
                </c:pt>
                <c:pt idx="11">
                  <c:v>100.836298932384</c:v>
                </c:pt>
                <c:pt idx="12">
                  <c:v>101.323006070755</c:v>
                </c:pt>
                <c:pt idx="13">
                  <c:v>101.061335566254</c:v>
                </c:pt>
                <c:pt idx="14">
                  <c:v>99.989533179819901</c:v>
                </c:pt>
                <c:pt idx="15">
                  <c:v>99.097760100481395</c:v>
                </c:pt>
                <c:pt idx="16">
                  <c:v>99.822064056939496</c:v>
                </c:pt>
                <c:pt idx="17">
                  <c:v>98.297048356709197</c:v>
                </c:pt>
                <c:pt idx="18">
                  <c:v>97.624031819133293</c:v>
                </c:pt>
                <c:pt idx="19">
                  <c:v>98.017584257902399</c:v>
                </c:pt>
                <c:pt idx="20">
                  <c:v>99.785430186309398</c:v>
                </c:pt>
                <c:pt idx="21">
                  <c:v>101.616077035796</c:v>
                </c:pt>
                <c:pt idx="22">
                  <c:v>101.573163073058</c:v>
                </c:pt>
                <c:pt idx="23">
                  <c:v>102.055683483357</c:v>
                </c:pt>
                <c:pt idx="24">
                  <c:v>102.268159933012</c:v>
                </c:pt>
                <c:pt idx="25">
                  <c:v>101.17019049612701</c:v>
                </c:pt>
                <c:pt idx="26">
                  <c:v>100.90014653548199</c:v>
                </c:pt>
                <c:pt idx="27">
                  <c:v>100.06803433117</c:v>
                </c:pt>
                <c:pt idx="28">
                  <c:v>97.099644128113795</c:v>
                </c:pt>
                <c:pt idx="29">
                  <c:v>98.305421812853197</c:v>
                </c:pt>
                <c:pt idx="30">
                  <c:v>99.656688298095006</c:v>
                </c:pt>
                <c:pt idx="31">
                  <c:v>100.265857232572</c:v>
                </c:pt>
                <c:pt idx="32">
                  <c:v>99.5111994975926</c:v>
                </c:pt>
                <c:pt idx="33">
                  <c:v>100.639522712999</c:v>
                </c:pt>
                <c:pt idx="34">
                  <c:v>102.42830228176599</c:v>
                </c:pt>
                <c:pt idx="35">
                  <c:v>101.612936989742</c:v>
                </c:pt>
                <c:pt idx="36">
                  <c:v>100.799665061754</c:v>
                </c:pt>
                <c:pt idx="37">
                  <c:v>100.229223361942</c:v>
                </c:pt>
                <c:pt idx="38">
                  <c:v>100.16223571278999</c:v>
                </c:pt>
                <c:pt idx="39">
                  <c:v>101.425580908519</c:v>
                </c:pt>
                <c:pt idx="40">
                  <c:v>102.308980531714</c:v>
                </c:pt>
                <c:pt idx="41">
                  <c:v>103.14946619217</c:v>
                </c:pt>
                <c:pt idx="42">
                  <c:v>102.604144860791</c:v>
                </c:pt>
                <c:pt idx="43">
                  <c:v>104.801130416579</c:v>
                </c:pt>
                <c:pt idx="44">
                  <c:v>105.296211011094</c:v>
                </c:pt>
                <c:pt idx="45">
                  <c:v>105.39041239271501</c:v>
                </c:pt>
                <c:pt idx="46">
                  <c:v>105.038727234666</c:v>
                </c:pt>
                <c:pt idx="47">
                  <c:v>105.97236759472401</c:v>
                </c:pt>
                <c:pt idx="48">
                  <c:v>105.792338287628</c:v>
                </c:pt>
                <c:pt idx="49">
                  <c:v>106.65794431651599</c:v>
                </c:pt>
                <c:pt idx="50">
                  <c:v>106.762612518316</c:v>
                </c:pt>
                <c:pt idx="51">
                  <c:v>107.194892191752</c:v>
                </c:pt>
                <c:pt idx="52">
                  <c:v>106.77098597446</c:v>
                </c:pt>
                <c:pt idx="53">
                  <c:v>107.050450073267</c:v>
                </c:pt>
                <c:pt idx="54">
                  <c:v>108.025957714046</c:v>
                </c:pt>
                <c:pt idx="55">
                  <c:v>107.62821854720499</c:v>
                </c:pt>
                <c:pt idx="56">
                  <c:v>108.248900983881</c:v>
                </c:pt>
                <c:pt idx="57">
                  <c:v>108.66024701695601</c:v>
                </c:pt>
                <c:pt idx="58">
                  <c:v>107.86686204730999</c:v>
                </c:pt>
                <c:pt idx="59">
                  <c:v>109.15846765752499</c:v>
                </c:pt>
                <c:pt idx="60">
                  <c:v>109.762403181913</c:v>
                </c:pt>
                <c:pt idx="61">
                  <c:v>109.832530877119</c:v>
                </c:pt>
                <c:pt idx="62">
                  <c:v>109.66087502616701</c:v>
                </c:pt>
                <c:pt idx="63">
                  <c:v>110.113041657944</c:v>
                </c:pt>
                <c:pt idx="64">
                  <c:v>109.6221477915</c:v>
                </c:pt>
                <c:pt idx="65">
                  <c:v>108.336822273393</c:v>
                </c:pt>
                <c:pt idx="66">
                  <c:v>110.497173958551</c:v>
                </c:pt>
                <c:pt idx="67">
                  <c:v>110.14339543646599</c:v>
                </c:pt>
                <c:pt idx="68">
                  <c:v>111.393133765961</c:v>
                </c:pt>
                <c:pt idx="69">
                  <c:v>111.834833577559</c:v>
                </c:pt>
                <c:pt idx="70">
                  <c:v>111.986602470169</c:v>
                </c:pt>
                <c:pt idx="71">
                  <c:v>111.849487125811</c:v>
                </c:pt>
                <c:pt idx="72">
                  <c:v>112.965250157002</c:v>
                </c:pt>
                <c:pt idx="73">
                  <c:v>113.088758635126</c:v>
                </c:pt>
                <c:pt idx="74">
                  <c:v>113.61942641825399</c:v>
                </c:pt>
                <c:pt idx="75">
                  <c:v>114.061126229851</c:v>
                </c:pt>
                <c:pt idx="76">
                  <c:v>115.04710069081</c:v>
                </c:pt>
                <c:pt idx="77">
                  <c:v>114.669248482311</c:v>
                </c:pt>
                <c:pt idx="78">
                  <c:v>115.726397320494</c:v>
                </c:pt>
                <c:pt idx="79">
                  <c:v>115.337031609796</c:v>
                </c:pt>
                <c:pt idx="80">
                  <c:v>115.218756541762</c:v>
                </c:pt>
                <c:pt idx="81">
                  <c:v>114.65773498011301</c:v>
                </c:pt>
                <c:pt idx="82">
                  <c:v>114.45991207871</c:v>
                </c:pt>
                <c:pt idx="83">
                  <c:v>115.318191333472</c:v>
                </c:pt>
                <c:pt idx="84">
                  <c:v>115.988067824994</c:v>
                </c:pt>
                <c:pt idx="85">
                  <c:v>117.229432698346</c:v>
                </c:pt>
                <c:pt idx="86">
                  <c:v>117.510990161189</c:v>
                </c:pt>
                <c:pt idx="87">
                  <c:v>117.372828134812</c:v>
                </c:pt>
                <c:pt idx="88">
                  <c:v>116.13355662549699</c:v>
                </c:pt>
                <c:pt idx="89">
                  <c:v>115.307724513292</c:v>
                </c:pt>
                <c:pt idx="90">
                  <c:v>116.251831693531</c:v>
                </c:pt>
                <c:pt idx="91">
                  <c:v>116.14925685576701</c:v>
                </c:pt>
                <c:pt idx="92">
                  <c:v>116.783546158676</c:v>
                </c:pt>
                <c:pt idx="93">
                  <c:v>117.15721163910401</c:v>
                </c:pt>
                <c:pt idx="94">
                  <c:v>115.99016118903</c:v>
                </c:pt>
                <c:pt idx="95">
                  <c:v>117.513083525225</c:v>
                </c:pt>
                <c:pt idx="96">
                  <c:v>117.610424952899</c:v>
                </c:pt>
                <c:pt idx="97">
                  <c:v>117.92652292233601</c:v>
                </c:pt>
                <c:pt idx="98">
                  <c:v>118.331588863303</c:v>
                </c:pt>
                <c:pt idx="99">
                  <c:v>117.184425371572</c:v>
                </c:pt>
                <c:pt idx="100">
                  <c:v>115.96190077454401</c:v>
                </c:pt>
                <c:pt idx="101">
                  <c:v>113.72618798409</c:v>
                </c:pt>
                <c:pt idx="102">
                  <c:v>113.576512455516</c:v>
                </c:pt>
                <c:pt idx="103">
                  <c:v>114.572953736654</c:v>
                </c:pt>
                <c:pt idx="104">
                  <c:v>116.364873351475</c:v>
                </c:pt>
                <c:pt idx="105">
                  <c:v>117.333054218128</c:v>
                </c:pt>
                <c:pt idx="106">
                  <c:v>117.44504919405399</c:v>
                </c:pt>
                <c:pt idx="107">
                  <c:v>116.757379108226</c:v>
                </c:pt>
                <c:pt idx="108">
                  <c:v>115.649989533179</c:v>
                </c:pt>
                <c:pt idx="109">
                  <c:v>114.626334519572</c:v>
                </c:pt>
                <c:pt idx="110">
                  <c:v>115.987021142976</c:v>
                </c:pt>
                <c:pt idx="111">
                  <c:v>115.830018840276</c:v>
                </c:pt>
                <c:pt idx="112">
                  <c:v>116.787732886749</c:v>
                </c:pt>
                <c:pt idx="113">
                  <c:v>117.109064266275</c:v>
                </c:pt>
                <c:pt idx="114">
                  <c:v>116.95310864559301</c:v>
                </c:pt>
                <c:pt idx="115">
                  <c:v>116.048775382038</c:v>
                </c:pt>
                <c:pt idx="116">
                  <c:v>115.7441909148</c:v>
                </c:pt>
                <c:pt idx="117">
                  <c:v>116.13146326146099</c:v>
                </c:pt>
                <c:pt idx="118">
                  <c:v>117.129997906635</c:v>
                </c:pt>
                <c:pt idx="119">
                  <c:v>116.66736445467799</c:v>
                </c:pt>
                <c:pt idx="120">
                  <c:v>116.230898053171</c:v>
                </c:pt>
                <c:pt idx="121">
                  <c:v>114.509106133556</c:v>
                </c:pt>
                <c:pt idx="122">
                  <c:v>114.321750052334</c:v>
                </c:pt>
                <c:pt idx="123">
                  <c:v>114.883818296001</c:v>
                </c:pt>
                <c:pt idx="124">
                  <c:v>114.17416788779499</c:v>
                </c:pt>
                <c:pt idx="125">
                  <c:v>114.19091480008299</c:v>
                </c:pt>
                <c:pt idx="126">
                  <c:v>114.42537157211601</c:v>
                </c:pt>
                <c:pt idx="127">
                  <c:v>113.327402135231</c:v>
                </c:pt>
                <c:pt idx="128">
                  <c:v>114.593887377014</c:v>
                </c:pt>
                <c:pt idx="129">
                  <c:v>116.585723257274</c:v>
                </c:pt>
                <c:pt idx="130">
                  <c:v>116.780406112623</c:v>
                </c:pt>
                <c:pt idx="131">
                  <c:v>117.061963575465</c:v>
                </c:pt>
                <c:pt idx="132">
                  <c:v>116.420347498429</c:v>
                </c:pt>
                <c:pt idx="133">
                  <c:v>114.567720326564</c:v>
                </c:pt>
                <c:pt idx="134">
                  <c:v>115.013606866234</c:v>
                </c:pt>
                <c:pt idx="135">
                  <c:v>112.728700020933</c:v>
                </c:pt>
                <c:pt idx="136">
                  <c:v>113.83608959598</c:v>
                </c:pt>
                <c:pt idx="137">
                  <c:v>115.879212895122</c:v>
                </c:pt>
                <c:pt idx="138">
                  <c:v>115.80175842579</c:v>
                </c:pt>
                <c:pt idx="139">
                  <c:v>115.20305631149201</c:v>
                </c:pt>
                <c:pt idx="140">
                  <c:v>115.471006908101</c:v>
                </c:pt>
                <c:pt idx="141">
                  <c:v>117.17500523341</c:v>
                </c:pt>
                <c:pt idx="142">
                  <c:v>118.576512455516</c:v>
                </c:pt>
                <c:pt idx="143">
                  <c:v>118.19970692903399</c:v>
                </c:pt>
                <c:pt idx="144">
                  <c:v>118.61000628009199</c:v>
                </c:pt>
                <c:pt idx="145">
                  <c:v>119.16370106761499</c:v>
                </c:pt>
                <c:pt idx="146">
                  <c:v>118.67699392924401</c:v>
                </c:pt>
                <c:pt idx="147">
                  <c:v>120.21770985974401</c:v>
                </c:pt>
                <c:pt idx="148">
                  <c:v>119.99371990789101</c:v>
                </c:pt>
                <c:pt idx="149">
                  <c:v>121.13564998953299</c:v>
                </c:pt>
                <c:pt idx="150">
                  <c:v>120.856185890726</c:v>
                </c:pt>
                <c:pt idx="151">
                  <c:v>122.082897215825</c:v>
                </c:pt>
                <c:pt idx="152">
                  <c:v>121.264391877747</c:v>
                </c:pt>
                <c:pt idx="153">
                  <c:v>121.86832740213499</c:v>
                </c:pt>
                <c:pt idx="154">
                  <c:v>121.958342055683</c:v>
                </c:pt>
                <c:pt idx="155">
                  <c:v>123.255181075989</c:v>
                </c:pt>
                <c:pt idx="156">
                  <c:v>122.965250157002</c:v>
                </c:pt>
                <c:pt idx="157">
                  <c:v>123.926104249528</c:v>
                </c:pt>
                <c:pt idx="158">
                  <c:v>124.21498848649701</c:v>
                </c:pt>
                <c:pt idx="159">
                  <c:v>123.937617751727</c:v>
                </c:pt>
                <c:pt idx="160">
                  <c:v>121.94578187146701</c:v>
                </c:pt>
                <c:pt idx="161">
                  <c:v>121.842160351685</c:v>
                </c:pt>
                <c:pt idx="162">
                  <c:v>119.295583001884</c:v>
                </c:pt>
                <c:pt idx="163">
                  <c:v>119.40548461377401</c:v>
                </c:pt>
                <c:pt idx="164">
                  <c:v>120.082687879422</c:v>
                </c:pt>
                <c:pt idx="165">
                  <c:v>118.300188402763</c:v>
                </c:pt>
                <c:pt idx="166">
                  <c:v>117.773707347707</c:v>
                </c:pt>
                <c:pt idx="167">
                  <c:v>119.630521247644</c:v>
                </c:pt>
                <c:pt idx="168">
                  <c:v>117.298513711534</c:v>
                </c:pt>
                <c:pt idx="169">
                  <c:v>116.437094410718</c:v>
                </c:pt>
                <c:pt idx="170">
                  <c:v>112.21687251413</c:v>
                </c:pt>
                <c:pt idx="171">
                  <c:v>113.19133347288999</c:v>
                </c:pt>
                <c:pt idx="172">
                  <c:v>114.049612727653</c:v>
                </c:pt>
                <c:pt idx="173">
                  <c:v>114.030772451329</c:v>
                </c:pt>
                <c:pt idx="174">
                  <c:v>113.370316097969</c:v>
                </c:pt>
                <c:pt idx="175">
                  <c:v>111.88821436047699</c:v>
                </c:pt>
                <c:pt idx="176">
                  <c:v>113.483357755913</c:v>
                </c:pt>
                <c:pt idx="177">
                  <c:v>112.508896797153</c:v>
                </c:pt>
                <c:pt idx="178">
                  <c:v>111.236131463261</c:v>
                </c:pt>
                <c:pt idx="179">
                  <c:v>113.42579024492299</c:v>
                </c:pt>
                <c:pt idx="180">
                  <c:v>115.260623822482</c:v>
                </c:pt>
                <c:pt idx="181">
                  <c:v>114.93196566882899</c:v>
                </c:pt>
                <c:pt idx="182">
                  <c:v>114.255809085199</c:v>
                </c:pt>
                <c:pt idx="183">
                  <c:v>113.17144651454799</c:v>
                </c:pt>
                <c:pt idx="184">
                  <c:v>113.89365710697</c:v>
                </c:pt>
                <c:pt idx="185">
                  <c:v>114.38664433744999</c:v>
                </c:pt>
                <c:pt idx="186">
                  <c:v>113.48021770985901</c:v>
                </c:pt>
                <c:pt idx="187">
                  <c:v>109.126020514967</c:v>
                </c:pt>
                <c:pt idx="188">
                  <c:v>107.508896797153</c:v>
                </c:pt>
                <c:pt idx="189">
                  <c:v>100.19677621938401</c:v>
                </c:pt>
                <c:pt idx="190">
                  <c:v>104.067406321959</c:v>
                </c:pt>
                <c:pt idx="191">
                  <c:v>103.67071383713601</c:v>
                </c:pt>
                <c:pt idx="192">
                  <c:v>102.811387900355</c:v>
                </c:pt>
                <c:pt idx="193">
                  <c:v>101.93531505128701</c:v>
                </c:pt>
                <c:pt idx="194">
                  <c:v>107.123717814527</c:v>
                </c:pt>
                <c:pt idx="195">
                  <c:v>105.317144651454</c:v>
                </c:pt>
                <c:pt idx="196">
                  <c:v>102.594724722629</c:v>
                </c:pt>
                <c:pt idx="197">
                  <c:v>105.616495708603</c:v>
                </c:pt>
                <c:pt idx="198">
                  <c:v>107.778940757797</c:v>
                </c:pt>
                <c:pt idx="199">
                  <c:v>108.61209964412799</c:v>
                </c:pt>
                <c:pt idx="200">
                  <c:v>109.42851161817001</c:v>
                </c:pt>
                <c:pt idx="201">
                  <c:v>106.643290768264</c:v>
                </c:pt>
                <c:pt idx="202">
                  <c:v>106.77098597446</c:v>
                </c:pt>
                <c:pt idx="203">
                  <c:v>107.168725141302</c:v>
                </c:pt>
                <c:pt idx="204">
                  <c:v>107.769520619635</c:v>
                </c:pt>
                <c:pt idx="205">
                  <c:v>111.585723257274</c:v>
                </c:pt>
                <c:pt idx="206">
                  <c:v>109.139627381201</c:v>
                </c:pt>
                <c:pt idx="207">
                  <c:v>109.352103830856</c:v>
                </c:pt>
                <c:pt idx="208">
                  <c:v>109.764496545949</c:v>
                </c:pt>
                <c:pt idx="209">
                  <c:v>109.799037052543</c:v>
                </c:pt>
                <c:pt idx="210">
                  <c:v>106.448607912916</c:v>
                </c:pt>
                <c:pt idx="211">
                  <c:v>103.243667573791</c:v>
                </c:pt>
                <c:pt idx="212">
                  <c:v>104.94033912497299</c:v>
                </c:pt>
                <c:pt idx="213">
                  <c:v>103.47079757169701</c:v>
                </c:pt>
                <c:pt idx="214">
                  <c:v>103.05526481055</c:v>
                </c:pt>
                <c:pt idx="215">
                  <c:v>101.599330123508</c:v>
                </c:pt>
                <c:pt idx="216">
                  <c:v>100.42285953527301</c:v>
                </c:pt>
                <c:pt idx="217">
                  <c:v>103.03433117019</c:v>
                </c:pt>
                <c:pt idx="218">
                  <c:v>104.42851161817001</c:v>
                </c:pt>
                <c:pt idx="219">
                  <c:v>104.123927150931</c:v>
                </c:pt>
                <c:pt idx="220">
                  <c:v>105.247016956248</c:v>
                </c:pt>
                <c:pt idx="221">
                  <c:v>109.63889470378901</c:v>
                </c:pt>
                <c:pt idx="222">
                  <c:v>110.573581745865</c:v>
                </c:pt>
                <c:pt idx="223">
                  <c:v>111.198450910613</c:v>
                </c:pt>
                <c:pt idx="224">
                  <c:v>111.359639941385</c:v>
                </c:pt>
                <c:pt idx="225">
                  <c:v>111.986602470169</c:v>
                </c:pt>
                <c:pt idx="226">
                  <c:v>112.88256227758001</c:v>
                </c:pt>
                <c:pt idx="227">
                  <c:v>112.065103621519</c:v>
                </c:pt>
                <c:pt idx="228">
                  <c:v>112.23780615449</c:v>
                </c:pt>
                <c:pt idx="229">
                  <c:v>111.507222105924</c:v>
                </c:pt>
                <c:pt idx="230">
                  <c:v>111.795059660875</c:v>
                </c:pt>
                <c:pt idx="231">
                  <c:v>113.66234038099201</c:v>
                </c:pt>
                <c:pt idx="232">
                  <c:v>114.995813271928</c:v>
                </c:pt>
                <c:pt idx="233">
                  <c:v>116.349173121205</c:v>
                </c:pt>
                <c:pt idx="234">
                  <c:v>116.269625287837</c:v>
                </c:pt>
                <c:pt idx="235">
                  <c:v>117.089177307933</c:v>
                </c:pt>
                <c:pt idx="236">
                  <c:v>118.67804061126201</c:v>
                </c:pt>
                <c:pt idx="237">
                  <c:v>119.42746493615201</c:v>
                </c:pt>
                <c:pt idx="238">
                  <c:v>118.296001674691</c:v>
                </c:pt>
                <c:pt idx="239">
                  <c:v>118.092945363198</c:v>
                </c:pt>
                <c:pt idx="240">
                  <c:v>117.329914172074</c:v>
                </c:pt>
                <c:pt idx="241">
                  <c:v>116.986602470169</c:v>
                </c:pt>
                <c:pt idx="242">
                  <c:v>117.827088130625</c:v>
                </c:pt>
                <c:pt idx="243">
                  <c:v>118.889470378898</c:v>
                </c:pt>
                <c:pt idx="244">
                  <c:v>119.250575675109</c:v>
                </c:pt>
                <c:pt idx="245">
                  <c:v>119.790663596399</c:v>
                </c:pt>
                <c:pt idx="246">
                  <c:v>120.641616077035</c:v>
                </c:pt>
                <c:pt idx="247">
                  <c:v>121.786686204731</c:v>
                </c:pt>
                <c:pt idx="248">
                  <c:v>124.36780406112599</c:v>
                </c:pt>
                <c:pt idx="249">
                  <c:v>123.821436047728</c:v>
                </c:pt>
                <c:pt idx="250">
                  <c:v>124.22754867071301</c:v>
                </c:pt>
                <c:pt idx="251">
                  <c:v>124.799037052543</c:v>
                </c:pt>
                <c:pt idx="252">
                  <c:v>121.795059660875</c:v>
                </c:pt>
                <c:pt idx="253">
                  <c:v>123.014444211848</c:v>
                </c:pt>
                <c:pt idx="254">
                  <c:v>122.592631358593</c:v>
                </c:pt>
                <c:pt idx="255">
                  <c:v>120.38308561858901</c:v>
                </c:pt>
                <c:pt idx="256">
                  <c:v>123.167259786476</c:v>
                </c:pt>
                <c:pt idx="257">
                  <c:v>124.314423278208</c:v>
                </c:pt>
                <c:pt idx="258">
                  <c:v>123.65292024283001</c:v>
                </c:pt>
                <c:pt idx="259">
                  <c:v>123.873770148628</c:v>
                </c:pt>
                <c:pt idx="260">
                  <c:v>121.94054846137701</c:v>
                </c:pt>
                <c:pt idx="261">
                  <c:v>122.091270671969</c:v>
                </c:pt>
                <c:pt idx="262">
                  <c:v>119.44735189449401</c:v>
                </c:pt>
                <c:pt idx="263">
                  <c:v>121.71132509943401</c:v>
                </c:pt>
                <c:pt idx="264">
                  <c:v>121.618170399832</c:v>
                </c:pt>
                <c:pt idx="265">
                  <c:v>123.506384760309</c:v>
                </c:pt>
                <c:pt idx="266">
                  <c:v>124.348963784802</c:v>
                </c:pt>
                <c:pt idx="267">
                  <c:v>125.89909985346399</c:v>
                </c:pt>
                <c:pt idx="268">
                  <c:v>125.97550764077801</c:v>
                </c:pt>
                <c:pt idx="269">
                  <c:v>128.589072639732</c:v>
                </c:pt>
                <c:pt idx="270">
                  <c:v>128.35147582164501</c:v>
                </c:pt>
                <c:pt idx="271">
                  <c:v>128.26983462424101</c:v>
                </c:pt>
                <c:pt idx="272">
                  <c:v>129.97801967762101</c:v>
                </c:pt>
                <c:pt idx="273">
                  <c:v>128.943897843835</c:v>
                </c:pt>
                <c:pt idx="274">
                  <c:v>128.66129369897399</c:v>
                </c:pt>
                <c:pt idx="275">
                  <c:v>128.543018630939</c:v>
                </c:pt>
                <c:pt idx="276">
                  <c:v>130.28888423696799</c:v>
                </c:pt>
                <c:pt idx="277">
                  <c:v>133.17353987858399</c:v>
                </c:pt>
                <c:pt idx="278">
                  <c:v>132.90035587188601</c:v>
                </c:pt>
                <c:pt idx="279">
                  <c:v>133.46137743353501</c:v>
                </c:pt>
                <c:pt idx="280">
                  <c:v>132.28804689135401</c:v>
                </c:pt>
                <c:pt idx="281">
                  <c:v>129.73728281348099</c:v>
                </c:pt>
                <c:pt idx="282">
                  <c:v>129.20242830228099</c:v>
                </c:pt>
                <c:pt idx="283">
                  <c:v>126.87774754029699</c:v>
                </c:pt>
                <c:pt idx="284">
                  <c:v>130.12978857023199</c:v>
                </c:pt>
                <c:pt idx="285">
                  <c:v>131.044588653966</c:v>
                </c:pt>
                <c:pt idx="286">
                  <c:v>131.528155746284</c:v>
                </c:pt>
                <c:pt idx="287">
                  <c:v>129.28197613565001</c:v>
                </c:pt>
                <c:pt idx="288">
                  <c:v>128.23843416370099</c:v>
                </c:pt>
                <c:pt idx="289">
                  <c:v>129.15846765752499</c:v>
                </c:pt>
                <c:pt idx="290">
                  <c:v>131.077035796525</c:v>
                </c:pt>
                <c:pt idx="291">
                  <c:v>130.12036843206999</c:v>
                </c:pt>
                <c:pt idx="292">
                  <c:v>132.44400251203601</c:v>
                </c:pt>
                <c:pt idx="293">
                  <c:v>133.937617751727</c:v>
                </c:pt>
                <c:pt idx="294">
                  <c:v>133.24262089177299</c:v>
                </c:pt>
                <c:pt idx="295">
                  <c:v>132.090223989951</c:v>
                </c:pt>
                <c:pt idx="296">
                  <c:v>133.145279464098</c:v>
                </c:pt>
                <c:pt idx="297">
                  <c:v>130.67720326564699</c:v>
                </c:pt>
                <c:pt idx="298">
                  <c:v>129.72576931128299</c:v>
                </c:pt>
                <c:pt idx="299">
                  <c:v>130.18316935314999</c:v>
                </c:pt>
                <c:pt idx="300">
                  <c:v>127.291186937408</c:v>
                </c:pt>
                <c:pt idx="301">
                  <c:v>128.066778312748</c:v>
                </c:pt>
                <c:pt idx="302">
                  <c:v>131.25811178563899</c:v>
                </c:pt>
                <c:pt idx="303">
                  <c:v>128.75549508059399</c:v>
                </c:pt>
                <c:pt idx="304">
                  <c:v>129.98429976972901</c:v>
                </c:pt>
                <c:pt idx="305">
                  <c:v>128.117019049612</c:v>
                </c:pt>
                <c:pt idx="306">
                  <c:v>129.503872723466</c:v>
                </c:pt>
                <c:pt idx="307">
                  <c:v>129.70692903495899</c:v>
                </c:pt>
                <c:pt idx="308">
                  <c:v>133.152606238224</c:v>
                </c:pt>
                <c:pt idx="309">
                  <c:v>133.052124764496</c:v>
                </c:pt>
                <c:pt idx="310">
                  <c:v>131.19217081850499</c:v>
                </c:pt>
                <c:pt idx="311">
                  <c:v>130.31400460539999</c:v>
                </c:pt>
                <c:pt idx="312">
                  <c:v>129.613774335356</c:v>
                </c:pt>
                <c:pt idx="313">
                  <c:v>129.38664433745001</c:v>
                </c:pt>
                <c:pt idx="314">
                  <c:v>128.27088130625901</c:v>
                </c:pt>
                <c:pt idx="315">
                  <c:v>128.501151350219</c:v>
                </c:pt>
                <c:pt idx="316">
                  <c:v>130.483567092317</c:v>
                </c:pt>
                <c:pt idx="317">
                  <c:v>133.501151350219</c:v>
                </c:pt>
                <c:pt idx="318">
                  <c:v>134.26104249528899</c:v>
                </c:pt>
                <c:pt idx="319">
                  <c:v>133.958551392087</c:v>
                </c:pt>
                <c:pt idx="320">
                  <c:v>134.69122880468899</c:v>
                </c:pt>
                <c:pt idx="321">
                  <c:v>135.82583211220401</c:v>
                </c:pt>
                <c:pt idx="322">
                  <c:v>135.502407368641</c:v>
                </c:pt>
                <c:pt idx="323">
                  <c:v>136.82855348545101</c:v>
                </c:pt>
                <c:pt idx="324">
                  <c:v>136.73644546786599</c:v>
                </c:pt>
                <c:pt idx="325">
                  <c:v>135.84048566045601</c:v>
                </c:pt>
                <c:pt idx="326">
                  <c:v>137.80092108017499</c:v>
                </c:pt>
                <c:pt idx="327">
                  <c:v>135.994347917102</c:v>
                </c:pt>
                <c:pt idx="328">
                  <c:v>135.75570441699799</c:v>
                </c:pt>
                <c:pt idx="329">
                  <c:v>132.105924220221</c:v>
                </c:pt>
                <c:pt idx="330">
                  <c:v>132.78103412183299</c:v>
                </c:pt>
                <c:pt idx="331">
                  <c:v>135.02093364036</c:v>
                </c:pt>
                <c:pt idx="332">
                  <c:v>134.26836926941499</c:v>
                </c:pt>
                <c:pt idx="333">
                  <c:v>137.133137952689</c:v>
                </c:pt>
                <c:pt idx="334">
                  <c:v>136.14716349173099</c:v>
                </c:pt>
                <c:pt idx="335">
                  <c:v>134.64203474984299</c:v>
                </c:pt>
                <c:pt idx="336">
                  <c:v>135.41134603307501</c:v>
                </c:pt>
                <c:pt idx="337">
                  <c:v>138.27925476240301</c:v>
                </c:pt>
                <c:pt idx="338">
                  <c:v>137.941176470588</c:v>
                </c:pt>
                <c:pt idx="339">
                  <c:v>138.88319028679001</c:v>
                </c:pt>
                <c:pt idx="340">
                  <c:v>140.67196985555699</c:v>
                </c:pt>
                <c:pt idx="341">
                  <c:v>141.12936989742499</c:v>
                </c:pt>
                <c:pt idx="342">
                  <c:v>142.20640569394999</c:v>
                </c:pt>
                <c:pt idx="343">
                  <c:v>141.28323215407099</c:v>
                </c:pt>
                <c:pt idx="344">
                  <c:v>139.045425999581</c:v>
                </c:pt>
                <c:pt idx="345">
                  <c:v>138.46137743353501</c:v>
                </c:pt>
                <c:pt idx="346">
                  <c:v>138.057358174586</c:v>
                </c:pt>
                <c:pt idx="347">
                  <c:v>134.96755285744101</c:v>
                </c:pt>
                <c:pt idx="348">
                  <c:v>136.71446514548799</c:v>
                </c:pt>
                <c:pt idx="349">
                  <c:v>139.84927778940701</c:v>
                </c:pt>
                <c:pt idx="350">
                  <c:v>142.22524597027399</c:v>
                </c:pt>
                <c:pt idx="351">
                  <c:v>142.019049612727</c:v>
                </c:pt>
                <c:pt idx="352">
                  <c:v>142.35294117647001</c:v>
                </c:pt>
                <c:pt idx="353">
                  <c:v>142.64182541343899</c:v>
                </c:pt>
                <c:pt idx="354">
                  <c:v>141.39732049403301</c:v>
                </c:pt>
                <c:pt idx="355">
                  <c:v>140.551601423487</c:v>
                </c:pt>
                <c:pt idx="356">
                  <c:v>139.75088967971499</c:v>
                </c:pt>
                <c:pt idx="357">
                  <c:v>141.78668620473101</c:v>
                </c:pt>
                <c:pt idx="358">
                  <c:v>139.41804479799001</c:v>
                </c:pt>
                <c:pt idx="359">
                  <c:v>141.020514967552</c:v>
                </c:pt>
                <c:pt idx="360">
                  <c:v>139.42327820808001</c:v>
                </c:pt>
                <c:pt idx="361">
                  <c:v>140.77873142139401</c:v>
                </c:pt>
                <c:pt idx="362">
                  <c:v>140.28679087293199</c:v>
                </c:pt>
                <c:pt idx="363">
                  <c:v>141.88926104249501</c:v>
                </c:pt>
                <c:pt idx="364">
                  <c:v>142.76742725559899</c:v>
                </c:pt>
                <c:pt idx="365">
                  <c:v>143.140046054008</c:v>
                </c:pt>
                <c:pt idx="366">
                  <c:v>140.025120368432</c:v>
                </c:pt>
                <c:pt idx="367">
                  <c:v>140.20200962947399</c:v>
                </c:pt>
                <c:pt idx="368">
                  <c:v>139.556206824366</c:v>
                </c:pt>
                <c:pt idx="369">
                  <c:v>140.69813690600699</c:v>
                </c:pt>
                <c:pt idx="370">
                  <c:v>140.13292861628599</c:v>
                </c:pt>
                <c:pt idx="371">
                  <c:v>139.23906217291099</c:v>
                </c:pt>
                <c:pt idx="372">
                  <c:v>136.76470588235199</c:v>
                </c:pt>
                <c:pt idx="373">
                  <c:v>134.43583839229601</c:v>
                </c:pt>
                <c:pt idx="374">
                  <c:v>136.56688298095</c:v>
                </c:pt>
                <c:pt idx="375">
                  <c:v>134.122880468913</c:v>
                </c:pt>
                <c:pt idx="376">
                  <c:v>136.26125183169299</c:v>
                </c:pt>
                <c:pt idx="377">
                  <c:v>135.467866862047</c:v>
                </c:pt>
                <c:pt idx="378">
                  <c:v>135.525434373037</c:v>
                </c:pt>
                <c:pt idx="379">
                  <c:v>136.020514967552</c:v>
                </c:pt>
                <c:pt idx="380">
                  <c:v>138.973204940339</c:v>
                </c:pt>
                <c:pt idx="381">
                  <c:v>139.68180866652699</c:v>
                </c:pt>
                <c:pt idx="382">
                  <c:v>137.88256227758001</c:v>
                </c:pt>
                <c:pt idx="383">
                  <c:v>138.019677621938</c:v>
                </c:pt>
                <c:pt idx="384">
                  <c:v>136.36382666945701</c:v>
                </c:pt>
                <c:pt idx="385">
                  <c:v>135.40297257693101</c:v>
                </c:pt>
                <c:pt idx="386">
                  <c:v>135.440653129579</c:v>
                </c:pt>
                <c:pt idx="387">
                  <c:v>136.19007745446899</c:v>
                </c:pt>
                <c:pt idx="388">
                  <c:v>139.25162235712699</c:v>
                </c:pt>
                <c:pt idx="389">
                  <c:v>140.24492359221199</c:v>
                </c:pt>
                <c:pt idx="390">
                  <c:v>140.552648105505</c:v>
                </c:pt>
                <c:pt idx="391">
                  <c:v>141.19740422859499</c:v>
                </c:pt>
                <c:pt idx="392">
                  <c:v>139.82415742097501</c:v>
                </c:pt>
                <c:pt idx="393">
                  <c:v>139.528993091898</c:v>
                </c:pt>
                <c:pt idx="394">
                  <c:v>137.72032656478899</c:v>
                </c:pt>
                <c:pt idx="395">
                  <c:v>137.67113250994299</c:v>
                </c:pt>
                <c:pt idx="396">
                  <c:v>139.35001046682001</c:v>
                </c:pt>
                <c:pt idx="397">
                  <c:v>141.453841323006</c:v>
                </c:pt>
                <c:pt idx="398">
                  <c:v>143.67908729327999</c:v>
                </c:pt>
                <c:pt idx="399">
                  <c:v>144.542599958132</c:v>
                </c:pt>
                <c:pt idx="400">
                  <c:v>145.616495708603</c:v>
                </c:pt>
                <c:pt idx="401">
                  <c:v>145.29202428302199</c:v>
                </c:pt>
                <c:pt idx="402">
                  <c:v>146.10215616495699</c:v>
                </c:pt>
                <c:pt idx="403">
                  <c:v>145.95143395436401</c:v>
                </c:pt>
                <c:pt idx="404">
                  <c:v>146.87879422231501</c:v>
                </c:pt>
                <c:pt idx="405">
                  <c:v>146.44128113879</c:v>
                </c:pt>
                <c:pt idx="406">
                  <c:v>145.86141930081601</c:v>
                </c:pt>
                <c:pt idx="407">
                  <c:v>146.34393971111501</c:v>
                </c:pt>
                <c:pt idx="408">
                  <c:v>147.542390621729</c:v>
                </c:pt>
                <c:pt idx="409">
                  <c:v>148.501151350219</c:v>
                </c:pt>
                <c:pt idx="410">
                  <c:v>147.33619426418201</c:v>
                </c:pt>
                <c:pt idx="411">
                  <c:v>144.138580699183</c:v>
                </c:pt>
                <c:pt idx="412">
                  <c:v>144.36780406112601</c:v>
                </c:pt>
                <c:pt idx="413">
                  <c:v>142.45028260414401</c:v>
                </c:pt>
                <c:pt idx="414">
                  <c:v>142.028469750889</c:v>
                </c:pt>
                <c:pt idx="415">
                  <c:v>141.067615658363</c:v>
                </c:pt>
                <c:pt idx="416">
                  <c:v>142.64601214151099</c:v>
                </c:pt>
                <c:pt idx="417">
                  <c:v>142.91396273812001</c:v>
                </c:pt>
                <c:pt idx="418">
                  <c:v>140.36319866024701</c:v>
                </c:pt>
                <c:pt idx="419">
                  <c:v>139.074733096085</c:v>
                </c:pt>
                <c:pt idx="420">
                  <c:v>139.004605400879</c:v>
                </c:pt>
                <c:pt idx="421">
                  <c:v>138.39020305631101</c:v>
                </c:pt>
                <c:pt idx="422">
                  <c:v>136.626543855976</c:v>
                </c:pt>
                <c:pt idx="423">
                  <c:v>137.503663387063</c:v>
                </c:pt>
                <c:pt idx="424">
                  <c:v>136.09901611890299</c:v>
                </c:pt>
                <c:pt idx="425">
                  <c:v>135.83839229642001</c:v>
                </c:pt>
                <c:pt idx="426">
                  <c:v>134.124973832949</c:v>
                </c:pt>
                <c:pt idx="427">
                  <c:v>136.27067196985499</c:v>
                </c:pt>
                <c:pt idx="428">
                  <c:v>135.87607284906801</c:v>
                </c:pt>
                <c:pt idx="429">
                  <c:v>138.965878166213</c:v>
                </c:pt>
                <c:pt idx="430">
                  <c:v>139.28930290977601</c:v>
                </c:pt>
                <c:pt idx="431">
                  <c:v>140.69081013188099</c:v>
                </c:pt>
                <c:pt idx="432">
                  <c:v>139.505966087502</c:v>
                </c:pt>
                <c:pt idx="433">
                  <c:v>138.537785220849</c:v>
                </c:pt>
                <c:pt idx="434">
                  <c:v>139.90056520828901</c:v>
                </c:pt>
                <c:pt idx="435">
                  <c:v>142.37178145279401</c:v>
                </c:pt>
                <c:pt idx="436">
                  <c:v>142.71509315469899</c:v>
                </c:pt>
                <c:pt idx="437">
                  <c:v>144.629474565626</c:v>
                </c:pt>
                <c:pt idx="438">
                  <c:v>142.559137534017</c:v>
                </c:pt>
                <c:pt idx="439">
                  <c:v>141.12099644128099</c:v>
                </c:pt>
                <c:pt idx="440">
                  <c:v>138.582792547624</c:v>
                </c:pt>
                <c:pt idx="441">
                  <c:v>138.20494033912499</c:v>
                </c:pt>
                <c:pt idx="442">
                  <c:v>139.32070337031601</c:v>
                </c:pt>
                <c:pt idx="443">
                  <c:v>138.068871676784</c:v>
                </c:pt>
                <c:pt idx="444">
                  <c:v>142.059870211429</c:v>
                </c:pt>
                <c:pt idx="445">
                  <c:v>141.34917312120501</c:v>
                </c:pt>
                <c:pt idx="446">
                  <c:v>140.68976344986299</c:v>
                </c:pt>
                <c:pt idx="447">
                  <c:v>141.057148838182</c:v>
                </c:pt>
                <c:pt idx="448">
                  <c:v>141.475821645384</c:v>
                </c:pt>
                <c:pt idx="449">
                  <c:v>140.68767008582699</c:v>
                </c:pt>
                <c:pt idx="450">
                  <c:v>139.86707138371301</c:v>
                </c:pt>
                <c:pt idx="451">
                  <c:v>137.949549926732</c:v>
                </c:pt>
                <c:pt idx="452">
                  <c:v>138.00293070965</c:v>
                </c:pt>
                <c:pt idx="453">
                  <c:v>139.77601004814699</c:v>
                </c:pt>
                <c:pt idx="454">
                  <c:v>139.78752355034501</c:v>
                </c:pt>
                <c:pt idx="455">
                  <c:v>136.86204731002701</c:v>
                </c:pt>
                <c:pt idx="456">
                  <c:v>137.16872514130199</c:v>
                </c:pt>
                <c:pt idx="457">
                  <c:v>134.018212267113</c:v>
                </c:pt>
                <c:pt idx="458">
                  <c:v>133.69897425162199</c:v>
                </c:pt>
                <c:pt idx="459">
                  <c:v>134.32175005233401</c:v>
                </c:pt>
                <c:pt idx="460">
                  <c:v>134.20556834833499</c:v>
                </c:pt>
                <c:pt idx="461">
                  <c:v>132.75800711743699</c:v>
                </c:pt>
                <c:pt idx="462">
                  <c:v>134.25894913125299</c:v>
                </c:pt>
                <c:pt idx="463">
                  <c:v>134.26941595143299</c:v>
                </c:pt>
                <c:pt idx="464">
                  <c:v>136.550136068662</c:v>
                </c:pt>
                <c:pt idx="465">
                  <c:v>136.20996441281099</c:v>
                </c:pt>
                <c:pt idx="466">
                  <c:v>138.72723466610799</c:v>
                </c:pt>
                <c:pt idx="467">
                  <c:v>137.91500942013801</c:v>
                </c:pt>
                <c:pt idx="468">
                  <c:v>139.83881096922701</c:v>
                </c:pt>
                <c:pt idx="469">
                  <c:v>139.75402972576899</c:v>
                </c:pt>
                <c:pt idx="470">
                  <c:v>137.43353569185601</c:v>
                </c:pt>
                <c:pt idx="471">
                  <c:v>134.556206824366</c:v>
                </c:pt>
                <c:pt idx="472">
                  <c:v>134.33326355453201</c:v>
                </c:pt>
                <c:pt idx="473">
                  <c:v>130.564161607703</c:v>
                </c:pt>
                <c:pt idx="474">
                  <c:v>131.26753192380099</c:v>
                </c:pt>
                <c:pt idx="475">
                  <c:v>132.020096294745</c:v>
                </c:pt>
                <c:pt idx="476">
                  <c:v>134.96231944735101</c:v>
                </c:pt>
                <c:pt idx="477">
                  <c:v>134.35315051287401</c:v>
                </c:pt>
                <c:pt idx="478">
                  <c:v>136.24136487335099</c:v>
                </c:pt>
                <c:pt idx="479">
                  <c:v>135.40192589491301</c:v>
                </c:pt>
                <c:pt idx="480">
                  <c:v>134.17521456981299</c:v>
                </c:pt>
                <c:pt idx="481">
                  <c:v>135.72430395645799</c:v>
                </c:pt>
                <c:pt idx="482">
                  <c:v>140.510780824785</c:v>
                </c:pt>
                <c:pt idx="483">
                  <c:v>142.65543227967299</c:v>
                </c:pt>
                <c:pt idx="484">
                  <c:v>141.73330542181199</c:v>
                </c:pt>
                <c:pt idx="485">
                  <c:v>141.065522294327</c:v>
                </c:pt>
                <c:pt idx="486">
                  <c:v>141.81808666527101</c:v>
                </c:pt>
                <c:pt idx="487">
                  <c:v>142.62507850115099</c:v>
                </c:pt>
                <c:pt idx="488">
                  <c:v>143.41951015281501</c:v>
                </c:pt>
                <c:pt idx="489">
                  <c:v>144.129160561021</c:v>
                </c:pt>
                <c:pt idx="490">
                  <c:v>142.90140255390401</c:v>
                </c:pt>
                <c:pt idx="491">
                  <c:v>143.75758844462999</c:v>
                </c:pt>
                <c:pt idx="492">
                  <c:v>144.594934059032</c:v>
                </c:pt>
                <c:pt idx="493">
                  <c:v>146.12308980531699</c:v>
                </c:pt>
                <c:pt idx="494">
                  <c:v>145.94829390831001</c:v>
                </c:pt>
                <c:pt idx="495">
                  <c:v>148.63617333054199</c:v>
                </c:pt>
                <c:pt idx="496">
                  <c:v>147.65647896169099</c:v>
                </c:pt>
                <c:pt idx="497">
                  <c:v>149.14590747330899</c:v>
                </c:pt>
                <c:pt idx="498">
                  <c:v>148.83818296001601</c:v>
                </c:pt>
                <c:pt idx="499">
                  <c:v>148.72723466610799</c:v>
                </c:pt>
                <c:pt idx="500">
                  <c:v>147.021142976763</c:v>
                </c:pt>
                <c:pt idx="501">
                  <c:v>148.32321540715901</c:v>
                </c:pt>
                <c:pt idx="502">
                  <c:v>148.27506803433101</c:v>
                </c:pt>
                <c:pt idx="503">
                  <c:v>147.35503454050601</c:v>
                </c:pt>
                <c:pt idx="504">
                  <c:v>145.37471216244501</c:v>
                </c:pt>
                <c:pt idx="505">
                  <c:v>146.29683902030499</c:v>
                </c:pt>
                <c:pt idx="506">
                  <c:v>147.48168306468401</c:v>
                </c:pt>
                <c:pt idx="507">
                  <c:v>150.02093364036</c:v>
                </c:pt>
                <c:pt idx="508">
                  <c:v>148.977391668411</c:v>
                </c:pt>
                <c:pt idx="509">
                  <c:v>147.495289930919</c:v>
                </c:pt>
                <c:pt idx="510">
                  <c:v>146.94159514339501</c:v>
                </c:pt>
                <c:pt idx="511">
                  <c:v>147.38434163701001</c:v>
                </c:pt>
                <c:pt idx="512">
                  <c:v>148.31902867908701</c:v>
                </c:pt>
                <c:pt idx="513">
                  <c:v>148.12853255181</c:v>
                </c:pt>
                <c:pt idx="514">
                  <c:v>146.86728072011701</c:v>
                </c:pt>
                <c:pt idx="515">
                  <c:v>147.92966296839001</c:v>
                </c:pt>
                <c:pt idx="516">
                  <c:v>148.501151350219</c:v>
                </c:pt>
                <c:pt idx="517">
                  <c:v>148.73665480426999</c:v>
                </c:pt>
                <c:pt idx="518">
                  <c:v>148.42893029097701</c:v>
                </c:pt>
                <c:pt idx="519">
                  <c:v>150.034540506594</c:v>
                </c:pt>
                <c:pt idx="520">
                  <c:v>150.31714465145399</c:v>
                </c:pt>
                <c:pt idx="521">
                  <c:v>152.64182541343899</c:v>
                </c:pt>
                <c:pt idx="522">
                  <c:v>152.512036843207</c:v>
                </c:pt>
                <c:pt idx="523">
                  <c:v>152.570651036215</c:v>
                </c:pt>
                <c:pt idx="524">
                  <c:v>153.17772660665599</c:v>
                </c:pt>
                <c:pt idx="525">
                  <c:v>153.28344149047501</c:v>
                </c:pt>
                <c:pt idx="526">
                  <c:v>153.78375549507999</c:v>
                </c:pt>
                <c:pt idx="527">
                  <c:v>152.31526062382201</c:v>
                </c:pt>
                <c:pt idx="528">
                  <c:v>146.474774963366</c:v>
                </c:pt>
                <c:pt idx="529">
                  <c:v>146.75633242620799</c:v>
                </c:pt>
                <c:pt idx="530">
                  <c:v>146.89658781662101</c:v>
                </c:pt>
                <c:pt idx="531">
                  <c:v>150.87607284906801</c:v>
                </c:pt>
                <c:pt idx="532">
                  <c:v>152.564370944107</c:v>
                </c:pt>
                <c:pt idx="533">
                  <c:v>150.571488381829</c:v>
                </c:pt>
                <c:pt idx="534">
                  <c:v>149.91103202846901</c:v>
                </c:pt>
                <c:pt idx="535">
                  <c:v>151.73539878584799</c:v>
                </c:pt>
                <c:pt idx="536">
                  <c:v>153.35461586769901</c:v>
                </c:pt>
                <c:pt idx="537">
                  <c:v>152.30688716767801</c:v>
                </c:pt>
                <c:pt idx="538">
                  <c:v>152.38643500104601</c:v>
                </c:pt>
                <c:pt idx="539">
                  <c:v>151.30521247644899</c:v>
                </c:pt>
                <c:pt idx="540">
                  <c:v>150.86455934687001</c:v>
                </c:pt>
                <c:pt idx="541">
                  <c:v>146.69562486916399</c:v>
                </c:pt>
                <c:pt idx="542">
                  <c:v>147.585304584467</c:v>
                </c:pt>
                <c:pt idx="543">
                  <c:v>146.963575465773</c:v>
                </c:pt>
                <c:pt idx="544">
                  <c:v>146.38476030981701</c:v>
                </c:pt>
                <c:pt idx="545">
                  <c:v>142.36550136068601</c:v>
                </c:pt>
                <c:pt idx="546">
                  <c:v>145.95562068243601</c:v>
                </c:pt>
                <c:pt idx="547">
                  <c:v>147.506803433117</c:v>
                </c:pt>
                <c:pt idx="548">
                  <c:v>147.49005652082801</c:v>
                </c:pt>
                <c:pt idx="549">
                  <c:v>149.14904751936299</c:v>
                </c:pt>
                <c:pt idx="550">
                  <c:v>149.086246598283</c:v>
                </c:pt>
                <c:pt idx="551">
                  <c:v>149.072639732049</c:v>
                </c:pt>
                <c:pt idx="552">
                  <c:v>150.90223989951801</c:v>
                </c:pt>
                <c:pt idx="553">
                  <c:v>147.76010048147299</c:v>
                </c:pt>
                <c:pt idx="554">
                  <c:v>148.29704835670901</c:v>
                </c:pt>
                <c:pt idx="555">
                  <c:v>145.18735608122199</c:v>
                </c:pt>
                <c:pt idx="556">
                  <c:v>145.482520410299</c:v>
                </c:pt>
                <c:pt idx="557">
                  <c:v>146.75005233409999</c:v>
                </c:pt>
                <c:pt idx="558">
                  <c:v>145.24492359221199</c:v>
                </c:pt>
                <c:pt idx="559">
                  <c:v>145.30667783127399</c:v>
                </c:pt>
                <c:pt idx="560">
                  <c:v>140.89281976135601</c:v>
                </c:pt>
                <c:pt idx="561">
                  <c:v>141.529202428302</c:v>
                </c:pt>
                <c:pt idx="562">
                  <c:v>142.42097550764001</c:v>
                </c:pt>
                <c:pt idx="563">
                  <c:v>141.66108436256999</c:v>
                </c:pt>
                <c:pt idx="564">
                  <c:v>139.560393552438</c:v>
                </c:pt>
                <c:pt idx="565">
                  <c:v>141.09796943688499</c:v>
                </c:pt>
                <c:pt idx="566">
                  <c:v>143.020724303956</c:v>
                </c:pt>
                <c:pt idx="567">
                  <c:v>144.35733724094601</c:v>
                </c:pt>
                <c:pt idx="568">
                  <c:v>144.626334519572</c:v>
                </c:pt>
                <c:pt idx="569">
                  <c:v>147.495289930919</c:v>
                </c:pt>
                <c:pt idx="570">
                  <c:v>145.622775800711</c:v>
                </c:pt>
                <c:pt idx="571">
                  <c:v>141.89030772451301</c:v>
                </c:pt>
                <c:pt idx="572">
                  <c:v>143.05003140046</c:v>
                </c:pt>
                <c:pt idx="573">
                  <c:v>146.71237178145199</c:v>
                </c:pt>
                <c:pt idx="574">
                  <c:v>146.019468285534</c:v>
                </c:pt>
                <c:pt idx="575">
                  <c:v>144.82101737492101</c:v>
                </c:pt>
                <c:pt idx="576">
                  <c:v>142.25978647686799</c:v>
                </c:pt>
                <c:pt idx="577">
                  <c:v>145.71383713627799</c:v>
                </c:pt>
                <c:pt idx="578">
                  <c:v>152.65543227967299</c:v>
                </c:pt>
                <c:pt idx="579">
                  <c:v>153.28344149047501</c:v>
                </c:pt>
                <c:pt idx="580">
                  <c:v>152.46284278836001</c:v>
                </c:pt>
                <c:pt idx="581">
                  <c:v>156.36068662340301</c:v>
                </c:pt>
                <c:pt idx="582">
                  <c:v>157.069290349591</c:v>
                </c:pt>
                <c:pt idx="583">
                  <c:v>159.86497801967701</c:v>
                </c:pt>
                <c:pt idx="584">
                  <c:v>159.87649152187501</c:v>
                </c:pt>
                <c:pt idx="585">
                  <c:v>159.499685995394</c:v>
                </c:pt>
                <c:pt idx="586">
                  <c:v>157.81138790035499</c:v>
                </c:pt>
                <c:pt idx="587">
                  <c:v>157.89407577977801</c:v>
                </c:pt>
                <c:pt idx="588">
                  <c:v>155.73791082269199</c:v>
                </c:pt>
                <c:pt idx="589">
                  <c:v>156.85367385388301</c:v>
                </c:pt>
                <c:pt idx="590">
                  <c:v>157.62717186518699</c:v>
                </c:pt>
                <c:pt idx="591">
                  <c:v>156.450701276952</c:v>
                </c:pt>
                <c:pt idx="592">
                  <c:v>155.68034331170099</c:v>
                </c:pt>
                <c:pt idx="593">
                  <c:v>157.14255809085199</c:v>
                </c:pt>
                <c:pt idx="594">
                  <c:v>158.71362779987399</c:v>
                </c:pt>
                <c:pt idx="595">
                  <c:v>157.46912288046801</c:v>
                </c:pt>
                <c:pt idx="596">
                  <c:v>157.064056939501</c:v>
                </c:pt>
                <c:pt idx="597">
                  <c:v>153.566045635336</c:v>
                </c:pt>
                <c:pt idx="598">
                  <c:v>150.77559137534001</c:v>
                </c:pt>
                <c:pt idx="599">
                  <c:v>141.988695834205</c:v>
                </c:pt>
                <c:pt idx="600">
                  <c:v>146.68620473100199</c:v>
                </c:pt>
                <c:pt idx="601">
                  <c:v>150.89072639732001</c:v>
                </c:pt>
                <c:pt idx="602">
                  <c:v>149.41071802386401</c:v>
                </c:pt>
                <c:pt idx="603">
                  <c:v>150.15072221059199</c:v>
                </c:pt>
                <c:pt idx="604">
                  <c:v>149.66087502616699</c:v>
                </c:pt>
                <c:pt idx="605">
                  <c:v>154.64098806782499</c:v>
                </c:pt>
                <c:pt idx="606">
                  <c:v>152.91919614821001</c:v>
                </c:pt>
                <c:pt idx="607">
                  <c:v>153.33054218128501</c:v>
                </c:pt>
                <c:pt idx="608">
                  <c:v>152.023236340799</c:v>
                </c:pt>
                <c:pt idx="609">
                  <c:v>153.67908729327999</c:v>
                </c:pt>
                <c:pt idx="610">
                  <c:v>151.38057358174501</c:v>
                </c:pt>
                <c:pt idx="611">
                  <c:v>148.115972367594</c:v>
                </c:pt>
                <c:pt idx="612">
                  <c:v>147.537157211639</c:v>
                </c:pt>
                <c:pt idx="613">
                  <c:v>149.95080594515301</c:v>
                </c:pt>
                <c:pt idx="614">
                  <c:v>149.065312957923</c:v>
                </c:pt>
                <c:pt idx="615">
                  <c:v>147.80615449026499</c:v>
                </c:pt>
                <c:pt idx="616">
                  <c:v>144.76135649989499</c:v>
                </c:pt>
                <c:pt idx="617">
                  <c:v>147.35294117647001</c:v>
                </c:pt>
                <c:pt idx="618">
                  <c:v>148.72932803014399</c:v>
                </c:pt>
                <c:pt idx="619">
                  <c:v>152.015909566673</c:v>
                </c:pt>
                <c:pt idx="620">
                  <c:v>153.44777056730101</c:v>
                </c:pt>
                <c:pt idx="621">
                  <c:v>151.538622566464</c:v>
                </c:pt>
                <c:pt idx="622">
                  <c:v>150.43018630939901</c:v>
                </c:pt>
                <c:pt idx="623">
                  <c:v>147.26292652292199</c:v>
                </c:pt>
                <c:pt idx="624">
                  <c:v>146.610843625706</c:v>
                </c:pt>
                <c:pt idx="625">
                  <c:v>143.79945572534999</c:v>
                </c:pt>
                <c:pt idx="626">
                  <c:v>146.4360477287</c:v>
                </c:pt>
                <c:pt idx="627">
                  <c:v>144.60121415114</c:v>
                </c:pt>
                <c:pt idx="628">
                  <c:v>144.23487544483899</c:v>
                </c:pt>
                <c:pt idx="629">
                  <c:v>148.88528365082601</c:v>
                </c:pt>
                <c:pt idx="630">
                  <c:v>148.69164747749599</c:v>
                </c:pt>
                <c:pt idx="631">
                  <c:v>151.64433745028199</c:v>
                </c:pt>
                <c:pt idx="632">
                  <c:v>154.6221477915</c:v>
                </c:pt>
                <c:pt idx="633">
                  <c:v>153.61419300816399</c:v>
                </c:pt>
                <c:pt idx="634">
                  <c:v>152.589491312539</c:v>
                </c:pt>
                <c:pt idx="635">
                  <c:v>154.004605400879</c:v>
                </c:pt>
                <c:pt idx="636">
                  <c:v>152.990370525434</c:v>
                </c:pt>
                <c:pt idx="637">
                  <c:v>152.496336612937</c:v>
                </c:pt>
                <c:pt idx="638">
                  <c:v>151.35021980322301</c:v>
                </c:pt>
                <c:pt idx="639">
                  <c:v>153.80364245342199</c:v>
                </c:pt>
                <c:pt idx="640">
                  <c:v>153.91877747540201</c:v>
                </c:pt>
                <c:pt idx="641">
                  <c:v>154.77601004814699</c:v>
                </c:pt>
                <c:pt idx="642">
                  <c:v>153.28239480845701</c:v>
                </c:pt>
                <c:pt idx="643">
                  <c:v>155.536947875235</c:v>
                </c:pt>
                <c:pt idx="644">
                  <c:v>154.485032447142</c:v>
                </c:pt>
                <c:pt idx="645">
                  <c:v>154.81787732886701</c:v>
                </c:pt>
                <c:pt idx="646">
                  <c:v>151.997069290349</c:v>
                </c:pt>
                <c:pt idx="647">
                  <c:v>150.87711953108601</c:v>
                </c:pt>
                <c:pt idx="648">
                  <c:v>152.32468076198401</c:v>
                </c:pt>
                <c:pt idx="649">
                  <c:v>151.82646012141501</c:v>
                </c:pt>
                <c:pt idx="650">
                  <c:v>152.27339334310199</c:v>
                </c:pt>
                <c:pt idx="651">
                  <c:v>150.97236759472401</c:v>
                </c:pt>
                <c:pt idx="652">
                  <c:v>152.25036633870599</c:v>
                </c:pt>
                <c:pt idx="653">
                  <c:v>153.81410927360201</c:v>
                </c:pt>
                <c:pt idx="654">
                  <c:v>151.37429348963701</c:v>
                </c:pt>
                <c:pt idx="655">
                  <c:v>152.46702951643201</c:v>
                </c:pt>
                <c:pt idx="656">
                  <c:v>154.79380364245301</c:v>
                </c:pt>
                <c:pt idx="657">
                  <c:v>154.45049194054801</c:v>
                </c:pt>
                <c:pt idx="658">
                  <c:v>155.001046682018</c:v>
                </c:pt>
                <c:pt idx="659">
                  <c:v>156.26125183169299</c:v>
                </c:pt>
                <c:pt idx="660">
                  <c:v>156.56688298095</c:v>
                </c:pt>
                <c:pt idx="661">
                  <c:v>158.046891354406</c:v>
                </c:pt>
                <c:pt idx="662">
                  <c:v>158.100272137324</c:v>
                </c:pt>
                <c:pt idx="663">
                  <c:v>156.34707975716901</c:v>
                </c:pt>
                <c:pt idx="664">
                  <c:v>155.114088339962</c:v>
                </c:pt>
                <c:pt idx="665">
                  <c:v>156.538622566464</c:v>
                </c:pt>
                <c:pt idx="666">
                  <c:v>154.92882562277501</c:v>
                </c:pt>
                <c:pt idx="667">
                  <c:v>153.26460121415101</c:v>
                </c:pt>
                <c:pt idx="668">
                  <c:v>154.33012350847801</c:v>
                </c:pt>
                <c:pt idx="669">
                  <c:v>152.022189658781</c:v>
                </c:pt>
                <c:pt idx="670">
                  <c:v>151.72911869373999</c:v>
                </c:pt>
                <c:pt idx="671">
                  <c:v>148.61733305421799</c:v>
                </c:pt>
                <c:pt idx="672">
                  <c:v>149.76240318191299</c:v>
                </c:pt>
                <c:pt idx="673">
                  <c:v>150.523341009001</c:v>
                </c:pt>
                <c:pt idx="674">
                  <c:v>150.586141930081</c:v>
                </c:pt>
                <c:pt idx="675">
                  <c:v>152.036843207033</c:v>
                </c:pt>
                <c:pt idx="676">
                  <c:v>153.122252459702</c:v>
                </c:pt>
                <c:pt idx="677">
                  <c:v>154.83776428720901</c:v>
                </c:pt>
                <c:pt idx="678">
                  <c:v>155.20200962947399</c:v>
                </c:pt>
                <c:pt idx="679">
                  <c:v>154.16265438559699</c:v>
                </c:pt>
                <c:pt idx="680">
                  <c:v>152.84174167887701</c:v>
                </c:pt>
                <c:pt idx="681">
                  <c:v>154.054846137743</c:v>
                </c:pt>
                <c:pt idx="682">
                  <c:v>156.11890307724499</c:v>
                </c:pt>
                <c:pt idx="683">
                  <c:v>155.37261879840901</c:v>
                </c:pt>
                <c:pt idx="684">
                  <c:v>154.89323843416301</c:v>
                </c:pt>
                <c:pt idx="685">
                  <c:v>156.590956667364</c:v>
                </c:pt>
                <c:pt idx="686">
                  <c:v>156.13564998953299</c:v>
                </c:pt>
                <c:pt idx="687">
                  <c:v>156.94787523550301</c:v>
                </c:pt>
                <c:pt idx="688">
                  <c:v>156.80657316307301</c:v>
                </c:pt>
                <c:pt idx="689">
                  <c:v>157.62717186518699</c:v>
                </c:pt>
                <c:pt idx="690">
                  <c:v>157.87209545740001</c:v>
                </c:pt>
                <c:pt idx="691">
                  <c:v>157.67741260205099</c:v>
                </c:pt>
                <c:pt idx="692">
                  <c:v>158.47707766380501</c:v>
                </c:pt>
                <c:pt idx="693">
                  <c:v>158.032237806154</c:v>
                </c:pt>
                <c:pt idx="694">
                  <c:v>157.27339334310199</c:v>
                </c:pt>
                <c:pt idx="695">
                  <c:v>158.85283650826801</c:v>
                </c:pt>
                <c:pt idx="696">
                  <c:v>159.17626125183099</c:v>
                </c:pt>
                <c:pt idx="697">
                  <c:v>157.74335356918499</c:v>
                </c:pt>
                <c:pt idx="698">
                  <c:v>156.19112413648699</c:v>
                </c:pt>
                <c:pt idx="699">
                  <c:v>157.26501988695799</c:v>
                </c:pt>
                <c:pt idx="700">
                  <c:v>156.426627590538</c:v>
                </c:pt>
                <c:pt idx="701">
                  <c:v>155.87816621310401</c:v>
                </c:pt>
                <c:pt idx="702">
                  <c:v>155.117228386016</c:v>
                </c:pt>
                <c:pt idx="703">
                  <c:v>155.42285953527301</c:v>
                </c:pt>
                <c:pt idx="704">
                  <c:v>154.99999999999901</c:v>
                </c:pt>
                <c:pt idx="705">
                  <c:v>153.42369688088701</c:v>
                </c:pt>
                <c:pt idx="706">
                  <c:v>151.19426418254099</c:v>
                </c:pt>
                <c:pt idx="707">
                  <c:v>152.80510780824699</c:v>
                </c:pt>
                <c:pt idx="708">
                  <c:v>151.90914800083701</c:v>
                </c:pt>
                <c:pt idx="709">
                  <c:v>151.66945781871399</c:v>
                </c:pt>
                <c:pt idx="710">
                  <c:v>151.63491731212</c:v>
                </c:pt>
                <c:pt idx="711">
                  <c:v>150.620682436675</c:v>
                </c:pt>
                <c:pt idx="712">
                  <c:v>149.38350429139601</c:v>
                </c:pt>
                <c:pt idx="713">
                  <c:v>149.31651664224401</c:v>
                </c:pt>
                <c:pt idx="714">
                  <c:v>152.63659200334899</c:v>
                </c:pt>
                <c:pt idx="715">
                  <c:v>150.35691856813901</c:v>
                </c:pt>
                <c:pt idx="716">
                  <c:v>150.32761147163399</c:v>
                </c:pt>
                <c:pt idx="717">
                  <c:v>149.30500314004601</c:v>
                </c:pt>
                <c:pt idx="718">
                  <c:v>150.12769520619599</c:v>
                </c:pt>
                <c:pt idx="719">
                  <c:v>150.33284488172399</c:v>
                </c:pt>
                <c:pt idx="720">
                  <c:v>147.47644965459401</c:v>
                </c:pt>
                <c:pt idx="721">
                  <c:v>146.74795897006399</c:v>
                </c:pt>
                <c:pt idx="722">
                  <c:v>145.17688926104199</c:v>
                </c:pt>
                <c:pt idx="723">
                  <c:v>142.82918149466099</c:v>
                </c:pt>
                <c:pt idx="724">
                  <c:v>139.18568138999299</c:v>
                </c:pt>
                <c:pt idx="725">
                  <c:v>143.83190286790801</c:v>
                </c:pt>
                <c:pt idx="726">
                  <c:v>143.87900355871801</c:v>
                </c:pt>
                <c:pt idx="727">
                  <c:v>141.29893238434099</c:v>
                </c:pt>
                <c:pt idx="728">
                  <c:v>140.478333682227</c:v>
                </c:pt>
                <c:pt idx="729">
                  <c:v>145.35901193217501</c:v>
                </c:pt>
                <c:pt idx="730">
                  <c:v>146.21415114088299</c:v>
                </c:pt>
                <c:pt idx="731">
                  <c:v>146.09378270881299</c:v>
                </c:pt>
                <c:pt idx="732">
                  <c:v>146.33975298304301</c:v>
                </c:pt>
                <c:pt idx="733">
                  <c:v>142.86162863722001</c:v>
                </c:pt>
                <c:pt idx="734">
                  <c:v>142.81348126439099</c:v>
                </c:pt>
                <c:pt idx="735">
                  <c:v>144.39815783964801</c:v>
                </c:pt>
                <c:pt idx="736">
                  <c:v>146.39522712999701</c:v>
                </c:pt>
                <c:pt idx="737">
                  <c:v>149.612727653338</c:v>
                </c:pt>
                <c:pt idx="738">
                  <c:v>148.75654176261199</c:v>
                </c:pt>
                <c:pt idx="739">
                  <c:v>149.499685995394</c:v>
                </c:pt>
                <c:pt idx="740">
                  <c:v>149.32907682646001</c:v>
                </c:pt>
                <c:pt idx="741">
                  <c:v>149.90475193636101</c:v>
                </c:pt>
                <c:pt idx="742">
                  <c:v>149.87125811178501</c:v>
                </c:pt>
                <c:pt idx="743">
                  <c:v>147.506803433117</c:v>
                </c:pt>
                <c:pt idx="744">
                  <c:v>146.550136068662</c:v>
                </c:pt>
                <c:pt idx="745">
                  <c:v>142.974670295164</c:v>
                </c:pt>
                <c:pt idx="746">
                  <c:v>141.433954364664</c:v>
                </c:pt>
                <c:pt idx="747">
                  <c:v>144.75088967971499</c:v>
                </c:pt>
                <c:pt idx="748">
                  <c:v>145.468913544065</c:v>
                </c:pt>
                <c:pt idx="749">
                  <c:v>143.63826669457799</c:v>
                </c:pt>
                <c:pt idx="750">
                  <c:v>143.156792966296</c:v>
                </c:pt>
                <c:pt idx="751">
                  <c:v>140.529621101109</c:v>
                </c:pt>
                <c:pt idx="752">
                  <c:v>141.024701695624</c:v>
                </c:pt>
                <c:pt idx="753">
                  <c:v>138.40952480636301</c:v>
                </c:pt>
                <c:pt idx="754">
                  <c:v>140.440653129579</c:v>
                </c:pt>
                <c:pt idx="755">
                  <c:v>141.19426418254099</c:v>
                </c:pt>
                <c:pt idx="756">
                  <c:v>139.84613774335301</c:v>
                </c:pt>
                <c:pt idx="757">
                  <c:v>140.455306677831</c:v>
                </c:pt>
                <c:pt idx="758">
                  <c:v>137.63345195729499</c:v>
                </c:pt>
                <c:pt idx="759">
                  <c:v>137.66275905379899</c:v>
                </c:pt>
                <c:pt idx="760">
                  <c:v>138.68222733933399</c:v>
                </c:pt>
                <c:pt idx="761">
                  <c:v>144.079966506175</c:v>
                </c:pt>
                <c:pt idx="762">
                  <c:v>141.454888005024</c:v>
                </c:pt>
                <c:pt idx="763">
                  <c:v>140.626962528783</c:v>
                </c:pt>
                <c:pt idx="764">
                  <c:v>143.38392296420301</c:v>
                </c:pt>
                <c:pt idx="765">
                  <c:v>144.463052124764</c:v>
                </c:pt>
                <c:pt idx="766">
                  <c:v>143.518944944525</c:v>
                </c:pt>
                <c:pt idx="767">
                  <c:v>142.34770776638001</c:v>
                </c:pt>
                <c:pt idx="768">
                  <c:v>140.35273184006701</c:v>
                </c:pt>
                <c:pt idx="769">
                  <c:v>137.34038099225401</c:v>
                </c:pt>
                <c:pt idx="770">
                  <c:v>138.44881724931901</c:v>
                </c:pt>
                <c:pt idx="771">
                  <c:v>136.65480427046199</c:v>
                </c:pt>
                <c:pt idx="772">
                  <c:v>132.37806154490201</c:v>
                </c:pt>
                <c:pt idx="773">
                  <c:v>133.43730374712101</c:v>
                </c:pt>
                <c:pt idx="774">
                  <c:v>136.69353150512799</c:v>
                </c:pt>
                <c:pt idx="775">
                  <c:v>137.65857232572699</c:v>
                </c:pt>
                <c:pt idx="776">
                  <c:v>139.095666736445</c:v>
                </c:pt>
                <c:pt idx="777">
                  <c:v>139.65040820598699</c:v>
                </c:pt>
                <c:pt idx="778">
                  <c:v>138.19133347288999</c:v>
                </c:pt>
                <c:pt idx="779">
                  <c:v>134.31756332426201</c:v>
                </c:pt>
                <c:pt idx="780">
                  <c:v>141.046682018002</c:v>
                </c:pt>
                <c:pt idx="781">
                  <c:v>139.558300188402</c:v>
                </c:pt>
                <c:pt idx="782">
                  <c:v>135.89595980741001</c:v>
                </c:pt>
                <c:pt idx="783">
                  <c:v>135.635335984927</c:v>
                </c:pt>
                <c:pt idx="784">
                  <c:v>136.15239690182099</c:v>
                </c:pt>
                <c:pt idx="785">
                  <c:v>137.45760937827001</c:v>
                </c:pt>
                <c:pt idx="786">
                  <c:v>138.87586351266401</c:v>
                </c:pt>
                <c:pt idx="787">
                  <c:v>137.986183797362</c:v>
                </c:pt>
                <c:pt idx="788">
                  <c:v>138.85806991835801</c:v>
                </c:pt>
                <c:pt idx="789">
                  <c:v>139.15323424743499</c:v>
                </c:pt>
                <c:pt idx="790">
                  <c:v>141.089595980741</c:v>
                </c:pt>
                <c:pt idx="791">
                  <c:v>140.521247644965</c:v>
                </c:pt>
                <c:pt idx="792">
                  <c:v>140.558928197613</c:v>
                </c:pt>
                <c:pt idx="793">
                  <c:v>142.39062172911801</c:v>
                </c:pt>
                <c:pt idx="794">
                  <c:v>142.79882771613899</c:v>
                </c:pt>
                <c:pt idx="795">
                  <c:v>142.088130625915</c:v>
                </c:pt>
                <c:pt idx="796">
                  <c:v>141.82018002930701</c:v>
                </c:pt>
                <c:pt idx="797">
                  <c:v>142.78522084990499</c:v>
                </c:pt>
                <c:pt idx="798">
                  <c:v>143.78584885911599</c:v>
                </c:pt>
                <c:pt idx="799">
                  <c:v>142.977810341218</c:v>
                </c:pt>
                <c:pt idx="800">
                  <c:v>143.75863512664799</c:v>
                </c:pt>
                <c:pt idx="801">
                  <c:v>141.24659828344099</c:v>
                </c:pt>
                <c:pt idx="802">
                  <c:v>141.75319238015399</c:v>
                </c:pt>
                <c:pt idx="803">
                  <c:v>141.538622566464</c:v>
                </c:pt>
                <c:pt idx="804">
                  <c:v>140.34854511199401</c:v>
                </c:pt>
                <c:pt idx="805">
                  <c:v>139.473518944944</c:v>
                </c:pt>
                <c:pt idx="806">
                  <c:v>137.613564998953</c:v>
                </c:pt>
                <c:pt idx="807">
                  <c:v>139.24115553694699</c:v>
                </c:pt>
                <c:pt idx="808">
                  <c:v>138.036424534226</c:v>
                </c:pt>
                <c:pt idx="809">
                  <c:v>137.73498011304099</c:v>
                </c:pt>
                <c:pt idx="810">
                  <c:v>138.85388319028601</c:v>
                </c:pt>
                <c:pt idx="811">
                  <c:v>136.22880468913499</c:v>
                </c:pt>
                <c:pt idx="812">
                  <c:v>133.86435001046601</c:v>
                </c:pt>
                <c:pt idx="813">
                  <c:v>131.38685367385301</c:v>
                </c:pt>
                <c:pt idx="814">
                  <c:v>131.13041657944299</c:v>
                </c:pt>
                <c:pt idx="815">
                  <c:v>130.40192589491301</c:v>
                </c:pt>
                <c:pt idx="816">
                  <c:v>132.68264601214099</c:v>
                </c:pt>
                <c:pt idx="817">
                  <c:v>131.66631777265999</c:v>
                </c:pt>
                <c:pt idx="818">
                  <c:v>129.78229014025499</c:v>
                </c:pt>
                <c:pt idx="819">
                  <c:v>129.91731212057701</c:v>
                </c:pt>
                <c:pt idx="820">
                  <c:v>129.17940129788499</c:v>
                </c:pt>
                <c:pt idx="821">
                  <c:v>129.93615239690101</c:v>
                </c:pt>
                <c:pt idx="822">
                  <c:v>131.23299141720699</c:v>
                </c:pt>
                <c:pt idx="823">
                  <c:v>132.079757169771</c:v>
                </c:pt>
                <c:pt idx="824">
                  <c:v>132.37806154490201</c:v>
                </c:pt>
                <c:pt idx="825">
                  <c:v>129.099853464517</c:v>
                </c:pt>
                <c:pt idx="826">
                  <c:v>123.525225036633</c:v>
                </c:pt>
                <c:pt idx="827">
                  <c:v>125.35691856813899</c:v>
                </c:pt>
                <c:pt idx="828">
                  <c:v>122.117437722419</c:v>
                </c:pt>
                <c:pt idx="829">
                  <c:v>122.834414904751</c:v>
                </c:pt>
                <c:pt idx="830">
                  <c:v>120.42390621729101</c:v>
                </c:pt>
                <c:pt idx="831">
                  <c:v>122.546577349801</c:v>
                </c:pt>
                <c:pt idx="832">
                  <c:v>119.59598074105</c:v>
                </c:pt>
                <c:pt idx="833">
                  <c:v>117.45237596817999</c:v>
                </c:pt>
                <c:pt idx="834">
                  <c:v>116.975088967971</c:v>
                </c:pt>
                <c:pt idx="835">
                  <c:v>119.303956458028</c:v>
                </c:pt>
                <c:pt idx="836">
                  <c:v>120.649989533179</c:v>
                </c:pt>
                <c:pt idx="837">
                  <c:v>123.735608122252</c:v>
                </c:pt>
                <c:pt idx="838">
                  <c:v>120.71279045426</c:v>
                </c:pt>
                <c:pt idx="839">
                  <c:v>120.15386225664599</c:v>
                </c:pt>
                <c:pt idx="840">
                  <c:v>121.449654594934</c:v>
                </c:pt>
                <c:pt idx="841">
                  <c:v>119.93615239690099</c:v>
                </c:pt>
                <c:pt idx="842">
                  <c:v>115.811178563952</c:v>
                </c:pt>
                <c:pt idx="843">
                  <c:v>115.475193636173</c:v>
                </c:pt>
                <c:pt idx="844">
                  <c:v>120.519154280929</c:v>
                </c:pt>
                <c:pt idx="845">
                  <c:v>118.110738957504</c:v>
                </c:pt>
                <c:pt idx="846">
                  <c:v>119.069499685995</c:v>
                </c:pt>
                <c:pt idx="847">
                  <c:v>122.292233619426</c:v>
                </c:pt>
                <c:pt idx="848">
                  <c:v>122.031609796943</c:v>
                </c:pt>
                <c:pt idx="849">
                  <c:v>123.874816830646</c:v>
                </c:pt>
                <c:pt idx="850">
                  <c:v>123.47498429976901</c:v>
                </c:pt>
                <c:pt idx="851">
                  <c:v>124.744609587607</c:v>
                </c:pt>
                <c:pt idx="852">
                  <c:v>129.59598074105</c:v>
                </c:pt>
                <c:pt idx="853">
                  <c:v>131.22252459702699</c:v>
                </c:pt>
                <c:pt idx="854">
                  <c:v>130.100481473728</c:v>
                </c:pt>
                <c:pt idx="855">
                  <c:v>128.151559556206</c:v>
                </c:pt>
                <c:pt idx="856">
                  <c:v>126.5930500314</c:v>
                </c:pt>
                <c:pt idx="857">
                  <c:v>128.61105296210999</c:v>
                </c:pt>
                <c:pt idx="858">
                  <c:v>129.21498848649699</c:v>
                </c:pt>
                <c:pt idx="859">
                  <c:v>131.15449026585699</c:v>
                </c:pt>
                <c:pt idx="860">
                  <c:v>130.77873142139401</c:v>
                </c:pt>
                <c:pt idx="861">
                  <c:v>132.555997487963</c:v>
                </c:pt>
                <c:pt idx="862">
                  <c:v>132.65961900774499</c:v>
                </c:pt>
                <c:pt idx="863">
                  <c:v>130.68662340380899</c:v>
                </c:pt>
                <c:pt idx="864">
                  <c:v>132.573791082269</c:v>
                </c:pt>
                <c:pt idx="865">
                  <c:v>132.24931965668799</c:v>
                </c:pt>
                <c:pt idx="866">
                  <c:v>132.007536110529</c:v>
                </c:pt>
                <c:pt idx="867">
                  <c:v>131.41511408833901</c:v>
                </c:pt>
                <c:pt idx="868">
                  <c:v>131.37743353569101</c:v>
                </c:pt>
                <c:pt idx="869">
                  <c:v>130.38203893657101</c:v>
                </c:pt>
                <c:pt idx="870">
                  <c:v>130.72221059242199</c:v>
                </c:pt>
                <c:pt idx="871">
                  <c:v>130.77663805735801</c:v>
                </c:pt>
                <c:pt idx="872">
                  <c:v>134.497592631358</c:v>
                </c:pt>
                <c:pt idx="873">
                  <c:v>134.86393133765901</c:v>
                </c:pt>
                <c:pt idx="874">
                  <c:v>135.22712999790599</c:v>
                </c:pt>
                <c:pt idx="875">
                  <c:v>137.41155536947801</c:v>
                </c:pt>
                <c:pt idx="876">
                  <c:v>137.050450073267</c:v>
                </c:pt>
                <c:pt idx="877">
                  <c:v>134.92254553066701</c:v>
                </c:pt>
                <c:pt idx="878">
                  <c:v>135.35377852208501</c:v>
                </c:pt>
                <c:pt idx="879">
                  <c:v>133.75444839857599</c:v>
                </c:pt>
                <c:pt idx="880">
                  <c:v>132.71195310864499</c:v>
                </c:pt>
                <c:pt idx="881">
                  <c:v>130.634289302909</c:v>
                </c:pt>
                <c:pt idx="882">
                  <c:v>131.444421184844</c:v>
                </c:pt>
                <c:pt idx="883">
                  <c:v>131.95206196357501</c:v>
                </c:pt>
                <c:pt idx="884">
                  <c:v>132.62612518316899</c:v>
                </c:pt>
                <c:pt idx="885">
                  <c:v>134.34896378480201</c:v>
                </c:pt>
                <c:pt idx="886">
                  <c:v>132.931756332426</c:v>
                </c:pt>
                <c:pt idx="887">
                  <c:v>133.65710697090199</c:v>
                </c:pt>
                <c:pt idx="888">
                  <c:v>132.40108854929801</c:v>
                </c:pt>
                <c:pt idx="889">
                  <c:v>131.29474565626899</c:v>
                </c:pt>
                <c:pt idx="890">
                  <c:v>131.447561230898</c:v>
                </c:pt>
                <c:pt idx="891">
                  <c:v>129.95603935524301</c:v>
                </c:pt>
                <c:pt idx="892">
                  <c:v>127.68159933012301</c:v>
                </c:pt>
                <c:pt idx="893">
                  <c:v>127.104877538203</c:v>
                </c:pt>
                <c:pt idx="894">
                  <c:v>126.484195101528</c:v>
                </c:pt>
                <c:pt idx="895">
                  <c:v>126.91856813899901</c:v>
                </c:pt>
                <c:pt idx="896">
                  <c:v>128.02386435001</c:v>
                </c:pt>
                <c:pt idx="897">
                  <c:v>129.478752355034</c:v>
                </c:pt>
                <c:pt idx="898">
                  <c:v>128.25518107598899</c:v>
                </c:pt>
                <c:pt idx="899">
                  <c:v>127.548670713837</c:v>
                </c:pt>
                <c:pt idx="900">
                  <c:v>127.356081222524</c:v>
                </c:pt>
                <c:pt idx="901">
                  <c:v>126.76051915428</c:v>
                </c:pt>
                <c:pt idx="902">
                  <c:v>128.34414904751901</c:v>
                </c:pt>
                <c:pt idx="903">
                  <c:v>128.157839648314</c:v>
                </c:pt>
                <c:pt idx="904">
                  <c:v>129.44421184844001</c:v>
                </c:pt>
                <c:pt idx="905">
                  <c:v>129.20766171237099</c:v>
                </c:pt>
                <c:pt idx="906">
                  <c:v>127.615658362989</c:v>
                </c:pt>
                <c:pt idx="907">
                  <c:v>124.61691438141</c:v>
                </c:pt>
                <c:pt idx="908">
                  <c:v>125.474146954155</c:v>
                </c:pt>
                <c:pt idx="909">
                  <c:v>123.66757379108201</c:v>
                </c:pt>
                <c:pt idx="910">
                  <c:v>123.527318400669</c:v>
                </c:pt>
                <c:pt idx="911">
                  <c:v>126.453841323006</c:v>
                </c:pt>
                <c:pt idx="912">
                  <c:v>127.24303956458</c:v>
                </c:pt>
                <c:pt idx="913">
                  <c:v>125.858279254762</c:v>
                </c:pt>
                <c:pt idx="914">
                  <c:v>127.113250994347</c:v>
                </c:pt>
                <c:pt idx="915">
                  <c:v>126.408833996231</c:v>
                </c:pt>
                <c:pt idx="916">
                  <c:v>127.173958551392</c:v>
                </c:pt>
                <c:pt idx="917">
                  <c:v>126.73749214988401</c:v>
                </c:pt>
                <c:pt idx="918">
                  <c:v>124.66296839020301</c:v>
                </c:pt>
                <c:pt idx="919">
                  <c:v>122.63449863931299</c:v>
                </c:pt>
                <c:pt idx="920">
                  <c:v>124.60644756123</c:v>
                </c:pt>
                <c:pt idx="921">
                  <c:v>125.90851999162599</c:v>
                </c:pt>
                <c:pt idx="922">
                  <c:v>126.211011094829</c:v>
                </c:pt>
                <c:pt idx="923">
                  <c:v>126.074942432489</c:v>
                </c:pt>
                <c:pt idx="924">
                  <c:v>126.777266066568</c:v>
                </c:pt>
                <c:pt idx="925">
                  <c:v>127.26920661503</c:v>
                </c:pt>
                <c:pt idx="926">
                  <c:v>127.773707347707</c:v>
                </c:pt>
                <c:pt idx="927">
                  <c:v>127.103830856185</c:v>
                </c:pt>
                <c:pt idx="928">
                  <c:v>125.652082897215</c:v>
                </c:pt>
                <c:pt idx="929">
                  <c:v>126.062382248273</c:v>
                </c:pt>
                <c:pt idx="930">
                  <c:v>123.8779568767</c:v>
                </c:pt>
                <c:pt idx="931">
                  <c:v>123.86749005652</c:v>
                </c:pt>
                <c:pt idx="932">
                  <c:v>124.571907054636</c:v>
                </c:pt>
                <c:pt idx="933">
                  <c:v>124.690182122671</c:v>
                </c:pt>
                <c:pt idx="934">
                  <c:v>124.21289512246101</c:v>
                </c:pt>
                <c:pt idx="935">
                  <c:v>123.301235084781</c:v>
                </c:pt>
                <c:pt idx="936">
                  <c:v>123.68222733933401</c:v>
                </c:pt>
                <c:pt idx="937">
                  <c:v>121.621310445886</c:v>
                </c:pt>
                <c:pt idx="938">
                  <c:v>122.609378270881</c:v>
                </c:pt>
                <c:pt idx="939">
                  <c:v>121.12832321540699</c:v>
                </c:pt>
                <c:pt idx="940">
                  <c:v>121.970902239899</c:v>
                </c:pt>
                <c:pt idx="941">
                  <c:v>121.633870630102</c:v>
                </c:pt>
                <c:pt idx="942">
                  <c:v>124.024492359221</c:v>
                </c:pt>
                <c:pt idx="943">
                  <c:v>123.42579024492299</c:v>
                </c:pt>
                <c:pt idx="944">
                  <c:v>121.573163073058</c:v>
                </c:pt>
                <c:pt idx="945">
                  <c:v>120.221896587816</c:v>
                </c:pt>
                <c:pt idx="946">
                  <c:v>118.17353987858399</c:v>
                </c:pt>
                <c:pt idx="947">
                  <c:v>118.65060707556999</c:v>
                </c:pt>
                <c:pt idx="948">
                  <c:v>118.582792547624</c:v>
                </c:pt>
                <c:pt idx="949">
                  <c:v>118.45719070546301</c:v>
                </c:pt>
                <c:pt idx="950">
                  <c:v>115.804898471844</c:v>
                </c:pt>
                <c:pt idx="951">
                  <c:v>113.64664015072201</c:v>
                </c:pt>
                <c:pt idx="952">
                  <c:v>114.354197194892</c:v>
                </c:pt>
                <c:pt idx="953">
                  <c:v>108.72618798409</c:v>
                </c:pt>
                <c:pt idx="954">
                  <c:v>108.095038727234</c:v>
                </c:pt>
                <c:pt idx="955">
                  <c:v>106.353359849277</c:v>
                </c:pt>
                <c:pt idx="956">
                  <c:v>103.05003140046</c:v>
                </c:pt>
                <c:pt idx="957">
                  <c:v>101.088549298723</c:v>
                </c:pt>
                <c:pt idx="958">
                  <c:v>105.029307096504</c:v>
                </c:pt>
                <c:pt idx="959">
                  <c:v>105.95248063638201</c:v>
                </c:pt>
                <c:pt idx="960">
                  <c:v>105.40506594096701</c:v>
                </c:pt>
                <c:pt idx="961">
                  <c:v>106.616077035796</c:v>
                </c:pt>
                <c:pt idx="962">
                  <c:v>108.953317981997</c:v>
                </c:pt>
                <c:pt idx="963">
                  <c:v>108.703160979694</c:v>
                </c:pt>
                <c:pt idx="964">
                  <c:v>110.040820598702</c:v>
                </c:pt>
                <c:pt idx="965">
                  <c:v>112.233619426418</c:v>
                </c:pt>
                <c:pt idx="966">
                  <c:v>111.956248691647</c:v>
                </c:pt>
                <c:pt idx="967">
                  <c:v>112.13941804479801</c:v>
                </c:pt>
                <c:pt idx="968">
                  <c:v>111.203684320703</c:v>
                </c:pt>
                <c:pt idx="969">
                  <c:v>110.608122252459</c:v>
                </c:pt>
                <c:pt idx="970">
                  <c:v>113.145279464098</c:v>
                </c:pt>
                <c:pt idx="971">
                  <c:v>114.866024701695</c:v>
                </c:pt>
                <c:pt idx="972">
                  <c:v>114.261042495289</c:v>
                </c:pt>
                <c:pt idx="973">
                  <c:v>114.086162863722</c:v>
                </c:pt>
                <c:pt idx="974">
                  <c:v>114.87844881724899</c:v>
                </c:pt>
                <c:pt idx="975">
                  <c:v>112.737073477077</c:v>
                </c:pt>
                <c:pt idx="976">
                  <c:v>111.849487125811</c:v>
                </c:pt>
                <c:pt idx="977">
                  <c:v>112.359221268578</c:v>
                </c:pt>
                <c:pt idx="978">
                  <c:v>114.077873142139</c:v>
                </c:pt>
                <c:pt idx="979">
                  <c:v>113.541971948921</c:v>
                </c:pt>
                <c:pt idx="980">
                  <c:v>113.585932593678</c:v>
                </c:pt>
                <c:pt idx="981">
                  <c:v>115.14444211848399</c:v>
                </c:pt>
                <c:pt idx="982">
                  <c:v>115.617542390621</c:v>
                </c:pt>
                <c:pt idx="983">
                  <c:v>112.86372200125599</c:v>
                </c:pt>
                <c:pt idx="984">
                  <c:v>110.92631358593199</c:v>
                </c:pt>
                <c:pt idx="985">
                  <c:v>110.92526690391399</c:v>
                </c:pt>
                <c:pt idx="986">
                  <c:v>113.47079757169701</c:v>
                </c:pt>
                <c:pt idx="987">
                  <c:v>113.795268997278</c:v>
                </c:pt>
                <c:pt idx="988">
                  <c:v>115.432279673435</c:v>
                </c:pt>
                <c:pt idx="989">
                  <c:v>117.109064266275</c:v>
                </c:pt>
                <c:pt idx="990">
                  <c:v>116.788779568767</c:v>
                </c:pt>
                <c:pt idx="991">
                  <c:v>117.075570441699</c:v>
                </c:pt>
                <c:pt idx="992">
                  <c:v>117.260833158886</c:v>
                </c:pt>
                <c:pt idx="993">
                  <c:v>117.053590119321</c:v>
                </c:pt>
                <c:pt idx="994">
                  <c:v>119.22650198869501</c:v>
                </c:pt>
                <c:pt idx="995">
                  <c:v>119.44839857651201</c:v>
                </c:pt>
                <c:pt idx="996">
                  <c:v>119.556206824366</c:v>
                </c:pt>
                <c:pt idx="997">
                  <c:v>119.18044797990299</c:v>
                </c:pt>
                <c:pt idx="998">
                  <c:v>120.479380364245</c:v>
                </c:pt>
                <c:pt idx="999">
                  <c:v>119.600167469122</c:v>
                </c:pt>
                <c:pt idx="1000">
                  <c:v>119.010885492987</c:v>
                </c:pt>
                <c:pt idx="1001">
                  <c:v>120.40401925894901</c:v>
                </c:pt>
                <c:pt idx="1002">
                  <c:v>121.14507012769501</c:v>
                </c:pt>
                <c:pt idx="1003">
                  <c:v>120.316097969436</c:v>
                </c:pt>
                <c:pt idx="1004">
                  <c:v>118.120159095666</c:v>
                </c:pt>
                <c:pt idx="1005">
                  <c:v>119.342683692694</c:v>
                </c:pt>
                <c:pt idx="1006">
                  <c:v>119.264182541343</c:v>
                </c:pt>
                <c:pt idx="1007">
                  <c:v>118.264601214151</c:v>
                </c:pt>
                <c:pt idx="1008">
                  <c:v>119.824157420975</c:v>
                </c:pt>
                <c:pt idx="1009">
                  <c:v>122.498429976973</c:v>
                </c:pt>
                <c:pt idx="1010">
                  <c:v>122.15825832112201</c:v>
                </c:pt>
                <c:pt idx="1011">
                  <c:v>121.238224827297</c:v>
                </c:pt>
                <c:pt idx="1012">
                  <c:v>119.314423278208</c:v>
                </c:pt>
                <c:pt idx="1013">
                  <c:v>118.982625078501</c:v>
                </c:pt>
                <c:pt idx="1014">
                  <c:v>119.015072221059</c:v>
                </c:pt>
                <c:pt idx="1015">
                  <c:v>117.16349173121201</c:v>
                </c:pt>
                <c:pt idx="1016">
                  <c:v>117.551810759891</c:v>
                </c:pt>
                <c:pt idx="1017">
                  <c:v>118.73142139418</c:v>
                </c:pt>
                <c:pt idx="1018">
                  <c:v>119.62738120159</c:v>
                </c:pt>
                <c:pt idx="1019">
                  <c:v>120.322378061544</c:v>
                </c:pt>
                <c:pt idx="1020">
                  <c:v>119.314423278208</c:v>
                </c:pt>
                <c:pt idx="1021">
                  <c:v>119.833577559137</c:v>
                </c:pt>
                <c:pt idx="1022">
                  <c:v>119.808457190705</c:v>
                </c:pt>
                <c:pt idx="1023">
                  <c:v>120.302491103202</c:v>
                </c:pt>
                <c:pt idx="1024">
                  <c:v>121.11471634917299</c:v>
                </c:pt>
                <c:pt idx="1025">
                  <c:v>121.521875654176</c:v>
                </c:pt>
                <c:pt idx="1026">
                  <c:v>120.16746912287999</c:v>
                </c:pt>
                <c:pt idx="1027">
                  <c:v>120.857201172283</c:v>
                </c:pt>
                <c:pt idx="1028">
                  <c:v>121.96686204731</c:v>
                </c:pt>
                <c:pt idx="1029">
                  <c:v>122.724335356918</c:v>
                </c:pt>
                <c:pt idx="1030">
                  <c:v>121.92681599330101</c:v>
                </c:pt>
                <c:pt idx="1031">
                  <c:v>121.48906217291101</c:v>
                </c:pt>
                <c:pt idx="1032">
                  <c:v>120.906384760309</c:v>
                </c:pt>
                <c:pt idx="1033">
                  <c:v>121.054061126229</c:v>
                </c:pt>
                <c:pt idx="1034">
                  <c:v>119.90761984509101</c:v>
                </c:pt>
                <c:pt idx="1035">
                  <c:v>119.15484613774299</c:v>
                </c:pt>
                <c:pt idx="1036">
                  <c:v>119.96952061963501</c:v>
                </c:pt>
                <c:pt idx="1037">
                  <c:v>118.020274230688</c:v>
                </c:pt>
                <c:pt idx="1038">
                  <c:v>119.204793803642</c:v>
                </c:pt>
                <c:pt idx="1039">
                  <c:v>118.021279045426</c:v>
                </c:pt>
                <c:pt idx="1040">
                  <c:v>117.15583001884001</c:v>
                </c:pt>
                <c:pt idx="1041">
                  <c:v>118.085053380782</c:v>
                </c:pt>
                <c:pt idx="1042">
                  <c:v>118.50061754239</c:v>
                </c:pt>
                <c:pt idx="1043">
                  <c:v>118.61878794222299</c:v>
                </c:pt>
                <c:pt idx="1044">
                  <c:v>118.595802805107</c:v>
                </c:pt>
                <c:pt idx="1045">
                  <c:v>115.202281766799</c:v>
                </c:pt>
                <c:pt idx="1046">
                  <c:v>116.555505547414</c:v>
                </c:pt>
                <c:pt idx="1047">
                  <c:v>118.296483148419</c:v>
                </c:pt>
                <c:pt idx="1048">
                  <c:v>117.45816411974</c:v>
                </c:pt>
                <c:pt idx="1049">
                  <c:v>114.552689972786</c:v>
                </c:pt>
                <c:pt idx="1050">
                  <c:v>114.090234456772</c:v>
                </c:pt>
                <c:pt idx="1051">
                  <c:v>113.40861419300801</c:v>
                </c:pt>
                <c:pt idx="1052">
                  <c:v>113.059503872723</c:v>
                </c:pt>
                <c:pt idx="1053">
                  <c:v>114.739805317144</c:v>
                </c:pt>
                <c:pt idx="1054">
                  <c:v>116.38426836926899</c:v>
                </c:pt>
                <c:pt idx="1055">
                  <c:v>115.91999162654299</c:v>
                </c:pt>
                <c:pt idx="1056">
                  <c:v>117.072461796106</c:v>
                </c:pt>
                <c:pt idx="1057">
                  <c:v>116.859493405903</c:v>
                </c:pt>
                <c:pt idx="1058">
                  <c:v>115.572985137115</c:v>
                </c:pt>
                <c:pt idx="1059">
                  <c:v>113.39082059870201</c:v>
                </c:pt>
                <c:pt idx="1060">
                  <c:v>114.923895750471</c:v>
                </c:pt>
                <c:pt idx="1061">
                  <c:v>113.14077873142099</c:v>
                </c:pt>
                <c:pt idx="1062">
                  <c:v>114.071373246807</c:v>
                </c:pt>
                <c:pt idx="1063">
                  <c:v>116.122555997487</c:v>
                </c:pt>
                <c:pt idx="1064">
                  <c:v>116.11669457818699</c:v>
                </c:pt>
                <c:pt idx="1065">
                  <c:v>116.16992882562199</c:v>
                </c:pt>
                <c:pt idx="1066">
                  <c:v>115.839794850324</c:v>
                </c:pt>
                <c:pt idx="1067">
                  <c:v>118.461691438141</c:v>
                </c:pt>
                <c:pt idx="1068">
                  <c:v>120.770818505338</c:v>
                </c:pt>
                <c:pt idx="1069">
                  <c:v>119.963899937199</c:v>
                </c:pt>
                <c:pt idx="1070">
                  <c:v>121.7046682018</c:v>
                </c:pt>
                <c:pt idx="1071">
                  <c:v>121.15722210592401</c:v>
                </c:pt>
                <c:pt idx="1072">
                  <c:v>121.865836298932</c:v>
                </c:pt>
                <c:pt idx="1073">
                  <c:v>122.279547833368</c:v>
                </c:pt>
                <c:pt idx="1074">
                  <c:v>121.999340590328</c:v>
                </c:pt>
                <c:pt idx="1075">
                  <c:v>120.796315679296</c:v>
                </c:pt>
                <c:pt idx="1076">
                  <c:v>120.68652920242801</c:v>
                </c:pt>
                <c:pt idx="1077">
                  <c:v>122.059378270881</c:v>
                </c:pt>
                <c:pt idx="1078">
                  <c:v>121.996012141511</c:v>
                </c:pt>
                <c:pt idx="1079">
                  <c:v>122.491731212057</c:v>
                </c:pt>
                <c:pt idx="1080">
                  <c:v>120.561848440443</c:v>
                </c:pt>
                <c:pt idx="1081">
                  <c:v>120.743814109273</c:v>
                </c:pt>
                <c:pt idx="1082">
                  <c:v>120.231881934268</c:v>
                </c:pt>
                <c:pt idx="1083">
                  <c:v>118.47063010257401</c:v>
                </c:pt>
                <c:pt idx="1084">
                  <c:v>119.16409880678199</c:v>
                </c:pt>
                <c:pt idx="1085">
                  <c:v>119.801287418882</c:v>
                </c:pt>
                <c:pt idx="1086">
                  <c:v>120.094881724931</c:v>
                </c:pt>
                <c:pt idx="1087">
                  <c:v>120.006792966296</c:v>
                </c:pt>
                <c:pt idx="1088">
                  <c:v>118.98313795268901</c:v>
                </c:pt>
                <c:pt idx="1089">
                  <c:v>117.793866443374</c:v>
                </c:pt>
                <c:pt idx="1090">
                  <c:v>117.89182541343899</c:v>
                </c:pt>
                <c:pt idx="1091">
                  <c:v>117.514077873142</c:v>
                </c:pt>
                <c:pt idx="1092">
                  <c:v>117.781840066987</c:v>
                </c:pt>
                <c:pt idx="1093">
                  <c:v>116.998210173749</c:v>
                </c:pt>
                <c:pt idx="1094">
                  <c:v>118.323738748168</c:v>
                </c:pt>
                <c:pt idx="1095">
                  <c:v>115.52093364036</c:v>
                </c:pt>
                <c:pt idx="1096">
                  <c:v>116.287785220849</c:v>
                </c:pt>
                <c:pt idx="1097">
                  <c:v>115.40154908938599</c:v>
                </c:pt>
                <c:pt idx="1098">
                  <c:v>118.104469332216</c:v>
                </c:pt>
                <c:pt idx="1099">
                  <c:v>117.863763868536</c:v>
                </c:pt>
                <c:pt idx="1100">
                  <c:v>117.69673435210299</c:v>
                </c:pt>
                <c:pt idx="1101">
                  <c:v>117.769290349591</c:v>
                </c:pt>
                <c:pt idx="1102">
                  <c:v>115.95457400041801</c:v>
                </c:pt>
                <c:pt idx="1103">
                  <c:v>115.235356918568</c:v>
                </c:pt>
                <c:pt idx="1104">
                  <c:v>114.41694578187099</c:v>
                </c:pt>
                <c:pt idx="1105">
                  <c:v>114.24362570651</c:v>
                </c:pt>
                <c:pt idx="1106">
                  <c:v>112.65616495708601</c:v>
                </c:pt>
                <c:pt idx="1107">
                  <c:v>111.519258949131</c:v>
                </c:pt>
                <c:pt idx="1108">
                  <c:v>112.71969855557801</c:v>
                </c:pt>
                <c:pt idx="1109">
                  <c:v>113.717584257902</c:v>
                </c:pt>
                <c:pt idx="1110">
                  <c:v>113.519300816411</c:v>
                </c:pt>
                <c:pt idx="1111">
                  <c:v>112.35361105296199</c:v>
                </c:pt>
                <c:pt idx="1112">
                  <c:v>110.18063638266599</c:v>
                </c:pt>
                <c:pt idx="1113">
                  <c:v>109.847948503244</c:v>
                </c:pt>
                <c:pt idx="1114">
                  <c:v>113.96745865606</c:v>
                </c:pt>
                <c:pt idx="1115">
                  <c:v>112.309849277789</c:v>
                </c:pt>
                <c:pt idx="1116">
                  <c:v>110.42349801130401</c:v>
                </c:pt>
                <c:pt idx="1117">
                  <c:v>112.472388528365</c:v>
                </c:pt>
                <c:pt idx="1118">
                  <c:v>114.850314004605</c:v>
                </c:pt>
                <c:pt idx="1119">
                  <c:v>114.199895331798</c:v>
                </c:pt>
                <c:pt idx="1120">
                  <c:v>114.94959179401199</c:v>
                </c:pt>
                <c:pt idx="1121">
                  <c:v>115.82502616705</c:v>
                </c:pt>
                <c:pt idx="1122">
                  <c:v>114.284749842997</c:v>
                </c:pt>
                <c:pt idx="1123">
                  <c:v>113.028867490056</c:v>
                </c:pt>
                <c:pt idx="1124">
                  <c:v>113.67131044588599</c:v>
                </c:pt>
                <c:pt idx="1125">
                  <c:v>114.82965250157</c:v>
                </c:pt>
                <c:pt idx="1126">
                  <c:v>113.44166841113601</c:v>
                </c:pt>
                <c:pt idx="1127">
                  <c:v>112.470996441281</c:v>
                </c:pt>
                <c:pt idx="1128">
                  <c:v>111.750146535482</c:v>
                </c:pt>
                <c:pt idx="1129">
                  <c:v>111.43602679505901</c:v>
                </c:pt>
                <c:pt idx="1130">
                  <c:v>111.695425999581</c:v>
                </c:pt>
                <c:pt idx="1131">
                  <c:v>108.92589491312501</c:v>
                </c:pt>
                <c:pt idx="1132">
                  <c:v>108.927150931547</c:v>
                </c:pt>
                <c:pt idx="1133">
                  <c:v>109.89152187565401</c:v>
                </c:pt>
                <c:pt idx="1134">
                  <c:v>107.718955411346</c:v>
                </c:pt>
                <c:pt idx="1135">
                  <c:v>107.54945572535</c:v>
                </c:pt>
                <c:pt idx="1136">
                  <c:v>107.88524178354599</c:v>
                </c:pt>
                <c:pt idx="1137">
                  <c:v>106.091207871048</c:v>
                </c:pt>
                <c:pt idx="1138">
                  <c:v>106.788643500104</c:v>
                </c:pt>
                <c:pt idx="1139">
                  <c:v>105.66893447770499</c:v>
                </c:pt>
                <c:pt idx="1140">
                  <c:v>105.429646221477</c:v>
                </c:pt>
                <c:pt idx="1141">
                  <c:v>108.45408205987</c:v>
                </c:pt>
                <c:pt idx="1142">
                  <c:v>108.55523341009</c:v>
                </c:pt>
                <c:pt idx="1143">
                  <c:v>106.760581955202</c:v>
                </c:pt>
                <c:pt idx="1144">
                  <c:v>105.326334519572</c:v>
                </c:pt>
                <c:pt idx="1145">
                  <c:v>103.531002721373</c:v>
                </c:pt>
                <c:pt idx="1146">
                  <c:v>103.90571488381801</c:v>
                </c:pt>
                <c:pt idx="1147">
                  <c:v>102.170525434373</c:v>
                </c:pt>
                <c:pt idx="1148">
                  <c:v>101.89712162444999</c:v>
                </c:pt>
                <c:pt idx="1149">
                  <c:v>103.688221687251</c:v>
                </c:pt>
                <c:pt idx="1150">
                  <c:v>103.602086037261</c:v>
                </c:pt>
                <c:pt idx="1151">
                  <c:v>101.38666527109</c:v>
                </c:pt>
                <c:pt idx="1152">
                  <c:v>99.234393971111501</c:v>
                </c:pt>
                <c:pt idx="1153">
                  <c:v>99.852564370944094</c:v>
                </c:pt>
                <c:pt idx="1154">
                  <c:v>103.519520619635</c:v>
                </c:pt>
                <c:pt idx="1155">
                  <c:v>102.25872932803</c:v>
                </c:pt>
                <c:pt idx="1156">
                  <c:v>99.731112622985094</c:v>
                </c:pt>
                <c:pt idx="1157">
                  <c:v>96.343855976554295</c:v>
                </c:pt>
                <c:pt idx="1158">
                  <c:v>97.066652710906396</c:v>
                </c:pt>
                <c:pt idx="1159">
                  <c:v>96.440464726816003</c:v>
                </c:pt>
                <c:pt idx="1160">
                  <c:v>96.078124345823696</c:v>
                </c:pt>
                <c:pt idx="1161">
                  <c:v>94.311712371781397</c:v>
                </c:pt>
                <c:pt idx="1162">
                  <c:v>94.833530458446702</c:v>
                </c:pt>
                <c:pt idx="1163">
                  <c:v>92.271551182750599</c:v>
                </c:pt>
                <c:pt idx="1164">
                  <c:v>88.733692694159501</c:v>
                </c:pt>
                <c:pt idx="1165">
                  <c:v>85.812126857860505</c:v>
                </c:pt>
                <c:pt idx="1166">
                  <c:v>83.493468704207601</c:v>
                </c:pt>
                <c:pt idx="1167">
                  <c:v>88.279195101528103</c:v>
                </c:pt>
                <c:pt idx="1168">
                  <c:v>87.783612099644102</c:v>
                </c:pt>
                <c:pt idx="1169">
                  <c:v>89.264816830646794</c:v>
                </c:pt>
                <c:pt idx="1170">
                  <c:v>94.092439815783905</c:v>
                </c:pt>
                <c:pt idx="1171">
                  <c:v>94.492788360895901</c:v>
                </c:pt>
                <c:pt idx="1172">
                  <c:v>95.417521456981305</c:v>
                </c:pt>
                <c:pt idx="1173">
                  <c:v>92.595488800502395</c:v>
                </c:pt>
                <c:pt idx="1174">
                  <c:v>90.458928197613503</c:v>
                </c:pt>
                <c:pt idx="1175">
                  <c:v>87.356065522294301</c:v>
                </c:pt>
                <c:pt idx="1176">
                  <c:v>89.969227548670702</c:v>
                </c:pt>
                <c:pt idx="1177">
                  <c:v>91.770253297048299</c:v>
                </c:pt>
                <c:pt idx="1178">
                  <c:v>94.772838601632799</c:v>
                </c:pt>
                <c:pt idx="1179">
                  <c:v>95.1053841323006</c:v>
                </c:pt>
                <c:pt idx="1180">
                  <c:v>94.5989470378899</c:v>
                </c:pt>
                <c:pt idx="1181">
                  <c:v>92.548963784802098</c:v>
                </c:pt>
                <c:pt idx="1182">
                  <c:v>96.2554427464936</c:v>
                </c:pt>
                <c:pt idx="1183">
                  <c:v>97.367992463889394</c:v>
                </c:pt>
                <c:pt idx="1184">
                  <c:v>97.212978857023202</c:v>
                </c:pt>
                <c:pt idx="1185">
                  <c:v>99.5102051496755</c:v>
                </c:pt>
                <c:pt idx="1186">
                  <c:v>98.118676993929199</c:v>
                </c:pt>
                <c:pt idx="1187">
                  <c:v>99.368316935314994</c:v>
                </c:pt>
                <c:pt idx="1188">
                  <c:v>100.764109273602</c:v>
                </c:pt>
                <c:pt idx="1189">
                  <c:v>98.478570232363396</c:v>
                </c:pt>
                <c:pt idx="1190">
                  <c:v>99.220357965250102</c:v>
                </c:pt>
                <c:pt idx="1191">
                  <c:v>97.846382666945701</c:v>
                </c:pt>
                <c:pt idx="1192">
                  <c:v>96.072074523759596</c:v>
                </c:pt>
                <c:pt idx="1193">
                  <c:v>96.064496545949297</c:v>
                </c:pt>
                <c:pt idx="1194">
                  <c:v>95.883719907892001</c:v>
                </c:pt>
                <c:pt idx="1195">
                  <c:v>91.900596608750206</c:v>
                </c:pt>
                <c:pt idx="1196">
                  <c:v>93.511091689344696</c:v>
                </c:pt>
                <c:pt idx="1197">
                  <c:v>92.019070546367999</c:v>
                </c:pt>
                <c:pt idx="1198">
                  <c:v>93.564658781662104</c:v>
                </c:pt>
                <c:pt idx="1199">
                  <c:v>94.511105296210999</c:v>
                </c:pt>
                <c:pt idx="1200">
                  <c:v>95.203736654804203</c:v>
                </c:pt>
                <c:pt idx="1201">
                  <c:v>95.190081641197395</c:v>
                </c:pt>
                <c:pt idx="1202">
                  <c:v>92.830914800083704</c:v>
                </c:pt>
                <c:pt idx="1203">
                  <c:v>93.1344096713418</c:v>
                </c:pt>
                <c:pt idx="1204">
                  <c:v>93.269806363826604</c:v>
                </c:pt>
                <c:pt idx="1205">
                  <c:v>91.429390831065504</c:v>
                </c:pt>
                <c:pt idx="1206">
                  <c:v>91.0044274649361</c:v>
                </c:pt>
                <c:pt idx="1207">
                  <c:v>88.268903077245099</c:v>
                </c:pt>
                <c:pt idx="1208">
                  <c:v>88.485545321331301</c:v>
                </c:pt>
                <c:pt idx="1209">
                  <c:v>87.262271299979005</c:v>
                </c:pt>
                <c:pt idx="1210">
                  <c:v>85.7532970483567</c:v>
                </c:pt>
                <c:pt idx="1211">
                  <c:v>87.885406112622903</c:v>
                </c:pt>
                <c:pt idx="1212">
                  <c:v>89.485793384969597</c:v>
                </c:pt>
                <c:pt idx="1213">
                  <c:v>86.599068453003895</c:v>
                </c:pt>
                <c:pt idx="1214">
                  <c:v>85.334380364245305</c:v>
                </c:pt>
                <c:pt idx="1215">
                  <c:v>88.7494661921708</c:v>
                </c:pt>
                <c:pt idx="1216">
                  <c:v>86.655850952480606</c:v>
                </c:pt>
                <c:pt idx="1217">
                  <c:v>85.718312748586897</c:v>
                </c:pt>
                <c:pt idx="1218">
                  <c:v>83.795545321331304</c:v>
                </c:pt>
                <c:pt idx="1219">
                  <c:v>82.193395436466403</c:v>
                </c:pt>
                <c:pt idx="1220">
                  <c:v>83.582384341636995</c:v>
                </c:pt>
                <c:pt idx="1221">
                  <c:v>81.302355034540497</c:v>
                </c:pt>
                <c:pt idx="1222">
                  <c:v>84.144839857651206</c:v>
                </c:pt>
                <c:pt idx="1223">
                  <c:v>87.431340799664994</c:v>
                </c:pt>
                <c:pt idx="1224">
                  <c:v>88.071871467448105</c:v>
                </c:pt>
                <c:pt idx="1225">
                  <c:v>92.240757797781001</c:v>
                </c:pt>
                <c:pt idx="1226">
                  <c:v>90.017238852836499</c:v>
                </c:pt>
                <c:pt idx="1227">
                  <c:v>92.024226501988693</c:v>
                </c:pt>
                <c:pt idx="1228">
                  <c:v>92.567877328867496</c:v>
                </c:pt>
                <c:pt idx="1229">
                  <c:v>94.172503663387005</c:v>
                </c:pt>
                <c:pt idx="1230">
                  <c:v>93.171927988277105</c:v>
                </c:pt>
                <c:pt idx="1231">
                  <c:v>93.797257693112797</c:v>
                </c:pt>
                <c:pt idx="1232">
                  <c:v>92.369384550973393</c:v>
                </c:pt>
                <c:pt idx="1233">
                  <c:v>93.955394599120794</c:v>
                </c:pt>
                <c:pt idx="1234">
                  <c:v>93.178266694578099</c:v>
                </c:pt>
                <c:pt idx="1235">
                  <c:v>92.332629265229201</c:v>
                </c:pt>
                <c:pt idx="1236">
                  <c:v>93.229406531295794</c:v>
                </c:pt>
                <c:pt idx="1237">
                  <c:v>92.711162863721995</c:v>
                </c:pt>
                <c:pt idx="1238">
                  <c:v>94.302239899518497</c:v>
                </c:pt>
                <c:pt idx="1239">
                  <c:v>95.074937199078903</c:v>
                </c:pt>
                <c:pt idx="1240">
                  <c:v>95.812612518316897</c:v>
                </c:pt>
                <c:pt idx="1241">
                  <c:v>96.688062591584597</c:v>
                </c:pt>
                <c:pt idx="1242">
                  <c:v>94.478762821854701</c:v>
                </c:pt>
                <c:pt idx="1243">
                  <c:v>93.651067615658306</c:v>
                </c:pt>
                <c:pt idx="1244">
                  <c:v>91.708875863512603</c:v>
                </c:pt>
                <c:pt idx="1245">
                  <c:v>92.417186518735605</c:v>
                </c:pt>
                <c:pt idx="1246">
                  <c:v>92.372315260623793</c:v>
                </c:pt>
                <c:pt idx="1247">
                  <c:v>94.647864768683206</c:v>
                </c:pt>
                <c:pt idx="1248">
                  <c:v>95.230757797780996</c:v>
                </c:pt>
                <c:pt idx="1249">
                  <c:v>94.239083106552201</c:v>
                </c:pt>
                <c:pt idx="1250">
                  <c:v>93.860163282394794</c:v>
                </c:pt>
                <c:pt idx="1251">
                  <c:v>95.682018002930704</c:v>
                </c:pt>
                <c:pt idx="1252">
                  <c:v>97.735021980322301</c:v>
                </c:pt>
                <c:pt idx="1253">
                  <c:v>97.398775382038906</c:v>
                </c:pt>
                <c:pt idx="1254">
                  <c:v>97.642649152187502</c:v>
                </c:pt>
                <c:pt idx="1255">
                  <c:v>95.594572953736602</c:v>
                </c:pt>
                <c:pt idx="1256">
                  <c:v>98.269761356499899</c:v>
                </c:pt>
                <c:pt idx="1257">
                  <c:v>98.002267113250994</c:v>
                </c:pt>
                <c:pt idx="1258">
                  <c:v>97.815194682855306</c:v>
                </c:pt>
                <c:pt idx="1259">
                  <c:v>96.372748586979199</c:v>
                </c:pt>
                <c:pt idx="1260">
                  <c:v>96.040715930500298</c:v>
                </c:pt>
                <c:pt idx="1261">
                  <c:v>94.8867019049612</c:v>
                </c:pt>
                <c:pt idx="1262">
                  <c:v>95.481777266066501</c:v>
                </c:pt>
                <c:pt idx="1263">
                  <c:v>93.364387691019402</c:v>
                </c:pt>
                <c:pt idx="1264">
                  <c:v>94.667610424952898</c:v>
                </c:pt>
                <c:pt idx="1265">
                  <c:v>94.720142348754393</c:v>
                </c:pt>
                <c:pt idx="1266">
                  <c:v>94.368128532551793</c:v>
                </c:pt>
                <c:pt idx="1267">
                  <c:v>93.100097341427599</c:v>
                </c:pt>
                <c:pt idx="1268">
                  <c:v>95.290239690182105</c:v>
                </c:pt>
                <c:pt idx="1269">
                  <c:v>94.514638894703694</c:v>
                </c:pt>
                <c:pt idx="1270">
                  <c:v>93.271875654176199</c:v>
                </c:pt>
                <c:pt idx="1271">
                  <c:v>92.553343102365503</c:v>
                </c:pt>
                <c:pt idx="1272">
                  <c:v>93.756171237178094</c:v>
                </c:pt>
                <c:pt idx="1273">
                  <c:v>93.927010676156499</c:v>
                </c:pt>
                <c:pt idx="1274">
                  <c:v>93.413118065731595</c:v>
                </c:pt>
                <c:pt idx="1275">
                  <c:v>93.119164747749593</c:v>
                </c:pt>
                <c:pt idx="1276">
                  <c:v>91.626047728700001</c:v>
                </c:pt>
                <c:pt idx="1277">
                  <c:v>92.044395017793605</c:v>
                </c:pt>
                <c:pt idx="1278">
                  <c:v>92.089083106552195</c:v>
                </c:pt>
                <c:pt idx="1279">
                  <c:v>95.146211011094806</c:v>
                </c:pt>
                <c:pt idx="1280">
                  <c:v>95.100450073267695</c:v>
                </c:pt>
                <c:pt idx="1281">
                  <c:v>97.237617751727001</c:v>
                </c:pt>
                <c:pt idx="1282">
                  <c:v>96.6018568138999</c:v>
                </c:pt>
                <c:pt idx="1283">
                  <c:v>95.241103202846901</c:v>
                </c:pt>
                <c:pt idx="1284">
                  <c:v>97.087816621310395</c:v>
                </c:pt>
                <c:pt idx="1285">
                  <c:v>97.086916474774895</c:v>
                </c:pt>
                <c:pt idx="1286">
                  <c:v>96.949979066359603</c:v>
                </c:pt>
                <c:pt idx="1287">
                  <c:v>97.515046054008806</c:v>
                </c:pt>
                <c:pt idx="1288">
                  <c:v>96.108153652920194</c:v>
                </c:pt>
                <c:pt idx="1289">
                  <c:v>95.729311283232093</c:v>
                </c:pt>
                <c:pt idx="1290">
                  <c:v>94.388172493196507</c:v>
                </c:pt>
                <c:pt idx="1291">
                  <c:v>92.905844672388497</c:v>
                </c:pt>
                <c:pt idx="1292">
                  <c:v>91.936696671551104</c:v>
                </c:pt>
                <c:pt idx="1293">
                  <c:v>92.876167050449993</c:v>
                </c:pt>
                <c:pt idx="1294">
                  <c:v>90.161398367176005</c:v>
                </c:pt>
                <c:pt idx="1295">
                  <c:v>88.703788988905103</c:v>
                </c:pt>
                <c:pt idx="1296">
                  <c:v>89.8622189658781</c:v>
                </c:pt>
                <c:pt idx="1297">
                  <c:v>90.470928406949895</c:v>
                </c:pt>
                <c:pt idx="1298">
                  <c:v>88.404312329914106</c:v>
                </c:pt>
                <c:pt idx="1299">
                  <c:v>89.564569813690596</c:v>
                </c:pt>
                <c:pt idx="1300">
                  <c:v>90.048288674900505</c:v>
                </c:pt>
                <c:pt idx="1301">
                  <c:v>88.779710069081005</c:v>
                </c:pt>
                <c:pt idx="1302">
                  <c:v>88.297115344358303</c:v>
                </c:pt>
                <c:pt idx="1303">
                  <c:v>87.727370734770702</c:v>
                </c:pt>
                <c:pt idx="1304">
                  <c:v>86.842348754448395</c:v>
                </c:pt>
                <c:pt idx="1305">
                  <c:v>87.4993091898681</c:v>
                </c:pt>
                <c:pt idx="1306">
                  <c:v>86.790715930500298</c:v>
                </c:pt>
                <c:pt idx="1307">
                  <c:v>85.689313376596104</c:v>
                </c:pt>
                <c:pt idx="1308">
                  <c:v>85.553082478543004</c:v>
                </c:pt>
                <c:pt idx="1309">
                  <c:v>87.385957714046398</c:v>
                </c:pt>
                <c:pt idx="1310">
                  <c:v>89.090579861837895</c:v>
                </c:pt>
                <c:pt idx="1311">
                  <c:v>88.458436257065102</c:v>
                </c:pt>
                <c:pt idx="1312">
                  <c:v>87.6178197613565</c:v>
                </c:pt>
                <c:pt idx="1313">
                  <c:v>88.776516642244005</c:v>
                </c:pt>
                <c:pt idx="1314">
                  <c:v>87.145101528155706</c:v>
                </c:pt>
                <c:pt idx="1315">
                  <c:v>87.772105924220199</c:v>
                </c:pt>
                <c:pt idx="1316">
                  <c:v>86.618603726187899</c:v>
                </c:pt>
                <c:pt idx="1317">
                  <c:v>87.636089595980707</c:v>
                </c:pt>
                <c:pt idx="1318">
                  <c:v>88.041678877956798</c:v>
                </c:pt>
                <c:pt idx="1319">
                  <c:v>87.378099225455301</c:v>
                </c:pt>
                <c:pt idx="1320">
                  <c:v>86.035977601004802</c:v>
                </c:pt>
                <c:pt idx="1321">
                  <c:v>86.859070546368002</c:v>
                </c:pt>
                <c:pt idx="1322">
                  <c:v>86.047749633661297</c:v>
                </c:pt>
                <c:pt idx="1323">
                  <c:v>86.758063638266606</c:v>
                </c:pt>
                <c:pt idx="1324">
                  <c:v>84.517452375968105</c:v>
                </c:pt>
                <c:pt idx="1325">
                  <c:v>83.810477287000197</c:v>
                </c:pt>
                <c:pt idx="1326">
                  <c:v>84.172618798409005</c:v>
                </c:pt>
                <c:pt idx="1327">
                  <c:v>87.073083525225002</c:v>
                </c:pt>
                <c:pt idx="1328">
                  <c:v>87.217066150303495</c:v>
                </c:pt>
                <c:pt idx="1329">
                  <c:v>90.306667364454597</c:v>
                </c:pt>
                <c:pt idx="1330">
                  <c:v>90.689616914381403</c:v>
                </c:pt>
                <c:pt idx="1331">
                  <c:v>91.482394808457101</c:v>
                </c:pt>
                <c:pt idx="1332">
                  <c:v>91.654678668620406</c:v>
                </c:pt>
                <c:pt idx="1333">
                  <c:v>93.7609692275486</c:v>
                </c:pt>
                <c:pt idx="1334">
                  <c:v>90.457839648314803</c:v>
                </c:pt>
                <c:pt idx="1335">
                  <c:v>91.557602051496701</c:v>
                </c:pt>
                <c:pt idx="1336">
                  <c:v>91.056185890726397</c:v>
                </c:pt>
                <c:pt idx="1337">
                  <c:v>90.905966087502605</c:v>
                </c:pt>
                <c:pt idx="1338">
                  <c:v>90.380851999162601</c:v>
                </c:pt>
                <c:pt idx="1339">
                  <c:v>88.777402135231299</c:v>
                </c:pt>
                <c:pt idx="1340">
                  <c:v>89.855212476449594</c:v>
                </c:pt>
                <c:pt idx="1341">
                  <c:v>92.202051496755203</c:v>
                </c:pt>
                <c:pt idx="1342">
                  <c:v>91.736026795059601</c:v>
                </c:pt>
                <c:pt idx="1343">
                  <c:v>91.987910822692001</c:v>
                </c:pt>
                <c:pt idx="1344">
                  <c:v>92.100868746074894</c:v>
                </c:pt>
                <c:pt idx="1345">
                  <c:v>91.929202428302204</c:v>
                </c:pt>
                <c:pt idx="1346">
                  <c:v>90.641506175423899</c:v>
                </c:pt>
                <c:pt idx="1347">
                  <c:v>91.226219384550902</c:v>
                </c:pt>
                <c:pt idx="1348">
                  <c:v>90.883577559137507</c:v>
                </c:pt>
                <c:pt idx="1349">
                  <c:v>92.655924220221806</c:v>
                </c:pt>
                <c:pt idx="1350">
                  <c:v>93.239083106552201</c:v>
                </c:pt>
                <c:pt idx="1351">
                  <c:v>92.098869583420495</c:v>
                </c:pt>
                <c:pt idx="1352">
                  <c:v>93.529631567929599</c:v>
                </c:pt>
                <c:pt idx="1353">
                  <c:v>93.364590747330894</c:v>
                </c:pt>
                <c:pt idx="1354">
                  <c:v>95.391644337450202</c:v>
                </c:pt>
                <c:pt idx="1355">
                  <c:v>96.191741678877904</c:v>
                </c:pt>
                <c:pt idx="1356">
                  <c:v>95.397840694996802</c:v>
                </c:pt>
                <c:pt idx="1357">
                  <c:v>94.077255599748796</c:v>
                </c:pt>
                <c:pt idx="1358">
                  <c:v>95.754212895122393</c:v>
                </c:pt>
                <c:pt idx="1359">
                  <c:v>96.069112413648696</c:v>
                </c:pt>
                <c:pt idx="1360">
                  <c:v>95.971948921917502</c:v>
                </c:pt>
                <c:pt idx="1361">
                  <c:v>95.907267113250995</c:v>
                </c:pt>
                <c:pt idx="1362">
                  <c:v>97.349319656688294</c:v>
                </c:pt>
                <c:pt idx="1363">
                  <c:v>96.980133975298301</c:v>
                </c:pt>
                <c:pt idx="1364">
                  <c:v>97.800491940548397</c:v>
                </c:pt>
                <c:pt idx="1365">
                  <c:v>97.301429767636506</c:v>
                </c:pt>
                <c:pt idx="1366">
                  <c:v>96.323361942641796</c:v>
                </c:pt>
                <c:pt idx="1367">
                  <c:v>97.697990370525403</c:v>
                </c:pt>
                <c:pt idx="1368">
                  <c:v>98.9234739376177</c:v>
                </c:pt>
                <c:pt idx="1369">
                  <c:v>98.629034959179293</c:v>
                </c:pt>
                <c:pt idx="1370">
                  <c:v>98.313146326146096</c:v>
                </c:pt>
                <c:pt idx="1371">
                  <c:v>99.085727444002501</c:v>
                </c:pt>
                <c:pt idx="1372">
                  <c:v>98.838054218128505</c:v>
                </c:pt>
                <c:pt idx="1373">
                  <c:v>96.375622775800707</c:v>
                </c:pt>
                <c:pt idx="1374">
                  <c:v>96.266042495289895</c:v>
                </c:pt>
                <c:pt idx="1375">
                  <c:v>96.652651245551596</c:v>
                </c:pt>
                <c:pt idx="1376">
                  <c:v>97.537297467029504</c:v>
                </c:pt>
                <c:pt idx="1377">
                  <c:v>97.678836089595904</c:v>
                </c:pt>
                <c:pt idx="1378">
                  <c:v>99.589980113041605</c:v>
                </c:pt>
                <c:pt idx="1379">
                  <c:v>99.771577349801106</c:v>
                </c:pt>
                <c:pt idx="1380">
                  <c:v>99.397006489428506</c:v>
                </c:pt>
                <c:pt idx="1381">
                  <c:v>100.856897634498</c:v>
                </c:pt>
                <c:pt idx="1382">
                  <c:v>101.214036005861</c:v>
                </c:pt>
                <c:pt idx="1383">
                  <c:v>101.691316725978</c:v>
                </c:pt>
                <c:pt idx="1384">
                  <c:v>103.227852208499</c:v>
                </c:pt>
                <c:pt idx="1385">
                  <c:v>103.63629893238399</c:v>
                </c:pt>
                <c:pt idx="1386">
                  <c:v>103.38723047937999</c:v>
                </c:pt>
                <c:pt idx="1387">
                  <c:v>102.14885911659999</c:v>
                </c:pt>
                <c:pt idx="1388">
                  <c:v>103.081478961691</c:v>
                </c:pt>
                <c:pt idx="1389">
                  <c:v>104.40472053590101</c:v>
                </c:pt>
                <c:pt idx="1390">
                  <c:v>104.512685786058</c:v>
                </c:pt>
                <c:pt idx="1391">
                  <c:v>103.475968180866</c:v>
                </c:pt>
                <c:pt idx="1392">
                  <c:v>105.792558090852</c:v>
                </c:pt>
                <c:pt idx="1393">
                  <c:v>105.88895750471001</c:v>
                </c:pt>
                <c:pt idx="1394">
                  <c:v>105.72440862465901</c:v>
                </c:pt>
                <c:pt idx="1395">
                  <c:v>104.11339752983</c:v>
                </c:pt>
                <c:pt idx="1396">
                  <c:v>104.217270253297</c:v>
                </c:pt>
                <c:pt idx="1397">
                  <c:v>102.746996022608</c:v>
                </c:pt>
                <c:pt idx="1398">
                  <c:v>102.93627799874299</c:v>
                </c:pt>
                <c:pt idx="1399">
                  <c:v>102.08462110110899</c:v>
                </c:pt>
                <c:pt idx="1400">
                  <c:v>103.18405903286499</c:v>
                </c:pt>
                <c:pt idx="1401">
                  <c:v>102.179303956458</c:v>
                </c:pt>
                <c:pt idx="1402">
                  <c:v>101.999256855767</c:v>
                </c:pt>
                <c:pt idx="1403">
                  <c:v>102.81743248900899</c:v>
                </c:pt>
                <c:pt idx="1404">
                  <c:v>104.014229642034</c:v>
                </c:pt>
                <c:pt idx="1405">
                  <c:v>103.17144651454799</c:v>
                </c:pt>
                <c:pt idx="1406">
                  <c:v>105.130741050868</c:v>
                </c:pt>
                <c:pt idx="1407">
                  <c:v>105.4883818296</c:v>
                </c:pt>
                <c:pt idx="1408">
                  <c:v>104.899188821436</c:v>
                </c:pt>
                <c:pt idx="1409">
                  <c:v>103.485367385388</c:v>
                </c:pt>
                <c:pt idx="1410">
                  <c:v>104.47304165794399</c:v>
                </c:pt>
                <c:pt idx="1411">
                  <c:v>105.072524597027</c:v>
                </c:pt>
                <c:pt idx="1412">
                  <c:v>104.71218337868901</c:v>
                </c:pt>
                <c:pt idx="1413">
                  <c:v>104.040621729118</c:v>
                </c:pt>
                <c:pt idx="1414">
                  <c:v>102.75585409252599</c:v>
                </c:pt>
                <c:pt idx="1415">
                  <c:v>103.968547205359</c:v>
                </c:pt>
                <c:pt idx="1416">
                  <c:v>102.44957086037201</c:v>
                </c:pt>
                <c:pt idx="1417">
                  <c:v>103.423714674481</c:v>
                </c:pt>
                <c:pt idx="1418">
                  <c:v>103.476151350219</c:v>
                </c:pt>
                <c:pt idx="1419">
                  <c:v>102.742212685786</c:v>
                </c:pt>
                <c:pt idx="1420">
                  <c:v>104.530064894285</c:v>
                </c:pt>
                <c:pt idx="1421">
                  <c:v>104.30415009420101</c:v>
                </c:pt>
                <c:pt idx="1422">
                  <c:v>103.5458614193</c:v>
                </c:pt>
                <c:pt idx="1423">
                  <c:v>103.358415323424</c:v>
                </c:pt>
                <c:pt idx="1424">
                  <c:v>103.65385178982601</c:v>
                </c:pt>
                <c:pt idx="1425">
                  <c:v>102.590799665061</c:v>
                </c:pt>
                <c:pt idx="1426">
                  <c:v>102.869485032447</c:v>
                </c:pt>
                <c:pt idx="1427">
                  <c:v>101.053160979694</c:v>
                </c:pt>
                <c:pt idx="1428">
                  <c:v>101.222807201172</c:v>
                </c:pt>
                <c:pt idx="1429">
                  <c:v>101.95935733723999</c:v>
                </c:pt>
                <c:pt idx="1430">
                  <c:v>102.322179191961</c:v>
                </c:pt>
                <c:pt idx="1431">
                  <c:v>102.636952061963</c:v>
                </c:pt>
                <c:pt idx="1432">
                  <c:v>103.65810131881901</c:v>
                </c:pt>
                <c:pt idx="1433">
                  <c:v>102.997006489428</c:v>
                </c:pt>
                <c:pt idx="1434">
                  <c:v>103.674876491521</c:v>
                </c:pt>
                <c:pt idx="1435">
                  <c:v>103.69184634707899</c:v>
                </c:pt>
                <c:pt idx="1436">
                  <c:v>104.641375340171</c:v>
                </c:pt>
                <c:pt idx="1437">
                  <c:v>104.91445049194</c:v>
                </c:pt>
                <c:pt idx="1438">
                  <c:v>104.69998953317899</c:v>
                </c:pt>
                <c:pt idx="1439">
                  <c:v>105.01094201381601</c:v>
                </c:pt>
                <c:pt idx="1440">
                  <c:v>103.941350219803</c:v>
                </c:pt>
                <c:pt idx="1441">
                  <c:v>104.00936152396901</c:v>
                </c:pt>
                <c:pt idx="1442">
                  <c:v>104.326030981787</c:v>
                </c:pt>
                <c:pt idx="1443">
                  <c:v>104.332091270671</c:v>
                </c:pt>
                <c:pt idx="1444">
                  <c:v>104.965213523131</c:v>
                </c:pt>
                <c:pt idx="1445">
                  <c:v>105.506813899937</c:v>
                </c:pt>
                <c:pt idx="1446">
                  <c:v>106.969566673644</c:v>
                </c:pt>
                <c:pt idx="1447">
                  <c:v>107.41783546158599</c:v>
                </c:pt>
                <c:pt idx="1448">
                  <c:v>107.595855139208</c:v>
                </c:pt>
                <c:pt idx="1449">
                  <c:v>106.90686623403801</c:v>
                </c:pt>
                <c:pt idx="1450">
                  <c:v>107.97964203474901</c:v>
                </c:pt>
                <c:pt idx="1451">
                  <c:v>107.09284488172401</c:v>
                </c:pt>
                <c:pt idx="1452">
                  <c:v>105.81078710487699</c:v>
                </c:pt>
                <c:pt idx="1453">
                  <c:v>106.386857860581</c:v>
                </c:pt>
                <c:pt idx="1454">
                  <c:v>106.61849487125799</c:v>
                </c:pt>
                <c:pt idx="1455">
                  <c:v>106.218082478543</c:v>
                </c:pt>
                <c:pt idx="1456">
                  <c:v>107.73691647477401</c:v>
                </c:pt>
                <c:pt idx="1457">
                  <c:v>107.38683274021299</c:v>
                </c:pt>
                <c:pt idx="1458">
                  <c:v>108.811147163491</c:v>
                </c:pt>
                <c:pt idx="1459">
                  <c:v>108.46811806573101</c:v>
                </c:pt>
                <c:pt idx="1460">
                  <c:v>107.056583629893</c:v>
                </c:pt>
                <c:pt idx="1461">
                  <c:v>107.707169771823</c:v>
                </c:pt>
                <c:pt idx="1462">
                  <c:v>105.64990579861799</c:v>
                </c:pt>
                <c:pt idx="1463">
                  <c:v>105.01007326774101</c:v>
                </c:pt>
                <c:pt idx="1464">
                  <c:v>104.338762821854</c:v>
                </c:pt>
                <c:pt idx="1465">
                  <c:v>105.35738957504699</c:v>
                </c:pt>
                <c:pt idx="1466">
                  <c:v>104.24590014653501</c:v>
                </c:pt>
                <c:pt idx="1467">
                  <c:v>106.574785430186</c:v>
                </c:pt>
                <c:pt idx="1468">
                  <c:v>106.786916474774</c:v>
                </c:pt>
                <c:pt idx="1469">
                  <c:v>107.792338287628</c:v>
                </c:pt>
                <c:pt idx="1470">
                  <c:v>108.263763868536</c:v>
                </c:pt>
                <c:pt idx="1471">
                  <c:v>108.776648524178</c:v>
                </c:pt>
                <c:pt idx="1472">
                  <c:v>108.20342265019799</c:v>
                </c:pt>
                <c:pt idx="1473">
                  <c:v>108.72226292652201</c:v>
                </c:pt>
                <c:pt idx="1474">
                  <c:v>108.65189449445199</c:v>
                </c:pt>
                <c:pt idx="1475">
                  <c:v>109.41507222105901</c:v>
                </c:pt>
                <c:pt idx="1476">
                  <c:v>109.847603098178</c:v>
                </c:pt>
                <c:pt idx="1477">
                  <c:v>109.562361314632</c:v>
                </c:pt>
                <c:pt idx="1478">
                  <c:v>109.90907473309601</c:v>
                </c:pt>
                <c:pt idx="1479">
                  <c:v>108.784048566045</c:v>
                </c:pt>
                <c:pt idx="1480">
                  <c:v>109.344975926313</c:v>
                </c:pt>
                <c:pt idx="1481">
                  <c:v>109.485702323634</c:v>
                </c:pt>
                <c:pt idx="1482">
                  <c:v>107.845572535063</c:v>
                </c:pt>
                <c:pt idx="1483">
                  <c:v>108.2023341009</c:v>
                </c:pt>
                <c:pt idx="1484">
                  <c:v>107.693678040611</c:v>
                </c:pt>
                <c:pt idx="1485">
                  <c:v>107.926512455516</c:v>
                </c:pt>
                <c:pt idx="1486">
                  <c:v>109.565250157002</c:v>
                </c:pt>
                <c:pt idx="1487">
                  <c:v>109.70360058614099</c:v>
                </c:pt>
                <c:pt idx="1488">
                  <c:v>109.581703998325</c:v>
                </c:pt>
                <c:pt idx="1489">
                  <c:v>109.97638685367301</c:v>
                </c:pt>
                <c:pt idx="1490">
                  <c:v>110.845258530458</c:v>
                </c:pt>
                <c:pt idx="1491">
                  <c:v>110.241532342474</c:v>
                </c:pt>
                <c:pt idx="1492">
                  <c:v>110.091438141092</c:v>
                </c:pt>
                <c:pt idx="1493">
                  <c:v>110.74458865396601</c:v>
                </c:pt>
                <c:pt idx="1494">
                  <c:v>110.237167678459</c:v>
                </c:pt>
                <c:pt idx="1495">
                  <c:v>109.599330123508</c:v>
                </c:pt>
                <c:pt idx="1496">
                  <c:v>109.54244295583</c:v>
                </c:pt>
                <c:pt idx="1497">
                  <c:v>110.79772870002</c:v>
                </c:pt>
                <c:pt idx="1498">
                  <c:v>110.781630730584</c:v>
                </c:pt>
                <c:pt idx="1499">
                  <c:v>109.93801549089299</c:v>
                </c:pt>
                <c:pt idx="1500">
                  <c:v>109.235178982625</c:v>
                </c:pt>
                <c:pt idx="1501">
                  <c:v>108.242599958132</c:v>
                </c:pt>
                <c:pt idx="1502">
                  <c:v>109.11023655013599</c:v>
                </c:pt>
                <c:pt idx="1503">
                  <c:v>108.19033912497299</c:v>
                </c:pt>
                <c:pt idx="1504">
                  <c:v>108.361241364873</c:v>
                </c:pt>
                <c:pt idx="1505">
                  <c:v>110.119049612727</c:v>
                </c:pt>
                <c:pt idx="1506">
                  <c:v>110.308687460749</c:v>
                </c:pt>
                <c:pt idx="1507">
                  <c:v>110.786037261879</c:v>
                </c:pt>
                <c:pt idx="1508">
                  <c:v>110.760362151978</c:v>
                </c:pt>
                <c:pt idx="1509">
                  <c:v>112.008038517898</c:v>
                </c:pt>
                <c:pt idx="1510">
                  <c:v>111.64089386644299</c:v>
                </c:pt>
                <c:pt idx="1511">
                  <c:v>111.44293489637801</c:v>
                </c:pt>
                <c:pt idx="1512">
                  <c:v>111.96551182750601</c:v>
                </c:pt>
                <c:pt idx="1513">
                  <c:v>111.10564161607699</c:v>
                </c:pt>
                <c:pt idx="1514">
                  <c:v>111.921509315469</c:v>
                </c:pt>
                <c:pt idx="1515">
                  <c:v>110.96732258739701</c:v>
                </c:pt>
                <c:pt idx="1516">
                  <c:v>110.848681180657</c:v>
                </c:pt>
                <c:pt idx="1517">
                  <c:v>112.1221477915</c:v>
                </c:pt>
                <c:pt idx="1518">
                  <c:v>112.42787314213901</c:v>
                </c:pt>
                <c:pt idx="1519">
                  <c:v>111.789501779359</c:v>
                </c:pt>
                <c:pt idx="1520">
                  <c:v>112.532101737492</c:v>
                </c:pt>
                <c:pt idx="1521">
                  <c:v>112.673372409462</c:v>
                </c:pt>
                <c:pt idx="1522">
                  <c:v>114.002009629474</c:v>
                </c:pt>
                <c:pt idx="1523">
                  <c:v>113.94863931337601</c:v>
                </c:pt>
                <c:pt idx="1524">
                  <c:v>114.396043541971</c:v>
                </c:pt>
                <c:pt idx="1525">
                  <c:v>114.718327402135</c:v>
                </c:pt>
                <c:pt idx="1526">
                  <c:v>114.511450701276</c:v>
                </c:pt>
                <c:pt idx="1527">
                  <c:v>114.70467866862001</c:v>
                </c:pt>
                <c:pt idx="1528">
                  <c:v>116.12682646012099</c:v>
                </c:pt>
                <c:pt idx="1529">
                  <c:v>116.14403391249699</c:v>
                </c:pt>
                <c:pt idx="1530">
                  <c:v>116.38222733933399</c:v>
                </c:pt>
                <c:pt idx="1531">
                  <c:v>116.023089805317</c:v>
                </c:pt>
                <c:pt idx="1532">
                  <c:v>117.46040401925799</c:v>
                </c:pt>
                <c:pt idx="1533">
                  <c:v>117.61296839020299</c:v>
                </c:pt>
                <c:pt idx="1534">
                  <c:v>117.890977601004</c:v>
                </c:pt>
                <c:pt idx="1535">
                  <c:v>118.47559137534</c:v>
                </c:pt>
                <c:pt idx="1536">
                  <c:v>117.42256646430801</c:v>
                </c:pt>
                <c:pt idx="1537">
                  <c:v>117.985534854511</c:v>
                </c:pt>
                <c:pt idx="1538">
                  <c:v>117.356321959388</c:v>
                </c:pt>
                <c:pt idx="1539">
                  <c:v>118.329914172074</c:v>
                </c:pt>
                <c:pt idx="1540">
                  <c:v>118.489229642034</c:v>
                </c:pt>
                <c:pt idx="1541">
                  <c:v>119.303474984299</c:v>
                </c:pt>
                <c:pt idx="1542">
                  <c:v>119.19281976135601</c:v>
                </c:pt>
                <c:pt idx="1543">
                  <c:v>120.11901821226699</c:v>
                </c:pt>
                <c:pt idx="1544">
                  <c:v>119.734498639313</c:v>
                </c:pt>
                <c:pt idx="1545">
                  <c:v>119.484247435629</c:v>
                </c:pt>
                <c:pt idx="1546">
                  <c:v>120.93068871676699</c:v>
                </c:pt>
                <c:pt idx="1547">
                  <c:v>119.745300397739</c:v>
                </c:pt>
                <c:pt idx="1548">
                  <c:v>118.11581536529199</c:v>
                </c:pt>
                <c:pt idx="1549">
                  <c:v>118.70574628427801</c:v>
                </c:pt>
                <c:pt idx="1550">
                  <c:v>118.39305003139999</c:v>
                </c:pt>
                <c:pt idx="1551">
                  <c:v>118.825936780406</c:v>
                </c:pt>
                <c:pt idx="1552">
                  <c:v>118.906677831274</c:v>
                </c:pt>
                <c:pt idx="1553">
                  <c:v>117.91131463261399</c:v>
                </c:pt>
                <c:pt idx="1554">
                  <c:v>118.12745446933199</c:v>
                </c:pt>
                <c:pt idx="1555">
                  <c:v>119.61012141511399</c:v>
                </c:pt>
                <c:pt idx="1556">
                  <c:v>119.301559556206</c:v>
                </c:pt>
                <c:pt idx="1557">
                  <c:v>119.90169562486901</c:v>
                </c:pt>
                <c:pt idx="1558">
                  <c:v>121.18070965040801</c:v>
                </c:pt>
                <c:pt idx="1559">
                  <c:v>120.588884236968</c:v>
                </c:pt>
                <c:pt idx="1560">
                  <c:v>119.92984090433301</c:v>
                </c:pt>
                <c:pt idx="1561">
                  <c:v>121.099717395855</c:v>
                </c:pt>
                <c:pt idx="1562">
                  <c:v>120.559189868118</c:v>
                </c:pt>
                <c:pt idx="1563">
                  <c:v>120.060581955202</c:v>
                </c:pt>
                <c:pt idx="1564">
                  <c:v>119.75176889261</c:v>
                </c:pt>
                <c:pt idx="1565">
                  <c:v>119.42584257902401</c:v>
                </c:pt>
                <c:pt idx="1566">
                  <c:v>119.226920661503</c:v>
                </c:pt>
                <c:pt idx="1567">
                  <c:v>119.705526481055</c:v>
                </c:pt>
                <c:pt idx="1568">
                  <c:v>119.835754657735</c:v>
                </c:pt>
                <c:pt idx="1569">
                  <c:v>119.839030772451</c:v>
                </c:pt>
                <c:pt idx="1570">
                  <c:v>120.992547624031</c:v>
                </c:pt>
                <c:pt idx="1571">
                  <c:v>120.274398157839</c:v>
                </c:pt>
                <c:pt idx="1572">
                  <c:v>120.477245132928</c:v>
                </c:pt>
                <c:pt idx="1573">
                  <c:v>120.878710487753</c:v>
                </c:pt>
                <c:pt idx="1574">
                  <c:v>121.08784802177099</c:v>
                </c:pt>
                <c:pt idx="1575">
                  <c:v>120.076732258739</c:v>
                </c:pt>
                <c:pt idx="1576">
                  <c:v>119.382237806154</c:v>
                </c:pt>
                <c:pt idx="1577">
                  <c:v>117.63600586141899</c:v>
                </c:pt>
                <c:pt idx="1578">
                  <c:v>115.845007326774</c:v>
                </c:pt>
                <c:pt idx="1579">
                  <c:v>117.288360895959</c:v>
                </c:pt>
                <c:pt idx="1580">
                  <c:v>115.60527527737</c:v>
                </c:pt>
                <c:pt idx="1581">
                  <c:v>116.255055474146</c:v>
                </c:pt>
                <c:pt idx="1582">
                  <c:v>117.621205777684</c:v>
                </c:pt>
                <c:pt idx="1583">
                  <c:v>117.471122043123</c:v>
                </c:pt>
                <c:pt idx="1584">
                  <c:v>116.15825832112201</c:v>
                </c:pt>
                <c:pt idx="1585">
                  <c:v>114.653359849277</c:v>
                </c:pt>
                <c:pt idx="1586">
                  <c:v>114.501318819342</c:v>
                </c:pt>
                <c:pt idx="1587">
                  <c:v>114.227632405275</c:v>
                </c:pt>
                <c:pt idx="1588">
                  <c:v>116.096713418463</c:v>
                </c:pt>
                <c:pt idx="1589">
                  <c:v>115.978909357337</c:v>
                </c:pt>
                <c:pt idx="1590">
                  <c:v>117.486602470169</c:v>
                </c:pt>
                <c:pt idx="1591">
                  <c:v>117.96104249528901</c:v>
                </c:pt>
                <c:pt idx="1592">
                  <c:v>117.87853255181</c:v>
                </c:pt>
                <c:pt idx="1593">
                  <c:v>118.501988695834</c:v>
                </c:pt>
                <c:pt idx="1594">
                  <c:v>119.511178563952</c:v>
                </c:pt>
                <c:pt idx="1595">
                  <c:v>120.42777894075699</c:v>
                </c:pt>
                <c:pt idx="1596">
                  <c:v>120.175413439397</c:v>
                </c:pt>
                <c:pt idx="1597">
                  <c:v>119.37728700020899</c:v>
                </c:pt>
                <c:pt idx="1598">
                  <c:v>119.250146535482</c:v>
                </c:pt>
                <c:pt idx="1599">
                  <c:v>119.866150303537</c:v>
                </c:pt>
                <c:pt idx="1600">
                  <c:v>118.216705045007</c:v>
                </c:pt>
                <c:pt idx="1601">
                  <c:v>118.083661293698</c:v>
                </c:pt>
                <c:pt idx="1602">
                  <c:v>118.153359849277</c:v>
                </c:pt>
                <c:pt idx="1603">
                  <c:v>118.757871048775</c:v>
                </c:pt>
                <c:pt idx="1604">
                  <c:v>118.884299769729</c:v>
                </c:pt>
                <c:pt idx="1605">
                  <c:v>117.035158048984</c:v>
                </c:pt>
                <c:pt idx="1606">
                  <c:v>117.65645802805101</c:v>
                </c:pt>
                <c:pt idx="1607">
                  <c:v>119.314800083734</c:v>
                </c:pt>
                <c:pt idx="1608">
                  <c:v>119.384571907054</c:v>
                </c:pt>
                <c:pt idx="1609">
                  <c:v>118.853799455725</c:v>
                </c:pt>
                <c:pt idx="1610">
                  <c:v>119.124293489637</c:v>
                </c:pt>
                <c:pt idx="1611">
                  <c:v>117.480332844881</c:v>
                </c:pt>
                <c:pt idx="1612">
                  <c:v>116.588465564161</c:v>
                </c:pt>
                <c:pt idx="1613">
                  <c:v>115.89960226083301</c:v>
                </c:pt>
                <c:pt idx="1614">
                  <c:v>116.965836298932</c:v>
                </c:pt>
                <c:pt idx="1615">
                  <c:v>117.18166213104401</c:v>
                </c:pt>
                <c:pt idx="1616">
                  <c:v>117.38898890517</c:v>
                </c:pt>
                <c:pt idx="1617">
                  <c:v>116.599497592631</c:v>
                </c:pt>
                <c:pt idx="1618">
                  <c:v>114.998921917521</c:v>
                </c:pt>
                <c:pt idx="1619">
                  <c:v>113.787199078919</c:v>
                </c:pt>
                <c:pt idx="1620">
                  <c:v>114.65909566673599</c:v>
                </c:pt>
                <c:pt idx="1621">
                  <c:v>114.850544274649</c:v>
                </c:pt>
                <c:pt idx="1622">
                  <c:v>114.761932175005</c:v>
                </c:pt>
                <c:pt idx="1623">
                  <c:v>114.68450910613301</c:v>
                </c:pt>
                <c:pt idx="1624">
                  <c:v>113.47038936571001</c:v>
                </c:pt>
                <c:pt idx="1625">
                  <c:v>114.244264182541</c:v>
                </c:pt>
                <c:pt idx="1626">
                  <c:v>113.95066987649101</c:v>
                </c:pt>
                <c:pt idx="1627">
                  <c:v>114.003140046054</c:v>
                </c:pt>
                <c:pt idx="1628">
                  <c:v>114.46048775382</c:v>
                </c:pt>
                <c:pt idx="1629">
                  <c:v>114.654239062172</c:v>
                </c:pt>
                <c:pt idx="1630">
                  <c:v>116.500701276952</c:v>
                </c:pt>
                <c:pt idx="1631">
                  <c:v>116.699131253925</c:v>
                </c:pt>
                <c:pt idx="1632">
                  <c:v>117.362015909566</c:v>
                </c:pt>
                <c:pt idx="1633">
                  <c:v>117.299884864978</c:v>
                </c:pt>
                <c:pt idx="1634">
                  <c:v>117.353705254343</c:v>
                </c:pt>
                <c:pt idx="1635">
                  <c:v>117.750523341009</c:v>
                </c:pt>
                <c:pt idx="1636">
                  <c:v>116.87687879422199</c:v>
                </c:pt>
                <c:pt idx="1637">
                  <c:v>117.490496127276</c:v>
                </c:pt>
                <c:pt idx="1638">
                  <c:v>119.36564789616899</c:v>
                </c:pt>
                <c:pt idx="1639">
                  <c:v>119.550261670504</c:v>
                </c:pt>
                <c:pt idx="1640">
                  <c:v>118.41394180447899</c:v>
                </c:pt>
                <c:pt idx="1641">
                  <c:v>118.95253297048301</c:v>
                </c:pt>
                <c:pt idx="1642">
                  <c:v>117.78201800293</c:v>
                </c:pt>
                <c:pt idx="1643">
                  <c:v>118.485796525015</c:v>
                </c:pt>
                <c:pt idx="1644">
                  <c:v>118.64785430186301</c:v>
                </c:pt>
                <c:pt idx="1645">
                  <c:v>118.489428511618</c:v>
                </c:pt>
                <c:pt idx="1646">
                  <c:v>118.80002093364</c:v>
                </c:pt>
                <c:pt idx="1647">
                  <c:v>118.306489428511</c:v>
                </c:pt>
                <c:pt idx="1648">
                  <c:v>118.737021142976</c:v>
                </c:pt>
                <c:pt idx="1649">
                  <c:v>119.74655641616</c:v>
                </c:pt>
                <c:pt idx="1650">
                  <c:v>119.38971111576301</c:v>
                </c:pt>
                <c:pt idx="1651">
                  <c:v>118.73899937199</c:v>
                </c:pt>
                <c:pt idx="1652">
                  <c:v>118.625392505756</c:v>
                </c:pt>
                <c:pt idx="1653">
                  <c:v>118.92432489009801</c:v>
                </c:pt>
                <c:pt idx="1654">
                  <c:v>119.40921080175799</c:v>
                </c:pt>
                <c:pt idx="1655">
                  <c:v>118.16444421184799</c:v>
                </c:pt>
                <c:pt idx="1656">
                  <c:v>117.791490475193</c:v>
                </c:pt>
                <c:pt idx="1657">
                  <c:v>116.831714465145</c:v>
                </c:pt>
                <c:pt idx="1658">
                  <c:v>117.053150512874</c:v>
                </c:pt>
                <c:pt idx="1659">
                  <c:v>116.088130625915</c:v>
                </c:pt>
                <c:pt idx="1660">
                  <c:v>116.475989114507</c:v>
                </c:pt>
                <c:pt idx="1661">
                  <c:v>116.637146744818</c:v>
                </c:pt>
                <c:pt idx="1662">
                  <c:v>116.719269415951</c:v>
                </c:pt>
                <c:pt idx="1663">
                  <c:v>116.335461586769</c:v>
                </c:pt>
                <c:pt idx="1664">
                  <c:v>115.83488591166</c:v>
                </c:pt>
                <c:pt idx="1665">
                  <c:v>115.281002721373</c:v>
                </c:pt>
                <c:pt idx="1666">
                  <c:v>115.229715302491</c:v>
                </c:pt>
                <c:pt idx="1667">
                  <c:v>116.042066150303</c:v>
                </c:pt>
                <c:pt idx="1668">
                  <c:v>114.49458865396601</c:v>
                </c:pt>
                <c:pt idx="1669">
                  <c:v>114.804793803642</c:v>
                </c:pt>
                <c:pt idx="1670">
                  <c:v>113.69089386644301</c:v>
                </c:pt>
                <c:pt idx="1671">
                  <c:v>113.46732258739701</c:v>
                </c:pt>
                <c:pt idx="1672">
                  <c:v>114.593510571488</c:v>
                </c:pt>
                <c:pt idx="1673">
                  <c:v>114.65577768473899</c:v>
                </c:pt>
                <c:pt idx="1674">
                  <c:v>115.17961063428901</c:v>
                </c:pt>
                <c:pt idx="1675">
                  <c:v>115.314998953317</c:v>
                </c:pt>
                <c:pt idx="1676">
                  <c:v>115.827621938455</c:v>
                </c:pt>
                <c:pt idx="1677">
                  <c:v>115.10235503454</c:v>
                </c:pt>
                <c:pt idx="1678">
                  <c:v>114.992013816202</c:v>
                </c:pt>
                <c:pt idx="1679">
                  <c:v>113.11523969018199</c:v>
                </c:pt>
                <c:pt idx="1680">
                  <c:v>111.364088339962</c:v>
                </c:pt>
                <c:pt idx="1681">
                  <c:v>111.494923592212</c:v>
                </c:pt>
                <c:pt idx="1682">
                  <c:v>112.941050868746</c:v>
                </c:pt>
                <c:pt idx="1683">
                  <c:v>112.60151768892599</c:v>
                </c:pt>
                <c:pt idx="1684">
                  <c:v>111.286864140674</c:v>
                </c:pt>
                <c:pt idx="1685">
                  <c:v>111.451067615658</c:v>
                </c:pt>
                <c:pt idx="1686">
                  <c:v>112.97271299979001</c:v>
                </c:pt>
                <c:pt idx="1687">
                  <c:v>113.221122043123</c:v>
                </c:pt>
                <c:pt idx="1688">
                  <c:v>114.629474565626</c:v>
                </c:pt>
                <c:pt idx="1689">
                  <c:v>114.217416788779</c:v>
                </c:pt>
                <c:pt idx="1690">
                  <c:v>114.962560184216</c:v>
                </c:pt>
                <c:pt idx="1691">
                  <c:v>114.68276114716301</c:v>
                </c:pt>
                <c:pt idx="1692">
                  <c:v>114.736319866024</c:v>
                </c:pt>
                <c:pt idx="1693">
                  <c:v>115.65428092945299</c:v>
                </c:pt>
                <c:pt idx="1694">
                  <c:v>115.667437722419</c:v>
                </c:pt>
                <c:pt idx="1695">
                  <c:v>115.94806363826601</c:v>
                </c:pt>
                <c:pt idx="1696">
                  <c:v>115.046430814318</c:v>
                </c:pt>
                <c:pt idx="1697">
                  <c:v>115.578448817249</c:v>
                </c:pt>
                <c:pt idx="1698">
                  <c:v>115.753705254343</c:v>
                </c:pt>
                <c:pt idx="1699">
                  <c:v>117.051350219803</c:v>
                </c:pt>
                <c:pt idx="1700">
                  <c:v>116.561701904961</c:v>
                </c:pt>
                <c:pt idx="1701">
                  <c:v>117.36401507222099</c:v>
                </c:pt>
                <c:pt idx="1702">
                  <c:v>116.83779568767</c:v>
                </c:pt>
                <c:pt idx="1703">
                  <c:v>117.059168934477</c:v>
                </c:pt>
                <c:pt idx="1704">
                  <c:v>117.63822482729699</c:v>
                </c:pt>
                <c:pt idx="1705">
                  <c:v>117.837115344358</c:v>
                </c:pt>
                <c:pt idx="1706">
                  <c:v>118.10029307096499</c:v>
                </c:pt>
                <c:pt idx="1707">
                  <c:v>117.266778312748</c:v>
                </c:pt>
                <c:pt idx="1708">
                  <c:v>117.595164329076</c:v>
                </c:pt>
                <c:pt idx="1709">
                  <c:v>118.12308980531699</c:v>
                </c:pt>
                <c:pt idx="1710">
                  <c:v>117.45887586351201</c:v>
                </c:pt>
                <c:pt idx="1711">
                  <c:v>118.202114297676</c:v>
                </c:pt>
                <c:pt idx="1712">
                  <c:v>116.554751936361</c:v>
                </c:pt>
                <c:pt idx="1713">
                  <c:v>116.009995813271</c:v>
                </c:pt>
                <c:pt idx="1714">
                  <c:v>116.19283022817601</c:v>
                </c:pt>
                <c:pt idx="1715">
                  <c:v>115.502993510571</c:v>
                </c:pt>
                <c:pt idx="1716">
                  <c:v>116.18787942223101</c:v>
                </c:pt>
                <c:pt idx="1717">
                  <c:v>116.68455097341401</c:v>
                </c:pt>
                <c:pt idx="1718">
                  <c:v>116.66140883399601</c:v>
                </c:pt>
                <c:pt idx="1719">
                  <c:v>118.43216453841301</c:v>
                </c:pt>
                <c:pt idx="1720">
                  <c:v>118.815825832112</c:v>
                </c:pt>
                <c:pt idx="1721">
                  <c:v>118.7441909148</c:v>
                </c:pt>
                <c:pt idx="1722">
                  <c:v>119.536372200125</c:v>
                </c:pt>
                <c:pt idx="1723">
                  <c:v>118.343248900983</c:v>
                </c:pt>
                <c:pt idx="1724">
                  <c:v>117.45225036633801</c:v>
                </c:pt>
                <c:pt idx="1725">
                  <c:v>117.68759681808601</c:v>
                </c:pt>
                <c:pt idx="1726">
                  <c:v>117.42125811178499</c:v>
                </c:pt>
                <c:pt idx="1727">
                  <c:v>116.56339752983</c:v>
                </c:pt>
                <c:pt idx="1728">
                  <c:v>115.47918149466101</c:v>
                </c:pt>
                <c:pt idx="1729">
                  <c:v>115.992987230479</c:v>
                </c:pt>
                <c:pt idx="1730">
                  <c:v>116.602637638685</c:v>
                </c:pt>
                <c:pt idx="1731">
                  <c:v>115.47330960854001</c:v>
                </c:pt>
                <c:pt idx="1732">
                  <c:v>115.518442537157</c:v>
                </c:pt>
                <c:pt idx="1733">
                  <c:v>115.814224408624</c:v>
                </c:pt>
                <c:pt idx="1734">
                  <c:v>114.68865396692399</c:v>
                </c:pt>
                <c:pt idx="1735">
                  <c:v>114.591406740632</c:v>
                </c:pt>
                <c:pt idx="1736">
                  <c:v>116.295928406949</c:v>
                </c:pt>
                <c:pt idx="1737">
                  <c:v>117.794012978857</c:v>
                </c:pt>
                <c:pt idx="1738">
                  <c:v>118.006667364454</c:v>
                </c:pt>
                <c:pt idx="1739">
                  <c:v>118.295907473309</c:v>
                </c:pt>
                <c:pt idx="1740">
                  <c:v>118.328113879003</c:v>
                </c:pt>
                <c:pt idx="1741">
                  <c:v>118.332070337031</c:v>
                </c:pt>
                <c:pt idx="1742">
                  <c:v>119.656206824366</c:v>
                </c:pt>
                <c:pt idx="1743">
                  <c:v>121.589658781662</c:v>
                </c:pt>
                <c:pt idx="1744">
                  <c:v>122.06106342893</c:v>
                </c:pt>
                <c:pt idx="1745">
                  <c:v>121.92648105505501</c:v>
                </c:pt>
                <c:pt idx="1746">
                  <c:v>121.842547624031</c:v>
                </c:pt>
                <c:pt idx="1747">
                  <c:v>121.719855557881</c:v>
                </c:pt>
                <c:pt idx="1748">
                  <c:v>122.825748377642</c:v>
                </c:pt>
                <c:pt idx="1749">
                  <c:v>123.94533179819901</c:v>
                </c:pt>
                <c:pt idx="1750">
                  <c:v>123.90775591375299</c:v>
                </c:pt>
                <c:pt idx="1751">
                  <c:v>123.030165375758</c:v>
                </c:pt>
                <c:pt idx="1752">
                  <c:v>123.71174377224099</c:v>
                </c:pt>
                <c:pt idx="1753">
                  <c:v>123.879621101109</c:v>
                </c:pt>
                <c:pt idx="1754">
                  <c:v>122.497278626753</c:v>
                </c:pt>
                <c:pt idx="1755">
                  <c:v>123.21946828553401</c:v>
                </c:pt>
                <c:pt idx="1756">
                  <c:v>123.18800502407299</c:v>
                </c:pt>
                <c:pt idx="1757">
                  <c:v>123.692223152606</c:v>
                </c:pt>
                <c:pt idx="1758">
                  <c:v>123.785723257274</c:v>
                </c:pt>
                <c:pt idx="1759">
                  <c:v>123.35902239899499</c:v>
                </c:pt>
                <c:pt idx="1760">
                  <c:v>122.862078710487</c:v>
                </c:pt>
                <c:pt idx="1761">
                  <c:v>124.698733514758</c:v>
                </c:pt>
                <c:pt idx="1762">
                  <c:v>124.589261042495</c:v>
                </c:pt>
                <c:pt idx="1763">
                  <c:v>124.67731840066899</c:v>
                </c:pt>
                <c:pt idx="1764">
                  <c:v>124.581379526899</c:v>
                </c:pt>
                <c:pt idx="1765">
                  <c:v>123.20232363407899</c:v>
                </c:pt>
                <c:pt idx="1766">
                  <c:v>123.802993510571</c:v>
                </c:pt>
                <c:pt idx="1767">
                  <c:v>124.47551810759801</c:v>
                </c:pt>
                <c:pt idx="1768">
                  <c:v>124.345823738748</c:v>
                </c:pt>
                <c:pt idx="1769">
                  <c:v>125.46410927360201</c:v>
                </c:pt>
                <c:pt idx="1770">
                  <c:v>125.955714883818</c:v>
                </c:pt>
                <c:pt idx="1771">
                  <c:v>126.20037680552601</c:v>
                </c:pt>
                <c:pt idx="1772">
                  <c:v>125.93742934896299</c:v>
                </c:pt>
                <c:pt idx="1773">
                  <c:v>124.996859953946</c:v>
                </c:pt>
                <c:pt idx="1774">
                  <c:v>125.042139418044</c:v>
                </c:pt>
                <c:pt idx="1775">
                  <c:v>126.17276533389099</c:v>
                </c:pt>
                <c:pt idx="1776">
                  <c:v>126.603297048356</c:v>
                </c:pt>
                <c:pt idx="1777">
                  <c:v>126.66187984090401</c:v>
                </c:pt>
                <c:pt idx="1778">
                  <c:v>126.11657944316499</c:v>
                </c:pt>
                <c:pt idx="1779">
                  <c:v>127.019342683692</c:v>
                </c:pt>
                <c:pt idx="1780">
                  <c:v>127.009284069499</c:v>
                </c:pt>
                <c:pt idx="1781">
                  <c:v>127.020347498429</c:v>
                </c:pt>
                <c:pt idx="1782">
                  <c:v>126.849099853464</c:v>
                </c:pt>
                <c:pt idx="1783">
                  <c:v>125.820012560184</c:v>
                </c:pt>
                <c:pt idx="1784">
                  <c:v>124.350554741469</c:v>
                </c:pt>
                <c:pt idx="1785">
                  <c:v>123.899581327192</c:v>
                </c:pt>
                <c:pt idx="1786">
                  <c:v>124.333818296001</c:v>
                </c:pt>
                <c:pt idx="1787">
                  <c:v>124.15665689763399</c:v>
                </c:pt>
                <c:pt idx="1788">
                  <c:v>124.58085618589</c:v>
                </c:pt>
                <c:pt idx="1789">
                  <c:v>123.82151978229</c:v>
                </c:pt>
                <c:pt idx="1790">
                  <c:v>124.314684948712</c:v>
                </c:pt>
                <c:pt idx="1791">
                  <c:v>123.241385806991</c:v>
                </c:pt>
                <c:pt idx="1792">
                  <c:v>123.98121205777601</c:v>
                </c:pt>
                <c:pt idx="1793">
                  <c:v>125.18072011722801</c:v>
                </c:pt>
                <c:pt idx="1794">
                  <c:v>123.99324890098301</c:v>
                </c:pt>
                <c:pt idx="1795">
                  <c:v>123.027852208499</c:v>
                </c:pt>
                <c:pt idx="1796">
                  <c:v>122.238570232363</c:v>
                </c:pt>
                <c:pt idx="1797">
                  <c:v>121.807891982415</c:v>
                </c:pt>
                <c:pt idx="1798">
                  <c:v>122.295268997278</c:v>
                </c:pt>
                <c:pt idx="1799">
                  <c:v>122.88822482729699</c:v>
                </c:pt>
                <c:pt idx="1800">
                  <c:v>122.938036424534</c:v>
                </c:pt>
                <c:pt idx="1801">
                  <c:v>122.604490265857</c:v>
                </c:pt>
                <c:pt idx="1802">
                  <c:v>123.641207871048</c:v>
                </c:pt>
                <c:pt idx="1803">
                  <c:v>124.492997697299</c:v>
                </c:pt>
                <c:pt idx="1804">
                  <c:v>124.88855976554299</c:v>
                </c:pt>
                <c:pt idx="1805">
                  <c:v>124.544033912497</c:v>
                </c:pt>
                <c:pt idx="1806">
                  <c:v>125.91902867908701</c:v>
                </c:pt>
                <c:pt idx="1807">
                  <c:v>125.781902867908</c:v>
                </c:pt>
                <c:pt idx="1808">
                  <c:v>125.842861628637</c:v>
                </c:pt>
                <c:pt idx="1809">
                  <c:v>124.763334728909</c:v>
                </c:pt>
                <c:pt idx="1810">
                  <c:v>125.28842369688</c:v>
                </c:pt>
                <c:pt idx="1811">
                  <c:v>126.15702323634</c:v>
                </c:pt>
                <c:pt idx="1812">
                  <c:v>126.24479799037</c:v>
                </c:pt>
                <c:pt idx="1813">
                  <c:v>126.66155536947799</c:v>
                </c:pt>
                <c:pt idx="1814">
                  <c:v>126.68394389784299</c:v>
                </c:pt>
                <c:pt idx="1815">
                  <c:v>125.68044797990299</c:v>
                </c:pt>
                <c:pt idx="1816">
                  <c:v>125.767814527946</c:v>
                </c:pt>
                <c:pt idx="1817">
                  <c:v>123.94414904751901</c:v>
                </c:pt>
                <c:pt idx="1818">
                  <c:v>124.63867490056499</c:v>
                </c:pt>
                <c:pt idx="1819">
                  <c:v>125.62280720117199</c:v>
                </c:pt>
                <c:pt idx="1820">
                  <c:v>126.791480008373</c:v>
                </c:pt>
                <c:pt idx="1821">
                  <c:v>125.97865815365201</c:v>
                </c:pt>
                <c:pt idx="1822">
                  <c:v>126.69159514339501</c:v>
                </c:pt>
                <c:pt idx="1823">
                  <c:v>126.65716977182301</c:v>
                </c:pt>
                <c:pt idx="1824">
                  <c:v>126.69767636592</c:v>
                </c:pt>
                <c:pt idx="1825">
                  <c:v>127.91757379108201</c:v>
                </c:pt>
                <c:pt idx="1826">
                  <c:v>128.251360686623</c:v>
                </c:pt>
                <c:pt idx="1827">
                  <c:v>127.635105714883</c:v>
                </c:pt>
                <c:pt idx="1828">
                  <c:v>126.335377852208</c:v>
                </c:pt>
                <c:pt idx="1829">
                  <c:v>126.56980322378</c:v>
                </c:pt>
                <c:pt idx="1830">
                  <c:v>125.60971320912699</c:v>
                </c:pt>
                <c:pt idx="1831">
                  <c:v>126.316443374502</c:v>
                </c:pt>
                <c:pt idx="1832">
                  <c:v>125.366495708603</c:v>
                </c:pt>
                <c:pt idx="1833">
                  <c:v>124.353391249738</c:v>
                </c:pt>
                <c:pt idx="1834">
                  <c:v>124.57677412602</c:v>
                </c:pt>
                <c:pt idx="1835">
                  <c:v>124.51804479799</c:v>
                </c:pt>
                <c:pt idx="1836">
                  <c:v>123.90459493405901</c:v>
                </c:pt>
                <c:pt idx="1837">
                  <c:v>122.640925266903</c:v>
                </c:pt>
                <c:pt idx="1838">
                  <c:v>122.726585723257</c:v>
                </c:pt>
                <c:pt idx="1839">
                  <c:v>122.610247016956</c:v>
                </c:pt>
                <c:pt idx="1840">
                  <c:v>122.90957714046399</c:v>
                </c:pt>
                <c:pt idx="1841">
                  <c:v>121.97620891773001</c:v>
                </c:pt>
                <c:pt idx="1842">
                  <c:v>123.65612308980501</c:v>
                </c:pt>
                <c:pt idx="1843">
                  <c:v>123.570337031609</c:v>
                </c:pt>
                <c:pt idx="1844">
                  <c:v>122.767521456981</c:v>
                </c:pt>
                <c:pt idx="1845">
                  <c:v>123.102669039145</c:v>
                </c:pt>
                <c:pt idx="1846">
                  <c:v>123.65431232991401</c:v>
                </c:pt>
                <c:pt idx="1847">
                  <c:v>123.93398576512401</c:v>
                </c:pt>
                <c:pt idx="1848">
                  <c:v>124.67439815783899</c:v>
                </c:pt>
                <c:pt idx="1849">
                  <c:v>123.63379736236099</c:v>
                </c:pt>
                <c:pt idx="1850">
                  <c:v>123.635105714883</c:v>
                </c:pt>
                <c:pt idx="1851">
                  <c:v>124.320567301653</c:v>
                </c:pt>
                <c:pt idx="1852">
                  <c:v>122.85877119531</c:v>
                </c:pt>
                <c:pt idx="1853">
                  <c:v>121.62961063428899</c:v>
                </c:pt>
                <c:pt idx="1854">
                  <c:v>119.596441281138</c:v>
                </c:pt>
                <c:pt idx="1855">
                  <c:v>119.947289093573</c:v>
                </c:pt>
                <c:pt idx="1856">
                  <c:v>120.65982834414901</c:v>
                </c:pt>
                <c:pt idx="1857">
                  <c:v>119.060090014653</c:v>
                </c:pt>
                <c:pt idx="1858">
                  <c:v>121.40949340590301</c:v>
                </c:pt>
                <c:pt idx="1859">
                  <c:v>120.590548461377</c:v>
                </c:pt>
                <c:pt idx="1860">
                  <c:v>121.635095248063</c:v>
                </c:pt>
                <c:pt idx="1861">
                  <c:v>120.550104668201</c:v>
                </c:pt>
                <c:pt idx="1862">
                  <c:v>121.036455934687</c:v>
                </c:pt>
                <c:pt idx="1863">
                  <c:v>119.65838392296401</c:v>
                </c:pt>
                <c:pt idx="1864">
                  <c:v>121.085147582164</c:v>
                </c:pt>
                <c:pt idx="1865">
                  <c:v>121.64152187565401</c:v>
                </c:pt>
                <c:pt idx="1866">
                  <c:v>121.53783755495</c:v>
                </c:pt>
                <c:pt idx="1867">
                  <c:v>123.053265647896</c:v>
                </c:pt>
                <c:pt idx="1868">
                  <c:v>122.736801339753</c:v>
                </c:pt>
                <c:pt idx="1869">
                  <c:v>122.602606238224</c:v>
                </c:pt>
                <c:pt idx="1870">
                  <c:v>123.386916474774</c:v>
                </c:pt>
                <c:pt idx="1871">
                  <c:v>122.065867699392</c:v>
                </c:pt>
                <c:pt idx="1872">
                  <c:v>122.577653338915</c:v>
                </c:pt>
                <c:pt idx="1873">
                  <c:v>121.348168306468</c:v>
                </c:pt>
                <c:pt idx="1874">
                  <c:v>120.79247435629</c:v>
                </c:pt>
                <c:pt idx="1875">
                  <c:v>122.010540087921</c:v>
                </c:pt>
                <c:pt idx="1876">
                  <c:v>122.85953527318399</c:v>
                </c:pt>
                <c:pt idx="1877">
                  <c:v>124.090642662759</c:v>
                </c:pt>
                <c:pt idx="1878">
                  <c:v>124.66812853255099</c:v>
                </c:pt>
                <c:pt idx="1879">
                  <c:v>124.47958970064801</c:v>
                </c:pt>
                <c:pt idx="1880">
                  <c:v>124.959252669039</c:v>
                </c:pt>
                <c:pt idx="1881">
                  <c:v>124.981484195101</c:v>
                </c:pt>
                <c:pt idx="1882">
                  <c:v>124.555704416998</c:v>
                </c:pt>
                <c:pt idx="1883">
                  <c:v>125.353234247435</c:v>
                </c:pt>
                <c:pt idx="1884">
                  <c:v>125.474502826041</c:v>
                </c:pt>
                <c:pt idx="1885">
                  <c:v>124.71214151140801</c:v>
                </c:pt>
                <c:pt idx="1886">
                  <c:v>125.83958551392</c:v>
                </c:pt>
                <c:pt idx="1887">
                  <c:v>126.051287418882</c:v>
                </c:pt>
                <c:pt idx="1888">
                  <c:v>125.18484404437901</c:v>
                </c:pt>
                <c:pt idx="1889">
                  <c:v>125.340789198241</c:v>
                </c:pt>
                <c:pt idx="1890">
                  <c:v>125.315490893866</c:v>
                </c:pt>
                <c:pt idx="1891">
                  <c:v>125.043876910194</c:v>
                </c:pt>
                <c:pt idx="1892">
                  <c:v>125.699256855767</c:v>
                </c:pt>
                <c:pt idx="1893">
                  <c:v>125.40385178982601</c:v>
                </c:pt>
                <c:pt idx="1894">
                  <c:v>125.68742934896299</c:v>
                </c:pt>
                <c:pt idx="1895">
                  <c:v>126.011189030772</c:v>
                </c:pt>
                <c:pt idx="1896">
                  <c:v>126.290851999162</c:v>
                </c:pt>
                <c:pt idx="1897">
                  <c:v>126.748576512455</c:v>
                </c:pt>
                <c:pt idx="1898">
                  <c:v>127.377485869792</c:v>
                </c:pt>
                <c:pt idx="1899">
                  <c:v>127.287052543437</c:v>
                </c:pt>
                <c:pt idx="1900">
                  <c:v>127.026449654594</c:v>
                </c:pt>
                <c:pt idx="1901">
                  <c:v>127.054479799037</c:v>
                </c:pt>
                <c:pt idx="1902">
                  <c:v>125.67839648314801</c:v>
                </c:pt>
                <c:pt idx="1903">
                  <c:v>124.71941595143301</c:v>
                </c:pt>
                <c:pt idx="1904">
                  <c:v>124.62746493615199</c:v>
                </c:pt>
                <c:pt idx="1905">
                  <c:v>125.76573163073</c:v>
                </c:pt>
                <c:pt idx="1906">
                  <c:v>125.586225664643</c:v>
                </c:pt>
                <c:pt idx="1907">
                  <c:v>124.69411764705799</c:v>
                </c:pt>
                <c:pt idx="1908">
                  <c:v>125.019907891982</c:v>
                </c:pt>
                <c:pt idx="1909">
                  <c:v>126.124042285953</c:v>
                </c:pt>
                <c:pt idx="1910">
                  <c:v>125.072639732049</c:v>
                </c:pt>
                <c:pt idx="1911">
                  <c:v>125.378773288674</c:v>
                </c:pt>
                <c:pt idx="1912">
                  <c:v>126.843311701904</c:v>
                </c:pt>
                <c:pt idx="1913">
                  <c:v>127.636801339752</c:v>
                </c:pt>
                <c:pt idx="1914">
                  <c:v>127.926868327402</c:v>
                </c:pt>
                <c:pt idx="1915">
                  <c:v>128.03938664433699</c:v>
                </c:pt>
                <c:pt idx="1916">
                  <c:v>128.37590537994501</c:v>
                </c:pt>
                <c:pt idx="1917">
                  <c:v>128.52445049194</c:v>
                </c:pt>
                <c:pt idx="1918">
                  <c:v>127.813659200334</c:v>
                </c:pt>
                <c:pt idx="1919">
                  <c:v>128.67373874816801</c:v>
                </c:pt>
                <c:pt idx="1920">
                  <c:v>129.286403600586</c:v>
                </c:pt>
                <c:pt idx="1921">
                  <c:v>128.43243667573699</c:v>
                </c:pt>
                <c:pt idx="1922">
                  <c:v>129.126564789616</c:v>
                </c:pt>
                <c:pt idx="1923">
                  <c:v>128.64041239271501</c:v>
                </c:pt>
                <c:pt idx="1924">
                  <c:v>128.863250994347</c:v>
                </c:pt>
                <c:pt idx="1925">
                  <c:v>129.45228176679899</c:v>
                </c:pt>
                <c:pt idx="1926">
                  <c:v>130.17775800711701</c:v>
                </c:pt>
                <c:pt idx="1927">
                  <c:v>129.17933849696399</c:v>
                </c:pt>
                <c:pt idx="1928">
                  <c:v>129.301643290768</c:v>
                </c:pt>
                <c:pt idx="1929">
                  <c:v>130.21958342055601</c:v>
                </c:pt>
                <c:pt idx="1930">
                  <c:v>130.31657944316501</c:v>
                </c:pt>
                <c:pt idx="1931">
                  <c:v>129.35511827506801</c:v>
                </c:pt>
                <c:pt idx="1932">
                  <c:v>128.36721791919601</c:v>
                </c:pt>
                <c:pt idx="1933">
                  <c:v>128.02276533389099</c:v>
                </c:pt>
                <c:pt idx="1934">
                  <c:v>128.886382666945</c:v>
                </c:pt>
                <c:pt idx="1935">
                  <c:v>128.65070127695199</c:v>
                </c:pt>
                <c:pt idx="1936">
                  <c:v>129.55939920452099</c:v>
                </c:pt>
                <c:pt idx="1937">
                  <c:v>128.78300188402699</c:v>
                </c:pt>
                <c:pt idx="1938">
                  <c:v>129.14735189449399</c:v>
                </c:pt>
                <c:pt idx="1939">
                  <c:v>127.626596190077</c:v>
                </c:pt>
                <c:pt idx="1940">
                  <c:v>127.71998115972301</c:v>
                </c:pt>
                <c:pt idx="1941">
                  <c:v>127.592641825413</c:v>
                </c:pt>
                <c:pt idx="1942">
                  <c:v>127.66508268787901</c:v>
                </c:pt>
                <c:pt idx="1943">
                  <c:v>127.87589491312499</c:v>
                </c:pt>
                <c:pt idx="1944">
                  <c:v>127.441239271509</c:v>
                </c:pt>
                <c:pt idx="1945">
                  <c:v>126.605128741888</c:v>
                </c:pt>
                <c:pt idx="1946">
                  <c:v>126.89920452166599</c:v>
                </c:pt>
                <c:pt idx="1947">
                  <c:v>126.135440653129</c:v>
                </c:pt>
                <c:pt idx="1948">
                  <c:v>126.88739794850299</c:v>
                </c:pt>
                <c:pt idx="1949">
                  <c:v>126.48243667573701</c:v>
                </c:pt>
                <c:pt idx="1950">
                  <c:v>127.729840904333</c:v>
                </c:pt>
                <c:pt idx="1951">
                  <c:v>127.861429767636</c:v>
                </c:pt>
                <c:pt idx="1952">
                  <c:v>127.48807829181401</c:v>
                </c:pt>
                <c:pt idx="1953">
                  <c:v>129.097048356709</c:v>
                </c:pt>
                <c:pt idx="1954">
                  <c:v>129.40757797781001</c:v>
                </c:pt>
                <c:pt idx="1955">
                  <c:v>128.91707138371299</c:v>
                </c:pt>
                <c:pt idx="1956">
                  <c:v>129.943081431861</c:v>
                </c:pt>
                <c:pt idx="1957">
                  <c:v>129.846985555788</c:v>
                </c:pt>
                <c:pt idx="1958">
                  <c:v>128.867228386016</c:v>
                </c:pt>
                <c:pt idx="1959">
                  <c:v>128.44485032447099</c:v>
                </c:pt>
                <c:pt idx="1960">
                  <c:v>128.503977391668</c:v>
                </c:pt>
                <c:pt idx="1961">
                  <c:v>129.57015909566601</c:v>
                </c:pt>
                <c:pt idx="1962">
                  <c:v>128.84881724931901</c:v>
                </c:pt>
                <c:pt idx="1963">
                  <c:v>127.835953527318</c:v>
                </c:pt>
                <c:pt idx="1964">
                  <c:v>126.66960435419701</c:v>
                </c:pt>
                <c:pt idx="1965">
                  <c:v>127.13227967343499</c:v>
                </c:pt>
                <c:pt idx="1966">
                  <c:v>127.20236550136001</c:v>
                </c:pt>
                <c:pt idx="1967">
                  <c:v>127.237565417626</c:v>
                </c:pt>
                <c:pt idx="1968">
                  <c:v>127.241061335566</c:v>
                </c:pt>
                <c:pt idx="1969">
                  <c:v>127.37007536110499</c:v>
                </c:pt>
                <c:pt idx="1970">
                  <c:v>128.49862884655599</c:v>
                </c:pt>
                <c:pt idx="1971">
                  <c:v>128.6174795897</c:v>
                </c:pt>
                <c:pt idx="1972">
                  <c:v>128.396849487125</c:v>
                </c:pt>
                <c:pt idx="1973">
                  <c:v>127.11674691228799</c:v>
                </c:pt>
                <c:pt idx="1974">
                  <c:v>125.22383294954901</c:v>
                </c:pt>
                <c:pt idx="1975">
                  <c:v>124.711283232154</c:v>
                </c:pt>
                <c:pt idx="1976">
                  <c:v>125.173142139418</c:v>
                </c:pt>
                <c:pt idx="1977">
                  <c:v>124.275706510362</c:v>
                </c:pt>
                <c:pt idx="1978">
                  <c:v>124.018599539459</c:v>
                </c:pt>
                <c:pt idx="1979">
                  <c:v>123.265909566673</c:v>
                </c:pt>
                <c:pt idx="1980">
                  <c:v>123.17801967762099</c:v>
                </c:pt>
                <c:pt idx="1981">
                  <c:v>124.196001674691</c:v>
                </c:pt>
                <c:pt idx="1982">
                  <c:v>124.566024701695</c:v>
                </c:pt>
                <c:pt idx="1983">
                  <c:v>123.314140674063</c:v>
                </c:pt>
                <c:pt idx="1984">
                  <c:v>125.15759891144999</c:v>
                </c:pt>
                <c:pt idx="1985">
                  <c:v>123.278009210801</c:v>
                </c:pt>
                <c:pt idx="1986">
                  <c:v>123.465993301235</c:v>
                </c:pt>
                <c:pt idx="1987">
                  <c:v>125.53722001256</c:v>
                </c:pt>
                <c:pt idx="1988">
                  <c:v>125.239627381201</c:v>
                </c:pt>
                <c:pt idx="1989">
                  <c:v>124.69987439815699</c:v>
                </c:pt>
                <c:pt idx="1990">
                  <c:v>123.39315469960199</c:v>
                </c:pt>
                <c:pt idx="1991">
                  <c:v>125.43569185681299</c:v>
                </c:pt>
                <c:pt idx="1992">
                  <c:v>126.335137115344</c:v>
                </c:pt>
                <c:pt idx="1993">
                  <c:v>125.890851999162</c:v>
                </c:pt>
                <c:pt idx="1994">
                  <c:v>127.14640988067799</c:v>
                </c:pt>
                <c:pt idx="1995">
                  <c:v>127.68853883190199</c:v>
                </c:pt>
                <c:pt idx="1996">
                  <c:v>127.709430604982</c:v>
                </c:pt>
                <c:pt idx="1997">
                  <c:v>127.989595980741</c:v>
                </c:pt>
                <c:pt idx="1998">
                  <c:v>127.547330960854</c:v>
                </c:pt>
                <c:pt idx="1999">
                  <c:v>127.763355662549</c:v>
                </c:pt>
                <c:pt idx="2000">
                  <c:v>128.84283022817601</c:v>
                </c:pt>
                <c:pt idx="2001">
                  <c:v>129.235451119949</c:v>
                </c:pt>
                <c:pt idx="2002">
                  <c:v>129.135566254971</c:v>
                </c:pt>
                <c:pt idx="2003">
                  <c:v>128.63862256646399</c:v>
                </c:pt>
                <c:pt idx="2004">
                  <c:v>128.86895541134601</c:v>
                </c:pt>
                <c:pt idx="2005">
                  <c:v>130.081724931965</c:v>
                </c:pt>
                <c:pt idx="2006">
                  <c:v>130.654469332216</c:v>
                </c:pt>
                <c:pt idx="2007">
                  <c:v>131.34278836089501</c:v>
                </c:pt>
                <c:pt idx="2008">
                  <c:v>132.010299351057</c:v>
                </c:pt>
                <c:pt idx="2009">
                  <c:v>132.468808875863</c:v>
                </c:pt>
                <c:pt idx="2010">
                  <c:v>132.74540506594099</c:v>
                </c:pt>
                <c:pt idx="2011">
                  <c:v>131.61630730584</c:v>
                </c:pt>
                <c:pt idx="2012">
                  <c:v>131.61859953945901</c:v>
                </c:pt>
                <c:pt idx="2013">
                  <c:v>130.780730584048</c:v>
                </c:pt>
                <c:pt idx="2014">
                  <c:v>132.37038936571</c:v>
                </c:pt>
                <c:pt idx="2015">
                  <c:v>132.41364873351401</c:v>
                </c:pt>
                <c:pt idx="2016">
                  <c:v>132.100376805526</c:v>
                </c:pt>
                <c:pt idx="2017">
                  <c:v>132.26887167678399</c:v>
                </c:pt>
                <c:pt idx="2018">
                  <c:v>131.60614402344501</c:v>
                </c:pt>
                <c:pt idx="2019">
                  <c:v>131.44689135440601</c:v>
                </c:pt>
                <c:pt idx="2020">
                  <c:v>131.815899099853</c:v>
                </c:pt>
                <c:pt idx="2021">
                  <c:v>131.92714046472599</c:v>
                </c:pt>
                <c:pt idx="2022">
                  <c:v>132.65913753401699</c:v>
                </c:pt>
                <c:pt idx="2023">
                  <c:v>133.21505128741799</c:v>
                </c:pt>
                <c:pt idx="2024">
                  <c:v>133.02686832740201</c:v>
                </c:pt>
                <c:pt idx="2025">
                  <c:v>132.64811597236701</c:v>
                </c:pt>
                <c:pt idx="2026">
                  <c:v>131.87333054218101</c:v>
                </c:pt>
                <c:pt idx="2027">
                  <c:v>131.84218128532501</c:v>
                </c:pt>
                <c:pt idx="2028">
                  <c:v>132.17447142558001</c:v>
                </c:pt>
                <c:pt idx="2029">
                  <c:v>132.73220640569301</c:v>
                </c:pt>
                <c:pt idx="2030">
                  <c:v>132.788810969227</c:v>
                </c:pt>
                <c:pt idx="2031">
                  <c:v>131.519886958342</c:v>
                </c:pt>
                <c:pt idx="2032">
                  <c:v>131.69026585723199</c:v>
                </c:pt>
                <c:pt idx="2033">
                  <c:v>131.29744609587601</c:v>
                </c:pt>
                <c:pt idx="2034">
                  <c:v>130.65658362989299</c:v>
                </c:pt>
                <c:pt idx="2035">
                  <c:v>132.80305631149201</c:v>
                </c:pt>
                <c:pt idx="2036">
                  <c:v>133.29068453003899</c:v>
                </c:pt>
                <c:pt idx="2037">
                  <c:v>133.29317563324199</c:v>
                </c:pt>
                <c:pt idx="2038">
                  <c:v>134.54614821017299</c:v>
                </c:pt>
                <c:pt idx="2039">
                  <c:v>135.03806782499399</c:v>
                </c:pt>
                <c:pt idx="2040">
                  <c:v>134.989219175214</c:v>
                </c:pt>
                <c:pt idx="2041">
                  <c:v>135.45934687042001</c:v>
                </c:pt>
                <c:pt idx="2042">
                  <c:v>134.609168934477</c:v>
                </c:pt>
                <c:pt idx="2043">
                  <c:v>134.77132091270599</c:v>
                </c:pt>
                <c:pt idx="2044">
                  <c:v>134.282426208917</c:v>
                </c:pt>
                <c:pt idx="2045">
                  <c:v>133.75897006489399</c:v>
                </c:pt>
                <c:pt idx="2046">
                  <c:v>134.503265647896</c:v>
                </c:pt>
                <c:pt idx="2047">
                  <c:v>132.037408415323</c:v>
                </c:pt>
                <c:pt idx="2048">
                  <c:v>132.28226920661501</c:v>
                </c:pt>
                <c:pt idx="2049">
                  <c:v>132.60026167050401</c:v>
                </c:pt>
                <c:pt idx="2050">
                  <c:v>132.37205359011901</c:v>
                </c:pt>
                <c:pt idx="2051">
                  <c:v>133.32899309189801</c:v>
                </c:pt>
                <c:pt idx="2052">
                  <c:v>134.364904751936</c:v>
                </c:pt>
                <c:pt idx="2053">
                  <c:v>134.519091480008</c:v>
                </c:pt>
                <c:pt idx="2054">
                  <c:v>133.98417416788701</c:v>
                </c:pt>
                <c:pt idx="2055">
                  <c:v>134.232625078501</c:v>
                </c:pt>
                <c:pt idx="2056">
                  <c:v>133.016202637638</c:v>
                </c:pt>
                <c:pt idx="2057">
                  <c:v>132.30374712162401</c:v>
                </c:pt>
                <c:pt idx="2058">
                  <c:v>132.40768264601201</c:v>
                </c:pt>
                <c:pt idx="2059">
                  <c:v>131.335702323634</c:v>
                </c:pt>
                <c:pt idx="2060">
                  <c:v>132.47330960854001</c:v>
                </c:pt>
                <c:pt idx="2061">
                  <c:v>132.277067196985</c:v>
                </c:pt>
                <c:pt idx="2062">
                  <c:v>132.61357546577301</c:v>
                </c:pt>
                <c:pt idx="2063">
                  <c:v>132.18082478542999</c:v>
                </c:pt>
                <c:pt idx="2064">
                  <c:v>133.507431442327</c:v>
                </c:pt>
                <c:pt idx="2065">
                  <c:v>133.975465773498</c:v>
                </c:pt>
                <c:pt idx="2066">
                  <c:v>134.95722210592399</c:v>
                </c:pt>
                <c:pt idx="2067">
                  <c:v>134.73336822273299</c:v>
                </c:pt>
                <c:pt idx="2068">
                  <c:v>134.29198241574201</c:v>
                </c:pt>
                <c:pt idx="2069">
                  <c:v>135.30154908938599</c:v>
                </c:pt>
                <c:pt idx="2070">
                  <c:v>134.790590328658</c:v>
                </c:pt>
                <c:pt idx="2071">
                  <c:v>134.96241364873299</c:v>
                </c:pt>
                <c:pt idx="2072">
                  <c:v>135.45339124973799</c:v>
                </c:pt>
                <c:pt idx="2073">
                  <c:v>134.04482939083101</c:v>
                </c:pt>
                <c:pt idx="2074">
                  <c:v>135.15200962947401</c:v>
                </c:pt>
                <c:pt idx="2075">
                  <c:v>134.93205987021099</c:v>
                </c:pt>
                <c:pt idx="2076">
                  <c:v>134.73217500523299</c:v>
                </c:pt>
                <c:pt idx="2077">
                  <c:v>133.792955830018</c:v>
                </c:pt>
                <c:pt idx="2078">
                  <c:v>133.543835042913</c:v>
                </c:pt>
                <c:pt idx="2079">
                  <c:v>133.815668829809</c:v>
                </c:pt>
                <c:pt idx="2080">
                  <c:v>133.16234038099199</c:v>
                </c:pt>
                <c:pt idx="2081">
                  <c:v>134.14032865815301</c:v>
                </c:pt>
                <c:pt idx="2082">
                  <c:v>134.40791291605601</c:v>
                </c:pt>
                <c:pt idx="2083">
                  <c:v>135.804741469541</c:v>
                </c:pt>
                <c:pt idx="2084">
                  <c:v>136.38509524806301</c:v>
                </c:pt>
                <c:pt idx="2085">
                  <c:v>136.62678459284001</c:v>
                </c:pt>
                <c:pt idx="2086">
                  <c:v>136.82756960435401</c:v>
                </c:pt>
                <c:pt idx="2087">
                  <c:v>136.60080594515301</c:v>
                </c:pt>
                <c:pt idx="2088">
                  <c:v>135.77906635963899</c:v>
                </c:pt>
                <c:pt idx="2089">
                  <c:v>136.59632614611601</c:v>
                </c:pt>
                <c:pt idx="2090">
                  <c:v>136.243824576093</c:v>
                </c:pt>
                <c:pt idx="2091">
                  <c:v>136.37779987439799</c:v>
                </c:pt>
                <c:pt idx="2092">
                  <c:v>136.23666527109</c:v>
                </c:pt>
                <c:pt idx="2093">
                  <c:v>135.359566673644</c:v>
                </c:pt>
                <c:pt idx="2094">
                  <c:v>136.37146744818901</c:v>
                </c:pt>
                <c:pt idx="2095">
                  <c:v>136.094557253506</c:v>
                </c:pt>
                <c:pt idx="2096">
                  <c:v>135.52730793384899</c:v>
                </c:pt>
                <c:pt idx="2097">
                  <c:v>135.839742516223</c:v>
                </c:pt>
                <c:pt idx="2098">
                  <c:v>136.68985765124501</c:v>
                </c:pt>
                <c:pt idx="2099">
                  <c:v>137.278448817249</c:v>
                </c:pt>
                <c:pt idx="2100">
                  <c:v>137.015030353778</c:v>
                </c:pt>
                <c:pt idx="2101">
                  <c:v>135.597529830437</c:v>
                </c:pt>
                <c:pt idx="2102">
                  <c:v>135.713282394808</c:v>
                </c:pt>
                <c:pt idx="2103">
                  <c:v>134.66346033075101</c:v>
                </c:pt>
                <c:pt idx="2104">
                  <c:v>134.825716977182</c:v>
                </c:pt>
                <c:pt idx="2105">
                  <c:v>134.92966296839001</c:v>
                </c:pt>
                <c:pt idx="2106">
                  <c:v>134.53325308771099</c:v>
                </c:pt>
                <c:pt idx="2107">
                  <c:v>136.868861209964</c:v>
                </c:pt>
                <c:pt idx="2108">
                  <c:v>137.10809085199901</c:v>
                </c:pt>
                <c:pt idx="2109">
                  <c:v>137.26778312748499</c:v>
                </c:pt>
                <c:pt idx="2110">
                  <c:v>137.24969646221399</c:v>
                </c:pt>
                <c:pt idx="2111">
                  <c:v>136.91782499476599</c:v>
                </c:pt>
                <c:pt idx="2112">
                  <c:v>136.250942013816</c:v>
                </c:pt>
                <c:pt idx="2113">
                  <c:v>136.63453003977301</c:v>
                </c:pt>
                <c:pt idx="2114">
                  <c:v>137.08575465773399</c:v>
                </c:pt>
                <c:pt idx="2115">
                  <c:v>137.17939083106501</c:v>
                </c:pt>
                <c:pt idx="2116">
                  <c:v>136.61224617961</c:v>
                </c:pt>
                <c:pt idx="2117">
                  <c:v>137.451413020724</c:v>
                </c:pt>
                <c:pt idx="2118">
                  <c:v>136.89025539041199</c:v>
                </c:pt>
                <c:pt idx="2119">
                  <c:v>137.35111994975901</c:v>
                </c:pt>
                <c:pt idx="2120">
                  <c:v>138.765009420138</c:v>
                </c:pt>
                <c:pt idx="2121">
                  <c:v>138.65007326774099</c:v>
                </c:pt>
                <c:pt idx="2122">
                  <c:v>138.70002093363999</c:v>
                </c:pt>
                <c:pt idx="2123">
                  <c:v>138.460540087921</c:v>
                </c:pt>
                <c:pt idx="2124">
                  <c:v>136.68874816830601</c:v>
                </c:pt>
                <c:pt idx="2125">
                  <c:v>135.15169562486901</c:v>
                </c:pt>
                <c:pt idx="2126">
                  <c:v>135.493384969646</c:v>
                </c:pt>
                <c:pt idx="2127">
                  <c:v>135.23983671760499</c:v>
                </c:pt>
                <c:pt idx="2128">
                  <c:v>132.96226711325099</c:v>
                </c:pt>
                <c:pt idx="2129">
                  <c:v>132.071655850952</c:v>
                </c:pt>
                <c:pt idx="2130">
                  <c:v>132.61779359430599</c:v>
                </c:pt>
                <c:pt idx="2131">
                  <c:v>132.09875444839801</c:v>
                </c:pt>
                <c:pt idx="2132">
                  <c:v>131.52406321959299</c:v>
                </c:pt>
                <c:pt idx="2133">
                  <c:v>131.73177726606599</c:v>
                </c:pt>
                <c:pt idx="2134">
                  <c:v>133.23012350847799</c:v>
                </c:pt>
                <c:pt idx="2135">
                  <c:v>133.99213941804399</c:v>
                </c:pt>
                <c:pt idx="2136">
                  <c:v>131.86533389156301</c:v>
                </c:pt>
                <c:pt idx="2137">
                  <c:v>132.93801549089301</c:v>
                </c:pt>
                <c:pt idx="2138">
                  <c:v>134.57334100900101</c:v>
                </c:pt>
                <c:pt idx="2139">
                  <c:v>134.83549298723</c:v>
                </c:pt>
                <c:pt idx="2140">
                  <c:v>132.43519991626499</c:v>
                </c:pt>
                <c:pt idx="2141">
                  <c:v>132.28480217709799</c:v>
                </c:pt>
                <c:pt idx="2142">
                  <c:v>131.47929662968301</c:v>
                </c:pt>
                <c:pt idx="2143">
                  <c:v>131.66503035377801</c:v>
                </c:pt>
                <c:pt idx="2144">
                  <c:v>131.075800711743</c:v>
                </c:pt>
                <c:pt idx="2145">
                  <c:v>129.41220431232901</c:v>
                </c:pt>
                <c:pt idx="2146">
                  <c:v>128.08171446514501</c:v>
                </c:pt>
                <c:pt idx="2147">
                  <c:v>128.746399413858</c:v>
                </c:pt>
                <c:pt idx="2148">
                  <c:v>131.48037471216199</c:v>
                </c:pt>
                <c:pt idx="2149">
                  <c:v>130.99689135440599</c:v>
                </c:pt>
                <c:pt idx="2150">
                  <c:v>129.802983043751</c:v>
                </c:pt>
                <c:pt idx="2151">
                  <c:v>129.80154908938599</c:v>
                </c:pt>
                <c:pt idx="2152">
                  <c:v>131.06601423487501</c:v>
                </c:pt>
                <c:pt idx="2153">
                  <c:v>130.37441909148001</c:v>
                </c:pt>
                <c:pt idx="2154">
                  <c:v>130.26003768055199</c:v>
                </c:pt>
                <c:pt idx="2155">
                  <c:v>130.89399204521601</c:v>
                </c:pt>
                <c:pt idx="2156">
                  <c:v>129.70503454050601</c:v>
                </c:pt>
                <c:pt idx="2157">
                  <c:v>130.41691438141001</c:v>
                </c:pt>
                <c:pt idx="2158">
                  <c:v>133.228731421394</c:v>
                </c:pt>
                <c:pt idx="2159">
                  <c:v>132.94999999999999</c:v>
                </c:pt>
                <c:pt idx="2160">
                  <c:v>133.995080594515</c:v>
                </c:pt>
                <c:pt idx="2161">
                  <c:v>133.023382876282</c:v>
                </c:pt>
                <c:pt idx="2162">
                  <c:v>133.3558614193</c:v>
                </c:pt>
                <c:pt idx="2163">
                  <c:v>132.455139208708</c:v>
                </c:pt>
                <c:pt idx="2164">
                  <c:v>132.64993719907801</c:v>
                </c:pt>
                <c:pt idx="2165">
                  <c:v>133.19269415951399</c:v>
                </c:pt>
                <c:pt idx="2166">
                  <c:v>131.73557672179101</c:v>
                </c:pt>
                <c:pt idx="2167">
                  <c:v>130.028155746284</c:v>
                </c:pt>
                <c:pt idx="2168">
                  <c:v>129.39073686414</c:v>
                </c:pt>
                <c:pt idx="2169">
                  <c:v>129.21184844044299</c:v>
                </c:pt>
                <c:pt idx="2170">
                  <c:v>129.46032028469699</c:v>
                </c:pt>
                <c:pt idx="2171">
                  <c:v>131.862308980531</c:v>
                </c:pt>
                <c:pt idx="2172">
                  <c:v>130.744557253506</c:v>
                </c:pt>
                <c:pt idx="2173">
                  <c:v>129.819039145907</c:v>
                </c:pt>
                <c:pt idx="2174">
                  <c:v>131.977161398367</c:v>
                </c:pt>
                <c:pt idx="2175">
                  <c:v>132.81134603307501</c:v>
                </c:pt>
                <c:pt idx="2176">
                  <c:v>132.761136696671</c:v>
                </c:pt>
                <c:pt idx="2177">
                  <c:v>132.21655850952399</c:v>
                </c:pt>
                <c:pt idx="2178">
                  <c:v>133.823037471216</c:v>
                </c:pt>
                <c:pt idx="2179">
                  <c:v>133.625748377642</c:v>
                </c:pt>
                <c:pt idx="2180">
                  <c:v>133.02464936152299</c:v>
                </c:pt>
                <c:pt idx="2181">
                  <c:v>133.823435210383</c:v>
                </c:pt>
                <c:pt idx="2182">
                  <c:v>134.003454050659</c:v>
                </c:pt>
                <c:pt idx="2183">
                  <c:v>133.90856185890701</c:v>
                </c:pt>
                <c:pt idx="2184">
                  <c:v>133.532091270671</c:v>
                </c:pt>
                <c:pt idx="2185">
                  <c:v>133.083420556834</c:v>
                </c:pt>
                <c:pt idx="2186">
                  <c:v>132.50465773497999</c:v>
                </c:pt>
                <c:pt idx="2187">
                  <c:v>133.117877328867</c:v>
                </c:pt>
                <c:pt idx="2188">
                  <c:v>132.587732886749</c:v>
                </c:pt>
                <c:pt idx="2189">
                  <c:v>132.741668411136</c:v>
                </c:pt>
                <c:pt idx="2190">
                  <c:v>134.559116600376</c:v>
                </c:pt>
                <c:pt idx="2191">
                  <c:v>135.58992045216601</c:v>
                </c:pt>
                <c:pt idx="2192">
                  <c:v>135.80465773498</c:v>
                </c:pt>
                <c:pt idx="2193">
                  <c:v>136.30981787732799</c:v>
                </c:pt>
                <c:pt idx="2194">
                  <c:v>135.809430604982</c:v>
                </c:pt>
                <c:pt idx="2195">
                  <c:v>135.94536319866</c:v>
                </c:pt>
                <c:pt idx="2196">
                  <c:v>135.33527318400601</c:v>
                </c:pt>
                <c:pt idx="2197">
                  <c:v>135.65664643081399</c:v>
                </c:pt>
                <c:pt idx="2198">
                  <c:v>135.554490265857</c:v>
                </c:pt>
                <c:pt idx="2199">
                  <c:v>136.255442746493</c:v>
                </c:pt>
                <c:pt idx="2200">
                  <c:v>136.516705045007</c:v>
                </c:pt>
                <c:pt idx="2201">
                  <c:v>136.515197822901</c:v>
                </c:pt>
                <c:pt idx="2202">
                  <c:v>136.46833786895499</c:v>
                </c:pt>
                <c:pt idx="2203">
                  <c:v>137.22116391040399</c:v>
                </c:pt>
                <c:pt idx="2204">
                  <c:v>137.455306677831</c:v>
                </c:pt>
                <c:pt idx="2205">
                  <c:v>136.09581327192799</c:v>
                </c:pt>
                <c:pt idx="2206">
                  <c:v>135.44225455306599</c:v>
                </c:pt>
                <c:pt idx="2207">
                  <c:v>135.955474146954</c:v>
                </c:pt>
                <c:pt idx="2208">
                  <c:v>136.020682436675</c:v>
                </c:pt>
                <c:pt idx="2209">
                  <c:v>137.44128113879</c:v>
                </c:pt>
                <c:pt idx="2210">
                  <c:v>137.95974460958701</c:v>
                </c:pt>
                <c:pt idx="2211">
                  <c:v>137.77301653757499</c:v>
                </c:pt>
                <c:pt idx="2212">
                  <c:v>138.14794850324401</c:v>
                </c:pt>
                <c:pt idx="2213">
                  <c:v>138.28584885911599</c:v>
                </c:pt>
                <c:pt idx="2214">
                  <c:v>137.985074314423</c:v>
                </c:pt>
                <c:pt idx="2215">
                  <c:v>138.70368432070299</c:v>
                </c:pt>
                <c:pt idx="2216">
                  <c:v>137.95615449026499</c:v>
                </c:pt>
                <c:pt idx="2217">
                  <c:v>137.61537575884401</c:v>
                </c:pt>
                <c:pt idx="2218">
                  <c:v>138.82897215825801</c:v>
                </c:pt>
                <c:pt idx="2219">
                  <c:v>139.87259786476801</c:v>
                </c:pt>
                <c:pt idx="2220">
                  <c:v>139.898545111994</c:v>
                </c:pt>
                <c:pt idx="2221">
                  <c:v>140.16601423487501</c:v>
                </c:pt>
                <c:pt idx="2222">
                  <c:v>139.82070337031601</c:v>
                </c:pt>
                <c:pt idx="2223">
                  <c:v>139.347236759472</c:v>
                </c:pt>
                <c:pt idx="2224">
                  <c:v>139.63932384341601</c:v>
                </c:pt>
                <c:pt idx="2225">
                  <c:v>141.324837764287</c:v>
                </c:pt>
                <c:pt idx="2226">
                  <c:v>141.63886330332801</c:v>
                </c:pt>
                <c:pt idx="2227">
                  <c:v>141.258478124345</c:v>
                </c:pt>
                <c:pt idx="2228">
                  <c:v>141.371331379526</c:v>
                </c:pt>
                <c:pt idx="2229">
                  <c:v>141.66009001465301</c:v>
                </c:pt>
                <c:pt idx="2230">
                  <c:v>141.297205359011</c:v>
                </c:pt>
                <c:pt idx="2231">
                  <c:v>142.644693322168</c:v>
                </c:pt>
                <c:pt idx="2232">
                  <c:v>142.93648733514701</c:v>
                </c:pt>
                <c:pt idx="2233">
                  <c:v>143.296493615239</c:v>
                </c:pt>
                <c:pt idx="2234">
                  <c:v>142.772503663387</c:v>
                </c:pt>
                <c:pt idx="2235">
                  <c:v>142.97277580071099</c:v>
                </c:pt>
                <c:pt idx="2236">
                  <c:v>143.077454469332</c:v>
                </c:pt>
                <c:pt idx="2237">
                  <c:v>143.248702114297</c:v>
                </c:pt>
                <c:pt idx="2238">
                  <c:v>144.130521247644</c:v>
                </c:pt>
                <c:pt idx="2239">
                  <c:v>144.16736445467799</c:v>
                </c:pt>
                <c:pt idx="2240">
                  <c:v>144.67496336612899</c:v>
                </c:pt>
                <c:pt idx="2241">
                  <c:v>145.39300816411901</c:v>
                </c:pt>
                <c:pt idx="2242">
                  <c:v>144.163659200334</c:v>
                </c:pt>
                <c:pt idx="2243">
                  <c:v>144.22532970483499</c:v>
                </c:pt>
                <c:pt idx="2244">
                  <c:v>144.22677412601999</c:v>
                </c:pt>
                <c:pt idx="2245">
                  <c:v>143.16585723257199</c:v>
                </c:pt>
                <c:pt idx="2246">
                  <c:v>143.117228386016</c:v>
                </c:pt>
                <c:pt idx="2247">
                  <c:v>142.798503244714</c:v>
                </c:pt>
                <c:pt idx="2248">
                  <c:v>144.419415951433</c:v>
                </c:pt>
                <c:pt idx="2249">
                  <c:v>144.73970064894201</c:v>
                </c:pt>
                <c:pt idx="2250">
                  <c:v>145.04049612727599</c:v>
                </c:pt>
                <c:pt idx="2251">
                  <c:v>144.267751727025</c:v>
                </c:pt>
                <c:pt idx="2252">
                  <c:v>144.536026795059</c:v>
                </c:pt>
                <c:pt idx="2253">
                  <c:v>144.90472053590099</c:v>
                </c:pt>
                <c:pt idx="2254">
                  <c:v>145.82579024492301</c:v>
                </c:pt>
                <c:pt idx="2255">
                  <c:v>146.17655432279599</c:v>
                </c:pt>
                <c:pt idx="2256">
                  <c:v>146.510634289302</c:v>
                </c:pt>
                <c:pt idx="2257">
                  <c:v>146.66149256855701</c:v>
                </c:pt>
                <c:pt idx="2258">
                  <c:v>146.58780615449001</c:v>
                </c:pt>
                <c:pt idx="2259">
                  <c:v>146.830029307096</c:v>
                </c:pt>
                <c:pt idx="2260">
                  <c:v>147.173027004396</c:v>
                </c:pt>
                <c:pt idx="2261">
                  <c:v>146.63463470797501</c:v>
                </c:pt>
                <c:pt idx="2262">
                  <c:v>144.64142767427199</c:v>
                </c:pt>
                <c:pt idx="2263">
                  <c:v>145.14594934058999</c:v>
                </c:pt>
                <c:pt idx="2264">
                  <c:v>146.48150512874099</c:v>
                </c:pt>
                <c:pt idx="2265">
                  <c:v>146.601884027632</c:v>
                </c:pt>
                <c:pt idx="2266">
                  <c:v>146.19143814109199</c:v>
                </c:pt>
                <c:pt idx="2267">
                  <c:v>147.489930918986</c:v>
                </c:pt>
                <c:pt idx="2268">
                  <c:v>148.08016537575801</c:v>
                </c:pt>
                <c:pt idx="2269">
                  <c:v>147.885670923173</c:v>
                </c:pt>
                <c:pt idx="2270">
                  <c:v>147.298545111994</c:v>
                </c:pt>
                <c:pt idx="2271">
                  <c:v>147.56570023027001</c:v>
                </c:pt>
                <c:pt idx="2272">
                  <c:v>147.90016746912201</c:v>
                </c:pt>
                <c:pt idx="2273">
                  <c:v>147.745436466401</c:v>
                </c:pt>
                <c:pt idx="2274">
                  <c:v>147.91858907263901</c:v>
                </c:pt>
                <c:pt idx="2275">
                  <c:v>149.203024911032</c:v>
                </c:pt>
                <c:pt idx="2276">
                  <c:v>149.37050450073201</c:v>
                </c:pt>
                <c:pt idx="2277">
                  <c:v>148.88806782499401</c:v>
                </c:pt>
                <c:pt idx="2278">
                  <c:v>149.20990161188999</c:v>
                </c:pt>
                <c:pt idx="2279">
                  <c:v>148.99791710278399</c:v>
                </c:pt>
                <c:pt idx="2280">
                  <c:v>148.451350219803</c:v>
                </c:pt>
                <c:pt idx="2281">
                  <c:v>147.66221477914999</c:v>
                </c:pt>
                <c:pt idx="2282">
                  <c:v>148.304783336822</c:v>
                </c:pt>
                <c:pt idx="2283">
                  <c:v>149.34433745028201</c:v>
                </c:pt>
                <c:pt idx="2284">
                  <c:v>149.123466610843</c:v>
                </c:pt>
                <c:pt idx="2285">
                  <c:v>148.45096294745599</c:v>
                </c:pt>
                <c:pt idx="2286">
                  <c:v>148.27318400669799</c:v>
                </c:pt>
                <c:pt idx="2287">
                  <c:v>148.45522294326901</c:v>
                </c:pt>
                <c:pt idx="2288">
                  <c:v>147.551496755285</c:v>
                </c:pt>
                <c:pt idx="2289">
                  <c:v>147.87972576931099</c:v>
                </c:pt>
                <c:pt idx="2290">
                  <c:v>147.80339124973801</c:v>
                </c:pt>
                <c:pt idx="2291">
                  <c:v>148.089805317144</c:v>
                </c:pt>
                <c:pt idx="2292">
                  <c:v>149.029202428302</c:v>
                </c:pt>
                <c:pt idx="2293">
                  <c:v>149.752218965878</c:v>
                </c:pt>
                <c:pt idx="2294">
                  <c:v>149.87469122880401</c:v>
                </c:pt>
                <c:pt idx="2295">
                  <c:v>149.74028679087201</c:v>
                </c:pt>
                <c:pt idx="2296">
                  <c:v>149.295425999581</c:v>
                </c:pt>
                <c:pt idx="2297">
                  <c:v>149.72824994766501</c:v>
                </c:pt>
                <c:pt idx="2298">
                  <c:v>148.938141092736</c:v>
                </c:pt>
                <c:pt idx="2299">
                  <c:v>149.465019886958</c:v>
                </c:pt>
                <c:pt idx="2300">
                  <c:v>150.735953527318</c:v>
                </c:pt>
                <c:pt idx="2301">
                  <c:v>149.037429348963</c:v>
                </c:pt>
                <c:pt idx="2302">
                  <c:v>148.85727444002501</c:v>
                </c:pt>
                <c:pt idx="2303">
                  <c:v>148.69384550973399</c:v>
                </c:pt>
                <c:pt idx="2304">
                  <c:v>149.551894494452</c:v>
                </c:pt>
                <c:pt idx="2305">
                  <c:v>150.53829809503799</c:v>
                </c:pt>
                <c:pt idx="2306">
                  <c:v>151.344410718023</c:v>
                </c:pt>
                <c:pt idx="2307">
                  <c:v>151.60038727234601</c:v>
                </c:pt>
                <c:pt idx="2308">
                  <c:v>151.453569185681</c:v>
                </c:pt>
                <c:pt idx="2309">
                  <c:v>151.559242202218</c:v>
                </c:pt>
                <c:pt idx="2310">
                  <c:v>151.770535901193</c:v>
                </c:pt>
                <c:pt idx="2311">
                  <c:v>151.59167887795601</c:v>
                </c:pt>
                <c:pt idx="2312">
                  <c:v>150.519258949131</c:v>
                </c:pt>
                <c:pt idx="2313">
                  <c:v>150.028469750889</c:v>
                </c:pt>
                <c:pt idx="2314">
                  <c:v>151.16841113669599</c:v>
                </c:pt>
                <c:pt idx="2315">
                  <c:v>152.323749214988</c:v>
                </c:pt>
                <c:pt idx="2316">
                  <c:v>152.48194473518899</c:v>
                </c:pt>
                <c:pt idx="2317">
                  <c:v>152.34854511199401</c:v>
                </c:pt>
                <c:pt idx="2318">
                  <c:v>152.78252041029901</c:v>
                </c:pt>
                <c:pt idx="2319">
                  <c:v>152.56727025329701</c:v>
                </c:pt>
                <c:pt idx="2320">
                  <c:v>152.43681180657299</c:v>
                </c:pt>
                <c:pt idx="2321">
                  <c:v>151.89386644337401</c:v>
                </c:pt>
                <c:pt idx="2322">
                  <c:v>151.70345405065899</c:v>
                </c:pt>
                <c:pt idx="2323">
                  <c:v>146.435231316726</c:v>
                </c:pt>
                <c:pt idx="2324">
                  <c:v>147.24921498848599</c:v>
                </c:pt>
                <c:pt idx="2325">
                  <c:v>146.86696671551101</c:v>
                </c:pt>
                <c:pt idx="2326">
                  <c:v>145.19212895122399</c:v>
                </c:pt>
                <c:pt idx="2327">
                  <c:v>143.82692066150301</c:v>
                </c:pt>
                <c:pt idx="2328">
                  <c:v>146.05485660456301</c:v>
                </c:pt>
                <c:pt idx="2329">
                  <c:v>145.69470378898799</c:v>
                </c:pt>
                <c:pt idx="2330">
                  <c:v>146.73349382457599</c:v>
                </c:pt>
                <c:pt idx="2331">
                  <c:v>146.83341009001401</c:v>
                </c:pt>
                <c:pt idx="2332">
                  <c:v>147.22643918777399</c:v>
                </c:pt>
                <c:pt idx="2333">
                  <c:v>144.227559137534</c:v>
                </c:pt>
                <c:pt idx="2334">
                  <c:v>145.192746493615</c:v>
                </c:pt>
                <c:pt idx="2335">
                  <c:v>145.72736026794999</c:v>
                </c:pt>
                <c:pt idx="2336">
                  <c:v>145.16904961272701</c:v>
                </c:pt>
                <c:pt idx="2337">
                  <c:v>146.750921080175</c:v>
                </c:pt>
                <c:pt idx="2338">
                  <c:v>147.68016537575801</c:v>
                </c:pt>
                <c:pt idx="2339">
                  <c:v>150.203317981997</c:v>
                </c:pt>
                <c:pt idx="2340">
                  <c:v>150.15035587188601</c:v>
                </c:pt>
                <c:pt idx="2341">
                  <c:v>150.315312957923</c:v>
                </c:pt>
                <c:pt idx="2342">
                  <c:v>150.460142348754</c:v>
                </c:pt>
                <c:pt idx="2343">
                  <c:v>149.52996650617499</c:v>
                </c:pt>
                <c:pt idx="2344">
                  <c:v>148.33870630102501</c:v>
                </c:pt>
                <c:pt idx="2345">
                  <c:v>148.89385597655399</c:v>
                </c:pt>
                <c:pt idx="2346">
                  <c:v>148.71925894913099</c:v>
                </c:pt>
                <c:pt idx="2347">
                  <c:v>149.10551601423401</c:v>
                </c:pt>
                <c:pt idx="2348">
                  <c:v>150.48924010885401</c:v>
                </c:pt>
                <c:pt idx="2349">
                  <c:v>150.65587188612099</c:v>
                </c:pt>
                <c:pt idx="2350">
                  <c:v>151.11530249110299</c:v>
                </c:pt>
                <c:pt idx="2351">
                  <c:v>151.20457400041801</c:v>
                </c:pt>
                <c:pt idx="2352">
                  <c:v>151.60002093364</c:v>
                </c:pt>
                <c:pt idx="2353">
                  <c:v>150.60409252669001</c:v>
                </c:pt>
                <c:pt idx="2354">
                  <c:v>151.538873770148</c:v>
                </c:pt>
                <c:pt idx="2355">
                  <c:v>152.066757379108</c:v>
                </c:pt>
                <c:pt idx="2356">
                  <c:v>153.70249110320199</c:v>
                </c:pt>
                <c:pt idx="2357">
                  <c:v>154.017270253297</c:v>
                </c:pt>
                <c:pt idx="2358">
                  <c:v>154.124283022817</c:v>
                </c:pt>
                <c:pt idx="2359">
                  <c:v>153.939083106552</c:v>
                </c:pt>
                <c:pt idx="2360">
                  <c:v>155.364276742725</c:v>
                </c:pt>
                <c:pt idx="2361">
                  <c:v>155.00642662759</c:v>
                </c:pt>
                <c:pt idx="2362">
                  <c:v>154.951873560812</c:v>
                </c:pt>
                <c:pt idx="2363">
                  <c:v>156.52268159933001</c:v>
                </c:pt>
                <c:pt idx="2364">
                  <c:v>156.40050240736801</c:v>
                </c:pt>
                <c:pt idx="2365">
                  <c:v>156.38136906007901</c:v>
                </c:pt>
                <c:pt idx="2366">
                  <c:v>155.15671969855501</c:v>
                </c:pt>
                <c:pt idx="2367">
                  <c:v>155.568725141302</c:v>
                </c:pt>
                <c:pt idx="2368">
                  <c:v>156.57507850115101</c:v>
                </c:pt>
                <c:pt idx="2369">
                  <c:v>157.25252250366299</c:v>
                </c:pt>
                <c:pt idx="2370">
                  <c:v>157.590223989951</c:v>
                </c:pt>
                <c:pt idx="2371">
                  <c:v>157.994954992673</c:v>
                </c:pt>
                <c:pt idx="2372">
                  <c:v>157.81019468285501</c:v>
                </c:pt>
                <c:pt idx="2373">
                  <c:v>158.31898681180601</c:v>
                </c:pt>
                <c:pt idx="2374">
                  <c:v>156.10943060498201</c:v>
                </c:pt>
                <c:pt idx="2375">
                  <c:v>157.614151140883</c:v>
                </c:pt>
                <c:pt idx="2376">
                  <c:v>157.33160979694301</c:v>
                </c:pt>
                <c:pt idx="2377">
                  <c:v>157.12652292233599</c:v>
                </c:pt>
                <c:pt idx="2378">
                  <c:v>158.48263554532099</c:v>
                </c:pt>
                <c:pt idx="2379">
                  <c:v>158.33669667155101</c:v>
                </c:pt>
                <c:pt idx="2380">
                  <c:v>159.38329495499201</c:v>
                </c:pt>
                <c:pt idx="2381">
                  <c:v>159.62961063428901</c:v>
                </c:pt>
                <c:pt idx="2382">
                  <c:v>159.526690391459</c:v>
                </c:pt>
                <c:pt idx="2383">
                  <c:v>159.33382876282101</c:v>
                </c:pt>
                <c:pt idx="2384">
                  <c:v>157.788517898262</c:v>
                </c:pt>
                <c:pt idx="2385">
                  <c:v>158.649110320284</c:v>
                </c:pt>
                <c:pt idx="2386">
                  <c:v>158.89815783964801</c:v>
                </c:pt>
                <c:pt idx="2387">
                  <c:v>160.166506175423</c:v>
                </c:pt>
                <c:pt idx="2388">
                  <c:v>160.20736864140599</c:v>
                </c:pt>
                <c:pt idx="2389">
                  <c:v>160.80550554741399</c:v>
                </c:pt>
                <c:pt idx="2390">
                  <c:v>161.103391249738</c:v>
                </c:pt>
                <c:pt idx="2391">
                  <c:v>160.24138580699099</c:v>
                </c:pt>
                <c:pt idx="2392">
                  <c:v>158.821279045426</c:v>
                </c:pt>
                <c:pt idx="2393">
                  <c:v>156.03086665270999</c:v>
                </c:pt>
                <c:pt idx="2394">
                  <c:v>157.805411346033</c:v>
                </c:pt>
                <c:pt idx="2395">
                  <c:v>157.95696043541901</c:v>
                </c:pt>
                <c:pt idx="2396">
                  <c:v>156.26921708185</c:v>
                </c:pt>
                <c:pt idx="2397">
                  <c:v>158.642788360895</c:v>
                </c:pt>
                <c:pt idx="2398">
                  <c:v>159.40696043541899</c:v>
                </c:pt>
                <c:pt idx="2399">
                  <c:v>160.44673435210299</c:v>
                </c:pt>
                <c:pt idx="2400">
                  <c:v>160.25177935943</c:v>
                </c:pt>
                <c:pt idx="2401">
                  <c:v>160.530102574837</c:v>
                </c:pt>
                <c:pt idx="2402">
                  <c:v>158.346064475612</c:v>
                </c:pt>
                <c:pt idx="2403">
                  <c:v>159.32444002512</c:v>
                </c:pt>
                <c:pt idx="2404">
                  <c:v>157.27029516432901</c:v>
                </c:pt>
                <c:pt idx="2405">
                  <c:v>156.765825832112</c:v>
                </c:pt>
                <c:pt idx="2406">
                  <c:v>156.25842579024399</c:v>
                </c:pt>
                <c:pt idx="2407">
                  <c:v>157.66638057358099</c:v>
                </c:pt>
                <c:pt idx="2408">
                  <c:v>157.600146535482</c:v>
                </c:pt>
                <c:pt idx="2409">
                  <c:v>157.35279464098801</c:v>
                </c:pt>
                <c:pt idx="2410">
                  <c:v>159.03610006279999</c:v>
                </c:pt>
                <c:pt idx="2411">
                  <c:v>159.60551601423401</c:v>
                </c:pt>
                <c:pt idx="2412">
                  <c:v>159.66119949759201</c:v>
                </c:pt>
                <c:pt idx="2413">
                  <c:v>160.18847603098101</c:v>
                </c:pt>
                <c:pt idx="2414">
                  <c:v>160.33644546786601</c:v>
                </c:pt>
                <c:pt idx="2415">
                  <c:v>158.061147163491</c:v>
                </c:pt>
                <c:pt idx="2416">
                  <c:v>158.965417626125</c:v>
                </c:pt>
                <c:pt idx="2417">
                  <c:v>161.995038727234</c:v>
                </c:pt>
                <c:pt idx="2418">
                  <c:v>162.497153024911</c:v>
                </c:pt>
                <c:pt idx="2419">
                  <c:v>162.185817458656</c:v>
                </c:pt>
                <c:pt idx="2420">
                  <c:v>162.16956248691599</c:v>
                </c:pt>
                <c:pt idx="2421">
                  <c:v>161.835116181704</c:v>
                </c:pt>
                <c:pt idx="2422">
                  <c:v>162.557776847393</c:v>
                </c:pt>
                <c:pt idx="2423">
                  <c:v>160.57098597446</c:v>
                </c:pt>
                <c:pt idx="2424">
                  <c:v>161.35290977600999</c:v>
                </c:pt>
                <c:pt idx="2425">
                  <c:v>158.15758844462999</c:v>
                </c:pt>
                <c:pt idx="2426">
                  <c:v>158.89588653966899</c:v>
                </c:pt>
                <c:pt idx="2427">
                  <c:v>155.18785848859099</c:v>
                </c:pt>
                <c:pt idx="2428">
                  <c:v>152.705871886121</c:v>
                </c:pt>
                <c:pt idx="2429">
                  <c:v>154.27156164957</c:v>
                </c:pt>
                <c:pt idx="2430">
                  <c:v>152.32099644128101</c:v>
                </c:pt>
                <c:pt idx="2431">
                  <c:v>153.42350847812401</c:v>
                </c:pt>
                <c:pt idx="2432">
                  <c:v>154.092212685786</c:v>
                </c:pt>
                <c:pt idx="2433">
                  <c:v>149.99559346870399</c:v>
                </c:pt>
                <c:pt idx="2434">
                  <c:v>153.61868327402101</c:v>
                </c:pt>
                <c:pt idx="2435">
                  <c:v>154.56461168097101</c:v>
                </c:pt>
                <c:pt idx="2436">
                  <c:v>156.739114507012</c:v>
                </c:pt>
                <c:pt idx="2437">
                  <c:v>152.092715093154</c:v>
                </c:pt>
                <c:pt idx="2438">
                  <c:v>152.149822064056</c:v>
                </c:pt>
                <c:pt idx="2439">
                  <c:v>152.07417835461499</c:v>
                </c:pt>
                <c:pt idx="2440">
                  <c:v>149.31348126439099</c:v>
                </c:pt>
                <c:pt idx="2441">
                  <c:v>147.23629893238399</c:v>
                </c:pt>
                <c:pt idx="2442">
                  <c:v>147.71471634917299</c:v>
                </c:pt>
                <c:pt idx="2443">
                  <c:v>151.34427464936101</c:v>
                </c:pt>
                <c:pt idx="2444">
                  <c:v>151.303276114716</c:v>
                </c:pt>
                <c:pt idx="2445">
                  <c:v>151.46713418463401</c:v>
                </c:pt>
                <c:pt idx="2446">
                  <c:v>153.241207871048</c:v>
                </c:pt>
                <c:pt idx="2447">
                  <c:v>153.077559137534</c:v>
                </c:pt>
                <c:pt idx="2448">
                  <c:v>154.842589491312</c:v>
                </c:pt>
                <c:pt idx="2449">
                  <c:v>153.526062382248</c:v>
                </c:pt>
                <c:pt idx="2450">
                  <c:v>149.92220012560099</c:v>
                </c:pt>
                <c:pt idx="2451">
                  <c:v>153.20876072849001</c:v>
                </c:pt>
                <c:pt idx="2452">
                  <c:v>152.56848440443699</c:v>
                </c:pt>
                <c:pt idx="2453">
                  <c:v>154.27966296839</c:v>
                </c:pt>
                <c:pt idx="2454">
                  <c:v>155.89466192170801</c:v>
                </c:pt>
                <c:pt idx="2455">
                  <c:v>154.10181075989101</c:v>
                </c:pt>
                <c:pt idx="2456">
                  <c:v>154.756803433117</c:v>
                </c:pt>
                <c:pt idx="2457">
                  <c:v>152.14073686414</c:v>
                </c:pt>
                <c:pt idx="2458">
                  <c:v>151.94648314841899</c:v>
                </c:pt>
                <c:pt idx="2459">
                  <c:v>154.017919196148</c:v>
                </c:pt>
                <c:pt idx="2460">
                  <c:v>154.02508896797099</c:v>
                </c:pt>
                <c:pt idx="2461">
                  <c:v>155.32229432698301</c:v>
                </c:pt>
                <c:pt idx="2462">
                  <c:v>155.354228595352</c:v>
                </c:pt>
                <c:pt idx="2463">
                  <c:v>154.55856185890701</c:v>
                </c:pt>
                <c:pt idx="2464">
                  <c:v>159.07252459702701</c:v>
                </c:pt>
                <c:pt idx="2465">
                  <c:v>160.04062172911799</c:v>
                </c:pt>
                <c:pt idx="2466">
                  <c:v>158.96444421184799</c:v>
                </c:pt>
                <c:pt idx="2467">
                  <c:v>159.69740422859499</c:v>
                </c:pt>
                <c:pt idx="2468">
                  <c:v>158.858561858907</c:v>
                </c:pt>
                <c:pt idx="2469">
                  <c:v>158.80412392714999</c:v>
                </c:pt>
                <c:pt idx="2470">
                  <c:v>159.66333472890901</c:v>
                </c:pt>
                <c:pt idx="2471">
                  <c:v>160.28643500104599</c:v>
                </c:pt>
                <c:pt idx="2472">
                  <c:v>159.801831693531</c:v>
                </c:pt>
                <c:pt idx="2473">
                  <c:v>161.92539250575601</c:v>
                </c:pt>
                <c:pt idx="2474">
                  <c:v>161.88342055683401</c:v>
                </c:pt>
                <c:pt idx="2475">
                  <c:v>161.14664015072199</c:v>
                </c:pt>
                <c:pt idx="2476">
                  <c:v>161.48606866233999</c:v>
                </c:pt>
                <c:pt idx="2477">
                  <c:v>163.03046891354401</c:v>
                </c:pt>
                <c:pt idx="2478">
                  <c:v>162.50606028888399</c:v>
                </c:pt>
                <c:pt idx="2479">
                  <c:v>163.82175005233401</c:v>
                </c:pt>
                <c:pt idx="2480">
                  <c:v>163.541364873351</c:v>
                </c:pt>
                <c:pt idx="2481">
                  <c:v>162.69688088758599</c:v>
                </c:pt>
                <c:pt idx="2482">
                  <c:v>163.47087083943899</c:v>
                </c:pt>
                <c:pt idx="2483">
                  <c:v>162.100439606447</c:v>
                </c:pt>
                <c:pt idx="2484">
                  <c:v>161.035273184006</c:v>
                </c:pt>
                <c:pt idx="2485">
                  <c:v>161.31902867908701</c:v>
                </c:pt>
                <c:pt idx="2486">
                  <c:v>161.19715302491099</c:v>
                </c:pt>
                <c:pt idx="2487">
                  <c:v>157.068348335775</c:v>
                </c:pt>
                <c:pt idx="2488">
                  <c:v>157.66492568557601</c:v>
                </c:pt>
                <c:pt idx="2489">
                  <c:v>159.052836508268</c:v>
                </c:pt>
                <c:pt idx="2490">
                  <c:v>158.66468494871199</c:v>
                </c:pt>
                <c:pt idx="2491">
                  <c:v>158.50999581327099</c:v>
                </c:pt>
                <c:pt idx="2492">
                  <c:v>160.69473518944901</c:v>
                </c:pt>
                <c:pt idx="2493">
                  <c:v>161.291616077035</c:v>
                </c:pt>
                <c:pt idx="2494">
                  <c:v>160.248911450701</c:v>
                </c:pt>
                <c:pt idx="2495">
                  <c:v>162.17053590119301</c:v>
                </c:pt>
                <c:pt idx="2496">
                  <c:v>157.88595352731801</c:v>
                </c:pt>
                <c:pt idx="2497">
                  <c:v>158.01252878375499</c:v>
                </c:pt>
                <c:pt idx="2498">
                  <c:v>157.22922336194199</c:v>
                </c:pt>
                <c:pt idx="2499">
                  <c:v>159.12378061544899</c:v>
                </c:pt>
                <c:pt idx="2500">
                  <c:v>154.45050240736799</c:v>
                </c:pt>
                <c:pt idx="2501">
                  <c:v>154.36168097132</c:v>
                </c:pt>
                <c:pt idx="2502">
                  <c:v>152.15577768473901</c:v>
                </c:pt>
                <c:pt idx="2503">
                  <c:v>150.636550136068</c:v>
                </c:pt>
                <c:pt idx="2504">
                  <c:v>155.018547205359</c:v>
                </c:pt>
                <c:pt idx="2505">
                  <c:v>153.92311073895701</c:v>
                </c:pt>
                <c:pt idx="2506">
                  <c:v>151.88940757797701</c:v>
                </c:pt>
                <c:pt idx="2507">
                  <c:v>152.68361942641801</c:v>
                </c:pt>
                <c:pt idx="2508">
                  <c:v>150.01774126020501</c:v>
                </c:pt>
                <c:pt idx="2509">
                  <c:v>150.691176470588</c:v>
                </c:pt>
                <c:pt idx="2510">
                  <c:v>148.29043332635499</c:v>
                </c:pt>
                <c:pt idx="2511">
                  <c:v>150.795551601423</c:v>
                </c:pt>
                <c:pt idx="2512">
                  <c:v>147.29068453003899</c:v>
                </c:pt>
                <c:pt idx="2513">
                  <c:v>149.489909985346</c:v>
                </c:pt>
                <c:pt idx="2514">
                  <c:v>153.75984927778899</c:v>
                </c:pt>
                <c:pt idx="2515">
                  <c:v>153.832625078501</c:v>
                </c:pt>
                <c:pt idx="2516">
                  <c:v>155.028595352731</c:v>
                </c:pt>
                <c:pt idx="2517">
                  <c:v>154.115114088339</c:v>
                </c:pt>
                <c:pt idx="2518">
                  <c:v>153.10761984509099</c:v>
                </c:pt>
                <c:pt idx="2519">
                  <c:v>155.43298095038699</c:v>
                </c:pt>
                <c:pt idx="2520">
                  <c:v>157.77104877538201</c:v>
                </c:pt>
                <c:pt idx="2521">
                  <c:v>157.49000418672799</c:v>
                </c:pt>
                <c:pt idx="2522">
                  <c:v>158.67269206615001</c:v>
                </c:pt>
                <c:pt idx="2523">
                  <c:v>154.66266485241701</c:v>
                </c:pt>
                <c:pt idx="2524">
                  <c:v>155.598702114297</c:v>
                </c:pt>
                <c:pt idx="2525">
                  <c:v>155.78942851161801</c:v>
                </c:pt>
                <c:pt idx="2526">
                  <c:v>153.647896169143</c:v>
                </c:pt>
                <c:pt idx="2527">
                  <c:v>151.34002512036801</c:v>
                </c:pt>
                <c:pt idx="2528">
                  <c:v>152.289878584885</c:v>
                </c:pt>
                <c:pt idx="2529">
                  <c:v>152.083064684948</c:v>
                </c:pt>
                <c:pt idx="2530">
                  <c:v>152.827789407578</c:v>
                </c:pt>
                <c:pt idx="2531">
                  <c:v>155.37603098178701</c:v>
                </c:pt>
                <c:pt idx="2532">
                  <c:v>156.631149256855</c:v>
                </c:pt>
                <c:pt idx="2533">
                  <c:v>156.75740004186699</c:v>
                </c:pt>
                <c:pt idx="2534">
                  <c:v>154.52862675319199</c:v>
                </c:pt>
                <c:pt idx="2535">
                  <c:v>154.750648942851</c:v>
                </c:pt>
                <c:pt idx="2536">
                  <c:v>153.69009838810899</c:v>
                </c:pt>
                <c:pt idx="2537">
                  <c:v>151.47150931546901</c:v>
                </c:pt>
                <c:pt idx="2538">
                  <c:v>151.472053590119</c:v>
                </c:pt>
                <c:pt idx="2539">
                  <c:v>147.75275277370699</c:v>
                </c:pt>
                <c:pt idx="2540">
                  <c:v>148.22923382876201</c:v>
                </c:pt>
                <c:pt idx="2541">
                  <c:v>145.50840485660399</c:v>
                </c:pt>
                <c:pt idx="2542">
                  <c:v>147.490935733724</c:v>
                </c:pt>
                <c:pt idx="2543">
                  <c:v>148.66352313167201</c:v>
                </c:pt>
                <c:pt idx="2544">
                  <c:v>146.641846347079</c:v>
                </c:pt>
                <c:pt idx="2545">
                  <c:v>148.236728072011</c:v>
                </c:pt>
                <c:pt idx="2546">
                  <c:v>144.541343939711</c:v>
                </c:pt>
                <c:pt idx="2547">
                  <c:v>143.730468913544</c:v>
                </c:pt>
                <c:pt idx="2548">
                  <c:v>139.549005652082</c:v>
                </c:pt>
                <c:pt idx="2549">
                  <c:v>138.705181075989</c:v>
                </c:pt>
                <c:pt idx="2550">
                  <c:v>137.16797153024899</c:v>
                </c:pt>
                <c:pt idx="2551">
                  <c:v>140.108687460749</c:v>
                </c:pt>
                <c:pt idx="2552">
                  <c:v>141.518756541762</c:v>
                </c:pt>
                <c:pt idx="2553">
                  <c:v>139.27205359011899</c:v>
                </c:pt>
                <c:pt idx="2554">
                  <c:v>141.71761565836201</c:v>
                </c:pt>
                <c:pt idx="2555">
                  <c:v>142.58912497383201</c:v>
                </c:pt>
                <c:pt idx="2556">
                  <c:v>141.91063428930201</c:v>
                </c:pt>
                <c:pt idx="2557">
                  <c:v>144.29005652082799</c:v>
                </c:pt>
                <c:pt idx="2558">
                  <c:v>146.055599748796</c:v>
                </c:pt>
                <c:pt idx="2559">
                  <c:v>144.528072011722</c:v>
                </c:pt>
                <c:pt idx="2560">
                  <c:v>139.90386225664599</c:v>
                </c:pt>
                <c:pt idx="2561">
                  <c:v>138.83732468076201</c:v>
                </c:pt>
                <c:pt idx="2562">
                  <c:v>139.93171446514501</c:v>
                </c:pt>
                <c:pt idx="2563">
                  <c:v>139.34414904751901</c:v>
                </c:pt>
                <c:pt idx="2564">
                  <c:v>140.16402553904101</c:v>
                </c:pt>
                <c:pt idx="2565">
                  <c:v>141.182907682646</c:v>
                </c:pt>
                <c:pt idx="2566">
                  <c:v>143.10350638476001</c:v>
                </c:pt>
                <c:pt idx="2567">
                  <c:v>141.18300188402699</c:v>
                </c:pt>
                <c:pt idx="2568">
                  <c:v>141.30152815574601</c:v>
                </c:pt>
                <c:pt idx="2569">
                  <c:v>141.17414695415499</c:v>
                </c:pt>
                <c:pt idx="2570">
                  <c:v>142.35145488800501</c:v>
                </c:pt>
                <c:pt idx="2571">
                  <c:v>140.51996022608299</c:v>
                </c:pt>
                <c:pt idx="2572">
                  <c:v>141.627820808038</c:v>
                </c:pt>
                <c:pt idx="2573">
                  <c:v>143.58351475821601</c:v>
                </c:pt>
                <c:pt idx="2574">
                  <c:v>144.576952061963</c:v>
                </c:pt>
                <c:pt idx="2575">
                  <c:v>144.44456772032601</c:v>
                </c:pt>
                <c:pt idx="2576">
                  <c:v>143.15305631149201</c:v>
                </c:pt>
                <c:pt idx="2577">
                  <c:v>139.274952899309</c:v>
                </c:pt>
                <c:pt idx="2578">
                  <c:v>139.348534645174</c:v>
                </c:pt>
                <c:pt idx="2579">
                  <c:v>138.868924010885</c:v>
                </c:pt>
                <c:pt idx="2580">
                  <c:v>139.596231944735</c:v>
                </c:pt>
                <c:pt idx="2581">
                  <c:v>136.52329914172</c:v>
                </c:pt>
                <c:pt idx="2582">
                  <c:v>135.37494243248901</c:v>
                </c:pt>
                <c:pt idx="2583">
                  <c:v>133.28130625915799</c:v>
                </c:pt>
                <c:pt idx="2584">
                  <c:v>138.229861837973</c:v>
                </c:pt>
                <c:pt idx="2585">
                  <c:v>136.986581536529</c:v>
                </c:pt>
                <c:pt idx="2586">
                  <c:v>137.68913544065299</c:v>
                </c:pt>
                <c:pt idx="2587">
                  <c:v>134.82727653338901</c:v>
                </c:pt>
                <c:pt idx="2588">
                  <c:v>133.61895541134601</c:v>
                </c:pt>
                <c:pt idx="2589">
                  <c:v>139.28570232363401</c:v>
                </c:pt>
                <c:pt idx="2590">
                  <c:v>135.90339124973801</c:v>
                </c:pt>
                <c:pt idx="2591">
                  <c:v>139.157253506384</c:v>
                </c:pt>
                <c:pt idx="2592">
                  <c:v>141.28990998534599</c:v>
                </c:pt>
                <c:pt idx="2593">
                  <c:v>141.61454888004999</c:v>
                </c:pt>
                <c:pt idx="2594">
                  <c:v>140.37339334310201</c:v>
                </c:pt>
                <c:pt idx="2595">
                  <c:v>138.76520828972099</c:v>
                </c:pt>
                <c:pt idx="2596">
                  <c:v>137.66131463261399</c:v>
                </c:pt>
                <c:pt idx="2597">
                  <c:v>138.44499685995299</c:v>
                </c:pt>
                <c:pt idx="2598">
                  <c:v>143.41394180447901</c:v>
                </c:pt>
                <c:pt idx="2599">
                  <c:v>143.13642453422599</c:v>
                </c:pt>
                <c:pt idx="2600">
                  <c:v>143.322828134812</c:v>
                </c:pt>
                <c:pt idx="2601">
                  <c:v>143.43730374712101</c:v>
                </c:pt>
                <c:pt idx="2602">
                  <c:v>143.66093782708799</c:v>
                </c:pt>
                <c:pt idx="2603">
                  <c:v>142.928260414486</c:v>
                </c:pt>
                <c:pt idx="2604">
                  <c:v>141.77207452375899</c:v>
                </c:pt>
                <c:pt idx="2605">
                  <c:v>142.40622775800699</c:v>
                </c:pt>
                <c:pt idx="2606">
                  <c:v>139.504605400879</c:v>
                </c:pt>
                <c:pt idx="2607">
                  <c:v>139.03247854301799</c:v>
                </c:pt>
                <c:pt idx="2608">
                  <c:v>139.67271299979001</c:v>
                </c:pt>
                <c:pt idx="2609">
                  <c:v>142.841354406531</c:v>
                </c:pt>
                <c:pt idx="2610">
                  <c:v>142.930584048566</c:v>
                </c:pt>
                <c:pt idx="2611">
                  <c:v>145.52349801130401</c:v>
                </c:pt>
                <c:pt idx="2612">
                  <c:v>145.29690182122599</c:v>
                </c:pt>
                <c:pt idx="2613">
                  <c:v>144.01742725559899</c:v>
                </c:pt>
                <c:pt idx="2614">
                  <c:v>144.43511618170399</c:v>
                </c:pt>
                <c:pt idx="2615">
                  <c:v>145.36520828972101</c:v>
                </c:pt>
                <c:pt idx="2616">
                  <c:v>146.309765543227</c:v>
                </c:pt>
                <c:pt idx="2617">
                  <c:v>146.15520200962899</c:v>
                </c:pt>
                <c:pt idx="2618">
                  <c:v>145.587083943897</c:v>
                </c:pt>
                <c:pt idx="2619">
                  <c:v>145.02684739376099</c:v>
                </c:pt>
                <c:pt idx="2620">
                  <c:v>147.51321959388699</c:v>
                </c:pt>
                <c:pt idx="2621">
                  <c:v>147.99010885492899</c:v>
                </c:pt>
                <c:pt idx="2622">
                  <c:v>147.319834624241</c:v>
                </c:pt>
                <c:pt idx="2623">
                  <c:v>148.44636801339701</c:v>
                </c:pt>
                <c:pt idx="2624">
                  <c:v>145.75788151559499</c:v>
                </c:pt>
                <c:pt idx="2625">
                  <c:v>146.29286162863701</c:v>
                </c:pt>
                <c:pt idx="2626">
                  <c:v>145.30887586351199</c:v>
                </c:pt>
                <c:pt idx="2627">
                  <c:v>146.91046682018001</c:v>
                </c:pt>
                <c:pt idx="2628">
                  <c:v>146.85401925894899</c:v>
                </c:pt>
                <c:pt idx="2629">
                  <c:v>147.441804479799</c:v>
                </c:pt>
                <c:pt idx="2630">
                  <c:v>149.002721373246</c:v>
                </c:pt>
                <c:pt idx="2631">
                  <c:v>149.18846556416099</c:v>
                </c:pt>
                <c:pt idx="2632">
                  <c:v>149.323100272137</c:v>
                </c:pt>
                <c:pt idx="2633">
                  <c:v>147.93783755494999</c:v>
                </c:pt>
                <c:pt idx="2634">
                  <c:v>145.563261461168</c:v>
                </c:pt>
                <c:pt idx="2635">
                  <c:v>145.94451538622499</c:v>
                </c:pt>
                <c:pt idx="2636">
                  <c:v>144.01631777265999</c:v>
                </c:pt>
                <c:pt idx="2637">
                  <c:v>145.00174795896999</c:v>
                </c:pt>
                <c:pt idx="2638">
                  <c:v>145.57637638685301</c:v>
                </c:pt>
                <c:pt idx="2639">
                  <c:v>146.353705254343</c:v>
                </c:pt>
                <c:pt idx="2640">
                  <c:v>146.57491103202801</c:v>
                </c:pt>
                <c:pt idx="2641">
                  <c:v>145.03595352731799</c:v>
                </c:pt>
                <c:pt idx="2642">
                  <c:v>144.19650408205899</c:v>
                </c:pt>
                <c:pt idx="2643">
                  <c:v>144.14899518526201</c:v>
                </c:pt>
                <c:pt idx="2644">
                  <c:v>146.959095666736</c:v>
                </c:pt>
                <c:pt idx="2645">
                  <c:v>142.41975088967899</c:v>
                </c:pt>
                <c:pt idx="2646">
                  <c:v>142.53300188402699</c:v>
                </c:pt>
                <c:pt idx="2647">
                  <c:v>142.18577559137501</c:v>
                </c:pt>
                <c:pt idx="2648">
                  <c:v>139.78306468494799</c:v>
                </c:pt>
                <c:pt idx="2649">
                  <c:v>140.24190914799999</c:v>
                </c:pt>
                <c:pt idx="2650">
                  <c:v>142.35178982625001</c:v>
                </c:pt>
                <c:pt idx="2651">
                  <c:v>142.36359639941301</c:v>
                </c:pt>
                <c:pt idx="2652">
                  <c:v>141.39925685576699</c:v>
                </c:pt>
                <c:pt idx="2653">
                  <c:v>140.02616705045</c:v>
                </c:pt>
                <c:pt idx="2654">
                  <c:v>140.55180029306999</c:v>
                </c:pt>
                <c:pt idx="2655">
                  <c:v>137.94493405903199</c:v>
                </c:pt>
                <c:pt idx="2656">
                  <c:v>137.95289930918901</c:v>
                </c:pt>
                <c:pt idx="2657">
                  <c:v>137.564391877747</c:v>
                </c:pt>
                <c:pt idx="2658">
                  <c:v>138.368526271718</c:v>
                </c:pt>
                <c:pt idx="2659">
                  <c:v>134.305118275068</c:v>
                </c:pt>
                <c:pt idx="2660">
                  <c:v>133.80525434373001</c:v>
                </c:pt>
                <c:pt idx="2661">
                  <c:v>133.975423906217</c:v>
                </c:pt>
                <c:pt idx="2662">
                  <c:v>134.489679715302</c:v>
                </c:pt>
                <c:pt idx="2663">
                  <c:v>132.04074733095999</c:v>
                </c:pt>
                <c:pt idx="2664">
                  <c:v>132.18517898262499</c:v>
                </c:pt>
                <c:pt idx="2665">
                  <c:v>131.07671132509901</c:v>
                </c:pt>
                <c:pt idx="2666">
                  <c:v>133.31630730584001</c:v>
                </c:pt>
                <c:pt idx="2667">
                  <c:v>130.279411764705</c:v>
                </c:pt>
                <c:pt idx="2668">
                  <c:v>131.190004186728</c:v>
                </c:pt>
                <c:pt idx="2669">
                  <c:v>129.73514758216399</c:v>
                </c:pt>
                <c:pt idx="2670">
                  <c:v>128.56364873351399</c:v>
                </c:pt>
                <c:pt idx="2671">
                  <c:v>127.16227758007101</c:v>
                </c:pt>
                <c:pt idx="2672">
                  <c:v>130.34988486497801</c:v>
                </c:pt>
                <c:pt idx="2673">
                  <c:v>131.91573163072999</c:v>
                </c:pt>
                <c:pt idx="2674">
                  <c:v>131.95335984927701</c:v>
                </c:pt>
                <c:pt idx="2675">
                  <c:v>131.88229014025501</c:v>
                </c:pt>
                <c:pt idx="2676">
                  <c:v>133.66164957085999</c:v>
                </c:pt>
                <c:pt idx="2677">
                  <c:v>134.204846137743</c:v>
                </c:pt>
                <c:pt idx="2678">
                  <c:v>131.10145488800501</c:v>
                </c:pt>
                <c:pt idx="2679">
                  <c:v>131.64788570232301</c:v>
                </c:pt>
                <c:pt idx="2680">
                  <c:v>129.19884864977999</c:v>
                </c:pt>
                <c:pt idx="2681">
                  <c:v>132.21679924638801</c:v>
                </c:pt>
                <c:pt idx="2682">
                  <c:v>134.42119531086399</c:v>
                </c:pt>
                <c:pt idx="2683">
                  <c:v>132.65447979903701</c:v>
                </c:pt>
                <c:pt idx="2684">
                  <c:v>131.91477915009401</c:v>
                </c:pt>
                <c:pt idx="2685">
                  <c:v>130.73211220431199</c:v>
                </c:pt>
                <c:pt idx="2686">
                  <c:v>134.48579652501499</c:v>
                </c:pt>
                <c:pt idx="2687">
                  <c:v>134.93700020933599</c:v>
                </c:pt>
                <c:pt idx="2688">
                  <c:v>132.517123717814</c:v>
                </c:pt>
                <c:pt idx="2689">
                  <c:v>135.68370316097901</c:v>
                </c:pt>
                <c:pt idx="2690">
                  <c:v>136.62576931128299</c:v>
                </c:pt>
                <c:pt idx="2691">
                  <c:v>134.97880468913499</c:v>
                </c:pt>
                <c:pt idx="2692">
                  <c:v>134.58518944944501</c:v>
                </c:pt>
                <c:pt idx="2693">
                  <c:v>135.32850115135</c:v>
                </c:pt>
                <c:pt idx="2694">
                  <c:v>135.88021770985901</c:v>
                </c:pt>
                <c:pt idx="2695">
                  <c:v>133.828836089595</c:v>
                </c:pt>
                <c:pt idx="2696">
                  <c:v>132.582311073895</c:v>
                </c:pt>
                <c:pt idx="2697">
                  <c:v>133.40413439397099</c:v>
                </c:pt>
                <c:pt idx="2698">
                  <c:v>133.737063010257</c:v>
                </c:pt>
                <c:pt idx="2699">
                  <c:v>135.251821226711</c:v>
                </c:pt>
                <c:pt idx="2700">
                  <c:v>132.597529830437</c:v>
                </c:pt>
                <c:pt idx="2701">
                  <c:v>133.08703160979601</c:v>
                </c:pt>
                <c:pt idx="2702">
                  <c:v>134.14944525852999</c:v>
                </c:pt>
                <c:pt idx="2703">
                  <c:v>136.13942851161801</c:v>
                </c:pt>
                <c:pt idx="2704">
                  <c:v>134.27129997906599</c:v>
                </c:pt>
                <c:pt idx="2705">
                  <c:v>133.72172911869299</c:v>
                </c:pt>
                <c:pt idx="2706">
                  <c:v>133.44989533179799</c:v>
                </c:pt>
                <c:pt idx="2707">
                  <c:v>129.45654176261201</c:v>
                </c:pt>
                <c:pt idx="2708">
                  <c:v>130.03080385178899</c:v>
                </c:pt>
                <c:pt idx="2709">
                  <c:v>132.69752983043699</c:v>
                </c:pt>
                <c:pt idx="2710">
                  <c:v>128.16703998325301</c:v>
                </c:pt>
                <c:pt idx="2711">
                  <c:v>128.95552648105499</c:v>
                </c:pt>
                <c:pt idx="2712">
                  <c:v>130.73567092317299</c:v>
                </c:pt>
                <c:pt idx="2713">
                  <c:v>131.01328239480799</c:v>
                </c:pt>
                <c:pt idx="2714">
                  <c:v>124.837984090433</c:v>
                </c:pt>
                <c:pt idx="2715">
                  <c:v>127.023895750471</c:v>
                </c:pt>
                <c:pt idx="2716">
                  <c:v>121.036853673853</c:v>
                </c:pt>
                <c:pt idx="2717">
                  <c:v>126.283737596818</c:v>
                </c:pt>
                <c:pt idx="2718">
                  <c:v>131.36646430814301</c:v>
                </c:pt>
                <c:pt idx="2719">
                  <c:v>126.344295583001</c:v>
                </c:pt>
                <c:pt idx="2720">
                  <c:v>124.368589072639</c:v>
                </c:pt>
                <c:pt idx="2721">
                  <c:v>124.12269206614999</c:v>
                </c:pt>
                <c:pt idx="2722">
                  <c:v>126.562633451957</c:v>
                </c:pt>
                <c:pt idx="2723">
                  <c:v>126.963868536738</c:v>
                </c:pt>
                <c:pt idx="2724">
                  <c:v>115.803956458028</c:v>
                </c:pt>
                <c:pt idx="2725">
                  <c:v>122.080960854092</c:v>
                </c:pt>
                <c:pt idx="2726">
                  <c:v>121.526564789616</c:v>
                </c:pt>
                <c:pt idx="2727">
                  <c:v>116.62961063428899</c:v>
                </c:pt>
                <c:pt idx="2728">
                  <c:v>115.054825204103</c:v>
                </c:pt>
                <c:pt idx="2729">
                  <c:v>110.62251413020699</c:v>
                </c:pt>
                <c:pt idx="2730">
                  <c:v>104.273837136278</c:v>
                </c:pt>
                <c:pt idx="2731">
                  <c:v>103.092055683483</c:v>
                </c:pt>
                <c:pt idx="2732">
                  <c:v>95.239334310236501</c:v>
                </c:pt>
                <c:pt idx="2733">
                  <c:v>94.119353150512794</c:v>
                </c:pt>
                <c:pt idx="2734">
                  <c:v>105.019175214569</c:v>
                </c:pt>
                <c:pt idx="2735">
                  <c:v>104.460121415114</c:v>
                </c:pt>
                <c:pt idx="2736">
                  <c:v>95.021963575465705</c:v>
                </c:pt>
                <c:pt idx="2737">
                  <c:v>99.060791291605597</c:v>
                </c:pt>
                <c:pt idx="2738">
                  <c:v>98.445886539669203</c:v>
                </c:pt>
                <c:pt idx="2739">
                  <c:v>103.139637848021</c:v>
                </c:pt>
                <c:pt idx="2740">
                  <c:v>99.963805735817402</c:v>
                </c:pt>
                <c:pt idx="2741">
                  <c:v>93.864726815993293</c:v>
                </c:pt>
                <c:pt idx="2742">
                  <c:v>95.050648942851097</c:v>
                </c:pt>
                <c:pt idx="2743">
                  <c:v>91.769897425162199</c:v>
                </c:pt>
                <c:pt idx="2744">
                  <c:v>88.854908938664394</c:v>
                </c:pt>
                <c:pt idx="2745">
                  <c:v>98.440977601004803</c:v>
                </c:pt>
                <c:pt idx="2746">
                  <c:v>97.351099016118894</c:v>
                </c:pt>
                <c:pt idx="2747">
                  <c:v>99.862606238224799</c:v>
                </c:pt>
                <c:pt idx="2748">
                  <c:v>101.3977182332</c:v>
                </c:pt>
                <c:pt idx="2749">
                  <c:v>101.141246598283</c:v>
                </c:pt>
                <c:pt idx="2750">
                  <c:v>105.270395645802</c:v>
                </c:pt>
                <c:pt idx="2751">
                  <c:v>99.724450491940502</c:v>
                </c:pt>
                <c:pt idx="2752">
                  <c:v>94.712618693740794</c:v>
                </c:pt>
                <c:pt idx="2753">
                  <c:v>97.445350743144203</c:v>
                </c:pt>
                <c:pt idx="2754">
                  <c:v>96.211918672807201</c:v>
                </c:pt>
                <c:pt idx="2755">
                  <c:v>94.091995185262704</c:v>
                </c:pt>
                <c:pt idx="2756">
                  <c:v>89.208898157839599</c:v>
                </c:pt>
                <c:pt idx="2757">
                  <c:v>95.383505233410006</c:v>
                </c:pt>
                <c:pt idx="2758">
                  <c:v>91.405820494033904</c:v>
                </c:pt>
                <c:pt idx="2759">
                  <c:v>89.046403705254306</c:v>
                </c:pt>
                <c:pt idx="2760">
                  <c:v>89.922101737492099</c:v>
                </c:pt>
                <c:pt idx="2761">
                  <c:v>84.422848440443701</c:v>
                </c:pt>
                <c:pt idx="2762">
                  <c:v>78.756098492777895</c:v>
                </c:pt>
                <c:pt idx="2763">
                  <c:v>83.737967657525601</c:v>
                </c:pt>
                <c:pt idx="2764">
                  <c:v>89.157357337240896</c:v>
                </c:pt>
                <c:pt idx="2765">
                  <c:v>89.741407996650594</c:v>
                </c:pt>
                <c:pt idx="2766">
                  <c:v>92.9120371572116</c:v>
                </c:pt>
                <c:pt idx="2767">
                  <c:v>93.807529411764705</c:v>
                </c:pt>
                <c:pt idx="2768">
                  <c:v>85.431380259577097</c:v>
                </c:pt>
                <c:pt idx="2769">
                  <c:v>88.843236759472404</c:v>
                </c:pt>
                <c:pt idx="2770">
                  <c:v>91.138661607703497</c:v>
                </c:pt>
                <c:pt idx="2771">
                  <c:v>88.467842683692695</c:v>
                </c:pt>
                <c:pt idx="2772">
                  <c:v>91.696377119530993</c:v>
                </c:pt>
                <c:pt idx="2773">
                  <c:v>95.217028051078003</c:v>
                </c:pt>
                <c:pt idx="2774">
                  <c:v>93.015454992673199</c:v>
                </c:pt>
                <c:pt idx="2775">
                  <c:v>94.121785744190902</c:v>
                </c:pt>
                <c:pt idx="2776">
                  <c:v>91.436891668411107</c:v>
                </c:pt>
                <c:pt idx="2777">
                  <c:v>92.080058195520195</c:v>
                </c:pt>
                <c:pt idx="2778">
                  <c:v>90.912079233828706</c:v>
                </c:pt>
                <c:pt idx="2779">
                  <c:v>95.580792966296798</c:v>
                </c:pt>
                <c:pt idx="2780">
                  <c:v>94.664298199706906</c:v>
                </c:pt>
                <c:pt idx="2781">
                  <c:v>92.660213732467994</c:v>
                </c:pt>
                <c:pt idx="2782">
                  <c:v>92.932935105714805</c:v>
                </c:pt>
                <c:pt idx="2783">
                  <c:v>91.2323688507431</c:v>
                </c:pt>
                <c:pt idx="2784">
                  <c:v>90.344985451119896</c:v>
                </c:pt>
                <c:pt idx="2785">
                  <c:v>90.867977496336593</c:v>
                </c:pt>
                <c:pt idx="2786">
                  <c:v>91.354140150722202</c:v>
                </c:pt>
                <c:pt idx="2787">
                  <c:v>91.000691333472901</c:v>
                </c:pt>
                <c:pt idx="2788">
                  <c:v>93.221229118693699</c:v>
                </c:pt>
                <c:pt idx="2789">
                  <c:v>94.542068348335704</c:v>
                </c:pt>
                <c:pt idx="2790">
                  <c:v>97.529914800083702</c:v>
                </c:pt>
                <c:pt idx="2791">
                  <c:v>97.074536529202405</c:v>
                </c:pt>
                <c:pt idx="2792">
                  <c:v>97.833024597027404</c:v>
                </c:pt>
                <c:pt idx="2793">
                  <c:v>94.897024806363802</c:v>
                </c:pt>
                <c:pt idx="2794">
                  <c:v>95.219963052124697</c:v>
                </c:pt>
                <c:pt idx="2795">
                  <c:v>93.191328972158203</c:v>
                </c:pt>
                <c:pt idx="2796">
                  <c:v>91.088586246598297</c:v>
                </c:pt>
                <c:pt idx="2797">
                  <c:v>91.248188507431394</c:v>
                </c:pt>
                <c:pt idx="2798">
                  <c:v>88.195162759053801</c:v>
                </c:pt>
                <c:pt idx="2799">
                  <c:v>88.312492882562196</c:v>
                </c:pt>
                <c:pt idx="2800">
                  <c:v>88.980579338496895</c:v>
                </c:pt>
                <c:pt idx="2801">
                  <c:v>84.281352522503596</c:v>
                </c:pt>
                <c:pt idx="2802">
                  <c:v>87.946893029097694</c:v>
                </c:pt>
                <c:pt idx="2803">
                  <c:v>86.612439920452104</c:v>
                </c:pt>
                <c:pt idx="2804">
                  <c:v>87.078885388318994</c:v>
                </c:pt>
                <c:pt idx="2805">
                  <c:v>87.562196671551106</c:v>
                </c:pt>
                <c:pt idx="2806">
                  <c:v>88.518529516432906</c:v>
                </c:pt>
                <c:pt idx="2807">
                  <c:v>91.489814737282799</c:v>
                </c:pt>
                <c:pt idx="2808">
                  <c:v>88.459632300606998</c:v>
                </c:pt>
                <c:pt idx="2809">
                  <c:v>86.443547519363605</c:v>
                </c:pt>
                <c:pt idx="2810">
                  <c:v>86.397030667783099</c:v>
                </c:pt>
                <c:pt idx="2811">
                  <c:v>87.764870106761506</c:v>
                </c:pt>
                <c:pt idx="2812">
                  <c:v>87.107720954574006</c:v>
                </c:pt>
                <c:pt idx="2813">
                  <c:v>88.533743458237396</c:v>
                </c:pt>
                <c:pt idx="2814">
                  <c:v>90.915141092735993</c:v>
                </c:pt>
                <c:pt idx="2815">
                  <c:v>91.049307933849704</c:v>
                </c:pt>
                <c:pt idx="2816">
                  <c:v>86.577418044797994</c:v>
                </c:pt>
                <c:pt idx="2817">
                  <c:v>87.265548147372797</c:v>
                </c:pt>
                <c:pt idx="2818">
                  <c:v>87.4177146744819</c:v>
                </c:pt>
                <c:pt idx="2819">
                  <c:v>86.544220954574001</c:v>
                </c:pt>
                <c:pt idx="2820">
                  <c:v>82.601152396901796</c:v>
                </c:pt>
                <c:pt idx="2821">
                  <c:v>82.522097027423001</c:v>
                </c:pt>
                <c:pt idx="2822">
                  <c:v>81.530489219175195</c:v>
                </c:pt>
                <c:pt idx="2823">
                  <c:v>80.599464622147707</c:v>
                </c:pt>
                <c:pt idx="2824">
                  <c:v>77.802836194264103</c:v>
                </c:pt>
                <c:pt idx="2825">
                  <c:v>80.923675109901595</c:v>
                </c:pt>
                <c:pt idx="2826">
                  <c:v>80.060965668829795</c:v>
                </c:pt>
                <c:pt idx="2827">
                  <c:v>78.797430081641195</c:v>
                </c:pt>
                <c:pt idx="2828">
                  <c:v>76.940776847393707</c:v>
                </c:pt>
                <c:pt idx="2829">
                  <c:v>73.3534353150512</c:v>
                </c:pt>
                <c:pt idx="2830">
                  <c:v>72.8836351266485</c:v>
                </c:pt>
                <c:pt idx="2831">
                  <c:v>74.614376386853607</c:v>
                </c:pt>
                <c:pt idx="2832">
                  <c:v>71.441600376805496</c:v>
                </c:pt>
                <c:pt idx="2833">
                  <c:v>71.528580594515304</c:v>
                </c:pt>
                <c:pt idx="2834">
                  <c:v>70.811202637638601</c:v>
                </c:pt>
                <c:pt idx="2835">
                  <c:v>75.319050345405003</c:v>
                </c:pt>
                <c:pt idx="2836">
                  <c:v>75.503247016956195</c:v>
                </c:pt>
                <c:pt idx="2837">
                  <c:v>78.5786782499476</c:v>
                </c:pt>
                <c:pt idx="2838">
                  <c:v>79.187059870211399</c:v>
                </c:pt>
                <c:pt idx="2839">
                  <c:v>78.908591166003703</c:v>
                </c:pt>
                <c:pt idx="2840">
                  <c:v>81.444304061126203</c:v>
                </c:pt>
                <c:pt idx="2841">
                  <c:v>83.1431166003768</c:v>
                </c:pt>
                <c:pt idx="2842">
                  <c:v>82.063980008373406</c:v>
                </c:pt>
                <c:pt idx="2843">
                  <c:v>80.442129997906605</c:v>
                </c:pt>
                <c:pt idx="2844">
                  <c:v>86.133070337031597</c:v>
                </c:pt>
                <c:pt idx="2845">
                  <c:v>84.375351580489806</c:v>
                </c:pt>
                <c:pt idx="2846">
                  <c:v>85.187374084153205</c:v>
                </c:pt>
                <c:pt idx="2847">
                  <c:v>87.173790872932798</c:v>
                </c:pt>
                <c:pt idx="2848">
                  <c:v>85.402811492568503</c:v>
                </c:pt>
                <c:pt idx="2849">
                  <c:v>82.429691333472903</c:v>
                </c:pt>
                <c:pt idx="2850">
                  <c:v>83.511283755495</c:v>
                </c:pt>
                <c:pt idx="2851">
                  <c:v>84.893811073895705</c:v>
                </c:pt>
                <c:pt idx="2852">
                  <c:v>87.332877224199194</c:v>
                </c:pt>
                <c:pt idx="2853">
                  <c:v>88.183002616704997</c:v>
                </c:pt>
                <c:pt idx="2854">
                  <c:v>87.448028993091896</c:v>
                </c:pt>
                <c:pt idx="2855">
                  <c:v>85.362470797571703</c:v>
                </c:pt>
                <c:pt idx="2856">
                  <c:v>86.3676647477496</c:v>
                </c:pt>
                <c:pt idx="2857">
                  <c:v>89.654559765543198</c:v>
                </c:pt>
                <c:pt idx="2858">
                  <c:v>89.8818931337659</c:v>
                </c:pt>
                <c:pt idx="2859">
                  <c:v>88.078797467029503</c:v>
                </c:pt>
                <c:pt idx="2860">
                  <c:v>89.183751622357093</c:v>
                </c:pt>
                <c:pt idx="2861">
                  <c:v>90.569564894285094</c:v>
                </c:pt>
                <c:pt idx="2862">
                  <c:v>91.018997697299497</c:v>
                </c:pt>
                <c:pt idx="2863">
                  <c:v>87.124935733724101</c:v>
                </c:pt>
                <c:pt idx="2864">
                  <c:v>88.976138685367303</c:v>
                </c:pt>
                <c:pt idx="2865">
                  <c:v>88.293229014025499</c:v>
                </c:pt>
                <c:pt idx="2866">
                  <c:v>89.169135859325905</c:v>
                </c:pt>
                <c:pt idx="2867">
                  <c:v>90.6666679924638</c:v>
                </c:pt>
                <c:pt idx="2868">
                  <c:v>89.753578082478498</c:v>
                </c:pt>
                <c:pt idx="2869">
                  <c:v>89.507812015909494</c:v>
                </c:pt>
                <c:pt idx="2870">
                  <c:v>91.442656478961695</c:v>
                </c:pt>
                <c:pt idx="2871">
                  <c:v>91.355163177726595</c:v>
                </c:pt>
                <c:pt idx="2872">
                  <c:v>91.848752983043696</c:v>
                </c:pt>
                <c:pt idx="2873">
                  <c:v>94.958921394180393</c:v>
                </c:pt>
                <c:pt idx="2874">
                  <c:v>94.599237387481594</c:v>
                </c:pt>
                <c:pt idx="2875">
                  <c:v>96.2460410299351</c:v>
                </c:pt>
                <c:pt idx="2876">
                  <c:v>94.9747190705463</c:v>
                </c:pt>
                <c:pt idx="2877">
                  <c:v>97.260943793175599</c:v>
                </c:pt>
                <c:pt idx="2878">
                  <c:v>95.1684578187146</c:v>
                </c:pt>
                <c:pt idx="2879">
                  <c:v>95.074965145488804</c:v>
                </c:pt>
                <c:pt idx="2880">
                  <c:v>92.517903077245094</c:v>
                </c:pt>
                <c:pt idx="2881">
                  <c:v>93.475561335566198</c:v>
                </c:pt>
                <c:pt idx="2882">
                  <c:v>92.408968599539406</c:v>
                </c:pt>
                <c:pt idx="2883">
                  <c:v>95.217470483566998</c:v>
                </c:pt>
                <c:pt idx="2884">
                  <c:v>95.052297676365896</c:v>
                </c:pt>
                <c:pt idx="2885">
                  <c:v>94.564828239480804</c:v>
                </c:pt>
                <c:pt idx="2886">
                  <c:v>92.980023655013596</c:v>
                </c:pt>
                <c:pt idx="2887">
                  <c:v>92.840846765752502</c:v>
                </c:pt>
                <c:pt idx="2888">
                  <c:v>95.282704940339102</c:v>
                </c:pt>
                <c:pt idx="2889">
                  <c:v>93.474961900774503</c:v>
                </c:pt>
                <c:pt idx="2890">
                  <c:v>94.916576931128304</c:v>
                </c:pt>
                <c:pt idx="2891">
                  <c:v>96.204716663177706</c:v>
                </c:pt>
                <c:pt idx="2892">
                  <c:v>98.688564998953296</c:v>
                </c:pt>
                <c:pt idx="2893">
                  <c:v>98.883838915637398</c:v>
                </c:pt>
                <c:pt idx="2894">
                  <c:v>97.525883608959504</c:v>
                </c:pt>
                <c:pt idx="2895">
                  <c:v>98.645996127276504</c:v>
                </c:pt>
                <c:pt idx="2896">
                  <c:v>98.397341323006003</c:v>
                </c:pt>
                <c:pt idx="2897">
                  <c:v>98.297581013188093</c:v>
                </c:pt>
                <c:pt idx="2898">
                  <c:v>98.642876386853601</c:v>
                </c:pt>
                <c:pt idx="2899">
                  <c:v>98.299473309608501</c:v>
                </c:pt>
                <c:pt idx="2900">
                  <c:v>98.900023445677107</c:v>
                </c:pt>
                <c:pt idx="2901">
                  <c:v>99.037793908310604</c:v>
                </c:pt>
                <c:pt idx="2902">
                  <c:v>96.684201172283807</c:v>
                </c:pt>
                <c:pt idx="2903">
                  <c:v>95.453879840904307</c:v>
                </c:pt>
                <c:pt idx="2904">
                  <c:v>95.321974146954105</c:v>
                </c:pt>
                <c:pt idx="2905">
                  <c:v>96.124149256855702</c:v>
                </c:pt>
                <c:pt idx="2906">
                  <c:v>96.423131358593196</c:v>
                </c:pt>
                <c:pt idx="2907">
                  <c:v>93.473160665689704</c:v>
                </c:pt>
                <c:pt idx="2908">
                  <c:v>93.688295164329006</c:v>
                </c:pt>
                <c:pt idx="2909">
                  <c:v>94.299831170190501</c:v>
                </c:pt>
                <c:pt idx="2910">
                  <c:v>96.322365292024202</c:v>
                </c:pt>
                <c:pt idx="2911">
                  <c:v>96.180078710487706</c:v>
                </c:pt>
                <c:pt idx="2912">
                  <c:v>97.051376700858199</c:v>
                </c:pt>
                <c:pt idx="2913">
                  <c:v>96.223983881096899</c:v>
                </c:pt>
                <c:pt idx="2914">
                  <c:v>96.6430851999162</c:v>
                </c:pt>
                <c:pt idx="2915">
                  <c:v>93.826991626543801</c:v>
                </c:pt>
                <c:pt idx="2916">
                  <c:v>94.067165061754196</c:v>
                </c:pt>
                <c:pt idx="2917">
                  <c:v>92.216055055474101</c:v>
                </c:pt>
                <c:pt idx="2918">
                  <c:v>92.061953213313799</c:v>
                </c:pt>
                <c:pt idx="2919">
                  <c:v>92.388760519154204</c:v>
                </c:pt>
                <c:pt idx="2920">
                  <c:v>92.016781766799198</c:v>
                </c:pt>
                <c:pt idx="2921">
                  <c:v>94.311440025120305</c:v>
                </c:pt>
                <c:pt idx="2922">
                  <c:v>94.812323843416294</c:v>
                </c:pt>
                <c:pt idx="2923">
                  <c:v>97.621594410718004</c:v>
                </c:pt>
                <c:pt idx="2924">
                  <c:v>98.465991103202796</c:v>
                </c:pt>
                <c:pt idx="2925">
                  <c:v>98.427501046681996</c:v>
                </c:pt>
                <c:pt idx="2926">
                  <c:v>99.552602679505895</c:v>
                </c:pt>
                <c:pt idx="2927">
                  <c:v>99.913776952061895</c:v>
                </c:pt>
                <c:pt idx="2928">
                  <c:v>99.8610138162026</c:v>
                </c:pt>
                <c:pt idx="2929">
                  <c:v>102.18663502198</c:v>
                </c:pt>
                <c:pt idx="2930">
                  <c:v>102.497661503035</c:v>
                </c:pt>
                <c:pt idx="2931">
                  <c:v>102.80266286372201</c:v>
                </c:pt>
                <c:pt idx="2932">
                  <c:v>102.53543594305999</c:v>
                </c:pt>
                <c:pt idx="2933">
                  <c:v>102.06688622566401</c:v>
                </c:pt>
                <c:pt idx="2934">
                  <c:v>103.281807515176</c:v>
                </c:pt>
                <c:pt idx="2935">
                  <c:v>103.357251203684</c:v>
                </c:pt>
                <c:pt idx="2936">
                  <c:v>104.942960416783</c:v>
                </c:pt>
                <c:pt idx="2937">
                  <c:v>105.25930882922199</c:v>
                </c:pt>
                <c:pt idx="2938">
                  <c:v>104.95321846766301</c:v>
                </c:pt>
                <c:pt idx="2939">
                  <c:v>104.362654127223</c:v>
                </c:pt>
                <c:pt idx="2940">
                  <c:v>105.764614070184</c:v>
                </c:pt>
                <c:pt idx="2941">
                  <c:v>105.410857197217</c:v>
                </c:pt>
                <c:pt idx="2942">
                  <c:v>104.07635955265501</c:v>
                </c:pt>
                <c:pt idx="2943">
                  <c:v>105.27591974820101</c:v>
                </c:pt>
                <c:pt idx="2944">
                  <c:v>106.000934948685</c:v>
                </c:pt>
                <c:pt idx="2945">
                  <c:v>105.09672612415</c:v>
                </c:pt>
                <c:pt idx="2946">
                  <c:v>102.54656949615899</c:v>
                </c:pt>
                <c:pt idx="2947">
                  <c:v>103.586918754477</c:v>
                </c:pt>
                <c:pt idx="2948">
                  <c:v>104.29814495718</c:v>
                </c:pt>
                <c:pt idx="2949">
                  <c:v>105.439651619793</c:v>
                </c:pt>
                <c:pt idx="2950">
                  <c:v>107.403160893237</c:v>
                </c:pt>
                <c:pt idx="2951">
                  <c:v>107.344822434599</c:v>
                </c:pt>
                <c:pt idx="2952">
                  <c:v>107.598732802649</c:v>
                </c:pt>
                <c:pt idx="2953">
                  <c:v>107.611867063594</c:v>
                </c:pt>
                <c:pt idx="2954">
                  <c:v>107.911042835283</c:v>
                </c:pt>
                <c:pt idx="2955">
                  <c:v>107.69643320935501</c:v>
                </c:pt>
                <c:pt idx="2956">
                  <c:v>106.82694543717599</c:v>
                </c:pt>
                <c:pt idx="2957">
                  <c:v>104.463268653835</c:v>
                </c:pt>
                <c:pt idx="2958">
                  <c:v>104.119179777949</c:v>
                </c:pt>
                <c:pt idx="2959">
                  <c:v>105.007157759276</c:v>
                </c:pt>
                <c:pt idx="2960">
                  <c:v>106.38514163664</c:v>
                </c:pt>
                <c:pt idx="2961">
                  <c:v>107.32531704258</c:v>
                </c:pt>
                <c:pt idx="2962">
                  <c:v>108.161405689894</c:v>
                </c:pt>
                <c:pt idx="2963">
                  <c:v>109.288281982603</c:v>
                </c:pt>
                <c:pt idx="2964">
                  <c:v>109.14090255056701</c:v>
                </c:pt>
                <c:pt idx="2965">
                  <c:v>109.83213313956701</c:v>
                </c:pt>
                <c:pt idx="2966">
                  <c:v>110.177053165822</c:v>
                </c:pt>
                <c:pt idx="2967">
                  <c:v>111.86488464671</c:v>
                </c:pt>
                <c:pt idx="2968">
                  <c:v>111.52243416087499</c:v>
                </c:pt>
                <c:pt idx="2969">
                  <c:v>111.816550991627</c:v>
                </c:pt>
                <c:pt idx="2970">
                  <c:v>111.43583990824099</c:v>
                </c:pt>
                <c:pt idx="2971">
                  <c:v>112.168999277655</c:v>
                </c:pt>
                <c:pt idx="2972">
                  <c:v>111.03886410677801</c:v>
                </c:pt>
                <c:pt idx="2973">
                  <c:v>109.983473250712</c:v>
                </c:pt>
                <c:pt idx="2974">
                  <c:v>109.313625233107</c:v>
                </c:pt>
                <c:pt idx="2975">
                  <c:v>111.26034307559</c:v>
                </c:pt>
                <c:pt idx="2976">
                  <c:v>111.011696153608</c:v>
                </c:pt>
                <c:pt idx="2977">
                  <c:v>110.64251182492499</c:v>
                </c:pt>
                <c:pt idx="2978">
                  <c:v>107.792110889423</c:v>
                </c:pt>
                <c:pt idx="2979">
                  <c:v>107.306935660908</c:v>
                </c:pt>
                <c:pt idx="2980">
                  <c:v>108.902601097895</c:v>
                </c:pt>
                <c:pt idx="2981">
                  <c:v>110.395529450193</c:v>
                </c:pt>
                <c:pt idx="2982">
                  <c:v>110.695511490743</c:v>
                </c:pt>
                <c:pt idx="2983">
                  <c:v>111.52195765049601</c:v>
                </c:pt>
                <c:pt idx="2984">
                  <c:v>112.15085010591299</c:v>
                </c:pt>
                <c:pt idx="2985">
                  <c:v>112.64274071041</c:v>
                </c:pt>
                <c:pt idx="2986">
                  <c:v>112.328985405024</c:v>
                </c:pt>
                <c:pt idx="2987">
                  <c:v>114.30000558364701</c:v>
                </c:pt>
                <c:pt idx="2988">
                  <c:v>114.774733977252</c:v>
                </c:pt>
                <c:pt idx="2989">
                  <c:v>113.845754949059</c:v>
                </c:pt>
                <c:pt idx="2990">
                  <c:v>114.915992252455</c:v>
                </c:pt>
                <c:pt idx="2991">
                  <c:v>114.199717358615</c:v>
                </c:pt>
                <c:pt idx="2992">
                  <c:v>113.188260549182</c:v>
                </c:pt>
                <c:pt idx="2993">
                  <c:v>114.39283835849901</c:v>
                </c:pt>
                <c:pt idx="2994">
                  <c:v>113.000046042332</c:v>
                </c:pt>
                <c:pt idx="2995">
                  <c:v>111.675756606213</c:v>
                </c:pt>
                <c:pt idx="2996">
                  <c:v>111.305724802716</c:v>
                </c:pt>
                <c:pt idx="2997">
                  <c:v>109.13036152054499</c:v>
                </c:pt>
                <c:pt idx="2998">
                  <c:v>111.587575417808</c:v>
                </c:pt>
                <c:pt idx="2999">
                  <c:v>108.456618918526</c:v>
                </c:pt>
                <c:pt idx="3000">
                  <c:v>109.15603968082399</c:v>
                </c:pt>
                <c:pt idx="3001">
                  <c:v>109.421066987788</c:v>
                </c:pt>
                <c:pt idx="3002">
                  <c:v>109.53526718133099</c:v>
                </c:pt>
                <c:pt idx="3003">
                  <c:v>111.642332725971</c:v>
                </c:pt>
                <c:pt idx="3004">
                  <c:v>111.921771080306</c:v>
                </c:pt>
                <c:pt idx="3005">
                  <c:v>114.410752903984</c:v>
                </c:pt>
                <c:pt idx="3006">
                  <c:v>114.403805818188</c:v>
                </c:pt>
                <c:pt idx="3007">
                  <c:v>114.978771621254</c:v>
                </c:pt>
                <c:pt idx="3008">
                  <c:v>113.799185972687</c:v>
                </c:pt>
                <c:pt idx="3009">
                  <c:v>114.452657301427</c:v>
                </c:pt>
                <c:pt idx="3010">
                  <c:v>116.108291520905</c:v>
                </c:pt>
                <c:pt idx="3011">
                  <c:v>116.214922843667</c:v>
                </c:pt>
                <c:pt idx="3012">
                  <c:v>116.16033544533499</c:v>
                </c:pt>
                <c:pt idx="3013">
                  <c:v>114.600805522551</c:v>
                </c:pt>
                <c:pt idx="3014">
                  <c:v>114.232461444381</c:v>
                </c:pt>
                <c:pt idx="3015">
                  <c:v>115.788339258227</c:v>
                </c:pt>
                <c:pt idx="3016">
                  <c:v>115.72673297113499</c:v>
                </c:pt>
                <c:pt idx="3017">
                  <c:v>116.247609140458</c:v>
                </c:pt>
                <c:pt idx="3018">
                  <c:v>114.244422701472</c:v>
                </c:pt>
                <c:pt idx="3019">
                  <c:v>114.677575712833</c:v>
                </c:pt>
                <c:pt idx="3020">
                  <c:v>116.062733527492</c:v>
                </c:pt>
                <c:pt idx="3021">
                  <c:v>116.101660445725</c:v>
                </c:pt>
                <c:pt idx="3022">
                  <c:v>115.12688156362</c:v>
                </c:pt>
                <c:pt idx="3023">
                  <c:v>115.76047133476</c:v>
                </c:pt>
                <c:pt idx="3024">
                  <c:v>115.475500549226</c:v>
                </c:pt>
                <c:pt idx="3025">
                  <c:v>114.291419234674</c:v>
                </c:pt>
                <c:pt idx="3026">
                  <c:v>114.710971584376</c:v>
                </c:pt>
                <c:pt idx="3027">
                  <c:v>115.381164331728</c:v>
                </c:pt>
                <c:pt idx="3028">
                  <c:v>115.806094506034</c:v>
                </c:pt>
                <c:pt idx="3029">
                  <c:v>116.612274060959</c:v>
                </c:pt>
                <c:pt idx="3030">
                  <c:v>115.964706688012</c:v>
                </c:pt>
                <c:pt idx="3031">
                  <c:v>116.09573310466899</c:v>
                </c:pt>
                <c:pt idx="3032">
                  <c:v>114.725063274988</c:v>
                </c:pt>
                <c:pt idx="3033">
                  <c:v>115.393094574201</c:v>
                </c:pt>
                <c:pt idx="3034">
                  <c:v>116.605202112291</c:v>
                </c:pt>
                <c:pt idx="3035">
                  <c:v>117.021607490356</c:v>
                </c:pt>
                <c:pt idx="3036">
                  <c:v>117.29035384067799</c:v>
                </c:pt>
                <c:pt idx="3037">
                  <c:v>117.906222194176</c:v>
                </c:pt>
                <c:pt idx="3038">
                  <c:v>118.042365515283</c:v>
                </c:pt>
                <c:pt idx="3039">
                  <c:v>117.877758801772</c:v>
                </c:pt>
                <c:pt idx="3040">
                  <c:v>117.900472958042</c:v>
                </c:pt>
                <c:pt idx="3041">
                  <c:v>116.71579240430501</c:v>
                </c:pt>
                <c:pt idx="3042">
                  <c:v>118.587552616178</c:v>
                </c:pt>
                <c:pt idx="3043">
                  <c:v>118.95785914932399</c:v>
                </c:pt>
                <c:pt idx="3044">
                  <c:v>119.02217184186399</c:v>
                </c:pt>
                <c:pt idx="3045">
                  <c:v>119.49915510469999</c:v>
                </c:pt>
                <c:pt idx="3046">
                  <c:v>119.843317733329</c:v>
                </c:pt>
                <c:pt idx="3047">
                  <c:v>120.052227017547</c:v>
                </c:pt>
                <c:pt idx="3048">
                  <c:v>118.926226529855</c:v>
                </c:pt>
                <c:pt idx="3049">
                  <c:v>119.91584827637899</c:v>
                </c:pt>
                <c:pt idx="3050">
                  <c:v>120.207310854979</c:v>
                </c:pt>
                <c:pt idx="3051">
                  <c:v>118.90610014059899</c:v>
                </c:pt>
                <c:pt idx="3052">
                  <c:v>120.392733761076</c:v>
                </c:pt>
                <c:pt idx="3053">
                  <c:v>119.116626168433</c:v>
                </c:pt>
                <c:pt idx="3054">
                  <c:v>116.859800731552</c:v>
                </c:pt>
                <c:pt idx="3055">
                  <c:v>114.272088639914</c:v>
                </c:pt>
                <c:pt idx="3056">
                  <c:v>114.798503305954</c:v>
                </c:pt>
                <c:pt idx="3057">
                  <c:v>114.315045842172</c:v>
                </c:pt>
                <c:pt idx="3058">
                  <c:v>114.87378919287301</c:v>
                </c:pt>
                <c:pt idx="3059">
                  <c:v>113.515429697755</c:v>
                </c:pt>
                <c:pt idx="3060">
                  <c:v>112.399975326931</c:v>
                </c:pt>
                <c:pt idx="3061">
                  <c:v>114.003426371787</c:v>
                </c:pt>
                <c:pt idx="3062">
                  <c:v>115.482839879575</c:v>
                </c:pt>
                <c:pt idx="3063">
                  <c:v>114.85050187985701</c:v>
                </c:pt>
                <c:pt idx="3064">
                  <c:v>111.27379738701499</c:v>
                </c:pt>
                <c:pt idx="3065">
                  <c:v>111.595857946021</c:v>
                </c:pt>
                <c:pt idx="3066">
                  <c:v>110.607563854201</c:v>
                </c:pt>
                <c:pt idx="3067">
                  <c:v>112.04979490373699</c:v>
                </c:pt>
                <c:pt idx="3068">
                  <c:v>111.79972737995</c:v>
                </c:pt>
                <c:pt idx="3069">
                  <c:v>112.881157155709</c:v>
                </c:pt>
                <c:pt idx="3070">
                  <c:v>112.57203920537</c:v>
                </c:pt>
                <c:pt idx="3071">
                  <c:v>114.598174679689</c:v>
                </c:pt>
                <c:pt idx="3072">
                  <c:v>115.08363897834499</c:v>
                </c:pt>
                <c:pt idx="3073">
                  <c:v>115.84175171205899</c:v>
                </c:pt>
                <c:pt idx="3074">
                  <c:v>116.095141662846</c:v>
                </c:pt>
                <c:pt idx="3075">
                  <c:v>115.973929546837</c:v>
                </c:pt>
                <c:pt idx="3076">
                  <c:v>114.56997802737</c:v>
                </c:pt>
                <c:pt idx="3077">
                  <c:v>115.68392308304399</c:v>
                </c:pt>
                <c:pt idx="3078">
                  <c:v>115.44300987344999</c:v>
                </c:pt>
                <c:pt idx="3079">
                  <c:v>115.60533490268899</c:v>
                </c:pt>
                <c:pt idx="3080">
                  <c:v>116.779619094366</c:v>
                </c:pt>
                <c:pt idx="3081">
                  <c:v>117.051554351486</c:v>
                </c:pt>
                <c:pt idx="3082">
                  <c:v>117.10172923122801</c:v>
                </c:pt>
                <c:pt idx="3083">
                  <c:v>117.539623184562</c:v>
                </c:pt>
                <c:pt idx="3084">
                  <c:v>119.185480023365</c:v>
                </c:pt>
                <c:pt idx="3085">
                  <c:v>119.165257780555</c:v>
                </c:pt>
                <c:pt idx="3086">
                  <c:v>119.368474815756</c:v>
                </c:pt>
                <c:pt idx="3087">
                  <c:v>119.90883102233801</c:v>
                </c:pt>
                <c:pt idx="3088">
                  <c:v>120.393882125118</c:v>
                </c:pt>
                <c:pt idx="3089">
                  <c:v>120.367584917362</c:v>
                </c:pt>
                <c:pt idx="3090">
                  <c:v>120.42221768361701</c:v>
                </c:pt>
                <c:pt idx="3091">
                  <c:v>121.35900296037001</c:v>
                </c:pt>
                <c:pt idx="3092">
                  <c:v>122.06510385018299</c:v>
                </c:pt>
                <c:pt idx="3093">
                  <c:v>122.025645179105</c:v>
                </c:pt>
                <c:pt idx="3094">
                  <c:v>121.40436995113301</c:v>
                </c:pt>
                <c:pt idx="3095">
                  <c:v>122.022980363784</c:v>
                </c:pt>
                <c:pt idx="3096">
                  <c:v>122.897870602323</c:v>
                </c:pt>
                <c:pt idx="3097">
                  <c:v>122.222869065618</c:v>
                </c:pt>
                <c:pt idx="3098">
                  <c:v>122.01456462735899</c:v>
                </c:pt>
                <c:pt idx="3099">
                  <c:v>122.104730168887</c:v>
                </c:pt>
                <c:pt idx="3100">
                  <c:v>122.79906049419399</c:v>
                </c:pt>
                <c:pt idx="3101">
                  <c:v>122.80421334605499</c:v>
                </c:pt>
                <c:pt idx="3102">
                  <c:v>122.40226006888901</c:v>
                </c:pt>
                <c:pt idx="3103">
                  <c:v>123.309883345535</c:v>
                </c:pt>
                <c:pt idx="3104">
                  <c:v>124.287131457497</c:v>
                </c:pt>
                <c:pt idx="3105">
                  <c:v>124.496662032237</c:v>
                </c:pt>
                <c:pt idx="3106">
                  <c:v>123.76496110118499</c:v>
                </c:pt>
                <c:pt idx="3107">
                  <c:v>124.18263826194</c:v>
                </c:pt>
                <c:pt idx="3108">
                  <c:v>125.012320668857</c:v>
                </c:pt>
                <c:pt idx="3109">
                  <c:v>125.23322987104901</c:v>
                </c:pt>
                <c:pt idx="3110">
                  <c:v>125.31936888678401</c:v>
                </c:pt>
                <c:pt idx="3111">
                  <c:v>126.716733813301</c:v>
                </c:pt>
                <c:pt idx="3112">
                  <c:v>126.82311565525001</c:v>
                </c:pt>
                <c:pt idx="3113">
                  <c:v>124.777981586785</c:v>
                </c:pt>
                <c:pt idx="3114">
                  <c:v>125.34207217111199</c:v>
                </c:pt>
                <c:pt idx="3115">
                  <c:v>126.352785267337</c:v>
                </c:pt>
                <c:pt idx="3116">
                  <c:v>126.224062561248</c:v>
                </c:pt>
                <c:pt idx="3117">
                  <c:v>126.509282752649</c:v>
                </c:pt>
                <c:pt idx="3118">
                  <c:v>127.410053234779</c:v>
                </c:pt>
                <c:pt idx="3119">
                  <c:v>126.863513920608</c:v>
                </c:pt>
                <c:pt idx="3120">
                  <c:v>123.897128641329</c:v>
                </c:pt>
                <c:pt idx="3121">
                  <c:v>124.69707275786099</c:v>
                </c:pt>
                <c:pt idx="3122">
                  <c:v>126.311086107469</c:v>
                </c:pt>
                <c:pt idx="3123">
                  <c:v>124.208643134477</c:v>
                </c:pt>
                <c:pt idx="3124">
                  <c:v>125.83840445630101</c:v>
                </c:pt>
                <c:pt idx="3125">
                  <c:v>122.83852678683201</c:v>
                </c:pt>
                <c:pt idx="3126">
                  <c:v>122.032343450992</c:v>
                </c:pt>
                <c:pt idx="3127">
                  <c:v>118.08147330680499</c:v>
                </c:pt>
                <c:pt idx="3128">
                  <c:v>116.274302266764</c:v>
                </c:pt>
                <c:pt idx="3129">
                  <c:v>121.386482773756</c:v>
                </c:pt>
                <c:pt idx="3130">
                  <c:v>120.974116191148</c:v>
                </c:pt>
                <c:pt idx="3131">
                  <c:v>122.636872716822</c:v>
                </c:pt>
                <c:pt idx="3132">
                  <c:v>121.146892888545</c:v>
                </c:pt>
                <c:pt idx="3133">
                  <c:v>118.869828701901</c:v>
                </c:pt>
                <c:pt idx="3134">
                  <c:v>119.001727449577</c:v>
                </c:pt>
                <c:pt idx="3135">
                  <c:v>117.312437532928</c:v>
                </c:pt>
                <c:pt idx="3136">
                  <c:v>116.710214479299</c:v>
                </c:pt>
                <c:pt idx="3137">
                  <c:v>112.161782945966</c:v>
                </c:pt>
                <c:pt idx="3138">
                  <c:v>113.846896693494</c:v>
                </c:pt>
                <c:pt idx="3139">
                  <c:v>112.37726583261301</c:v>
                </c:pt>
                <c:pt idx="3140">
                  <c:v>112.416460258816</c:v>
                </c:pt>
                <c:pt idx="3141">
                  <c:v>111.78013505627101</c:v>
                </c:pt>
                <c:pt idx="3142">
                  <c:v>115.45552449575</c:v>
                </c:pt>
                <c:pt idx="3143">
                  <c:v>114.026150729405</c:v>
                </c:pt>
                <c:pt idx="3144">
                  <c:v>112.069012264216</c:v>
                </c:pt>
                <c:pt idx="3145">
                  <c:v>114.96546304399899</c:v>
                </c:pt>
                <c:pt idx="3146">
                  <c:v>115.430718168835</c:v>
                </c:pt>
                <c:pt idx="3147">
                  <c:v>111.458555752059</c:v>
                </c:pt>
                <c:pt idx="3148">
                  <c:v>109.95131031693199</c:v>
                </c:pt>
                <c:pt idx="3149">
                  <c:v>111.15800670184601</c:v>
                </c:pt>
                <c:pt idx="3150">
                  <c:v>110.497588962417</c:v>
                </c:pt>
                <c:pt idx="3151">
                  <c:v>113.757078551888</c:v>
                </c:pt>
                <c:pt idx="3152">
                  <c:v>114.255763117391</c:v>
                </c:pt>
                <c:pt idx="3153">
                  <c:v>114.04914812643899</c:v>
                </c:pt>
                <c:pt idx="3154">
                  <c:v>116.7288864449</c:v>
                </c:pt>
                <c:pt idx="3155">
                  <c:v>116.664078657299</c:v>
                </c:pt>
                <c:pt idx="3156">
                  <c:v>116.813421004853</c:v>
                </c:pt>
                <c:pt idx="3157">
                  <c:v>116.967825849948</c:v>
                </c:pt>
                <c:pt idx="3158">
                  <c:v>116.516500680901</c:v>
                </c:pt>
                <c:pt idx="3159">
                  <c:v>114.644206953034</c:v>
                </c:pt>
                <c:pt idx="3160">
                  <c:v>114.301353065995</c:v>
                </c:pt>
                <c:pt idx="3161">
                  <c:v>112.381244563148</c:v>
                </c:pt>
                <c:pt idx="3162">
                  <c:v>112.70301839617299</c:v>
                </c:pt>
                <c:pt idx="3163">
                  <c:v>112.47330518726299</c:v>
                </c:pt>
                <c:pt idx="3164">
                  <c:v>108.984977396993</c:v>
                </c:pt>
                <c:pt idx="3165">
                  <c:v>107.882570996764</c:v>
                </c:pt>
                <c:pt idx="3166">
                  <c:v>107.53337558921901</c:v>
                </c:pt>
                <c:pt idx="3167">
                  <c:v>107.03192122943</c:v>
                </c:pt>
                <c:pt idx="3168">
                  <c:v>107.605243116968</c:v>
                </c:pt>
                <c:pt idx="3169">
                  <c:v>110.976847631723</c:v>
                </c:pt>
                <c:pt idx="3170">
                  <c:v>112.02067193163001</c:v>
                </c:pt>
                <c:pt idx="3171">
                  <c:v>112.82789503082</c:v>
                </c:pt>
                <c:pt idx="3172">
                  <c:v>112.91052427493101</c:v>
                </c:pt>
                <c:pt idx="3173">
                  <c:v>114.64683619488</c:v>
                </c:pt>
                <c:pt idx="3174">
                  <c:v>114.62960297733299</c:v>
                </c:pt>
                <c:pt idx="3175">
                  <c:v>114.766153751912</c:v>
                </c:pt>
                <c:pt idx="3176">
                  <c:v>111.458804135135</c:v>
                </c:pt>
                <c:pt idx="3177">
                  <c:v>112.12556609415699</c:v>
                </c:pt>
                <c:pt idx="3178">
                  <c:v>113.40635405102201</c:v>
                </c:pt>
                <c:pt idx="3179">
                  <c:v>111.95219524807401</c:v>
                </c:pt>
                <c:pt idx="3180">
                  <c:v>114.47252775797401</c:v>
                </c:pt>
                <c:pt idx="3181">
                  <c:v>115.413253668031</c:v>
                </c:pt>
                <c:pt idx="3182">
                  <c:v>116.70601859463299</c:v>
                </c:pt>
                <c:pt idx="3183">
                  <c:v>116.58347221483599</c:v>
                </c:pt>
                <c:pt idx="3184">
                  <c:v>115.776286844075</c:v>
                </c:pt>
                <c:pt idx="3185">
                  <c:v>115.295235360153</c:v>
                </c:pt>
                <c:pt idx="3186">
                  <c:v>115.302213985264</c:v>
                </c:pt>
                <c:pt idx="3187">
                  <c:v>117.841661915263</c:v>
                </c:pt>
                <c:pt idx="3188">
                  <c:v>117.276252274073</c:v>
                </c:pt>
                <c:pt idx="3189">
                  <c:v>117.98609069459999</c:v>
                </c:pt>
                <c:pt idx="3190">
                  <c:v>117.83702120917501</c:v>
                </c:pt>
                <c:pt idx="3191">
                  <c:v>117.400242167814</c:v>
                </c:pt>
                <c:pt idx="3192">
                  <c:v>118.043860561565</c:v>
                </c:pt>
                <c:pt idx="3193">
                  <c:v>117.33942492017999</c:v>
                </c:pt>
                <c:pt idx="3194">
                  <c:v>114.033197607151</c:v>
                </c:pt>
                <c:pt idx="3195">
                  <c:v>113.41951513151901</c:v>
                </c:pt>
                <c:pt idx="3196">
                  <c:v>112.96278432072501</c:v>
                </c:pt>
                <c:pt idx="3197">
                  <c:v>112.976342942161</c:v>
                </c:pt>
                <c:pt idx="3198">
                  <c:v>114.354379940032</c:v>
                </c:pt>
                <c:pt idx="3199">
                  <c:v>114.524124168339</c:v>
                </c:pt>
                <c:pt idx="3200">
                  <c:v>112.58449490683201</c:v>
                </c:pt>
                <c:pt idx="3201">
                  <c:v>112.172097265481</c:v>
                </c:pt>
                <c:pt idx="3202">
                  <c:v>111.718501439329</c:v>
                </c:pt>
                <c:pt idx="3203">
                  <c:v>110.097488178042</c:v>
                </c:pt>
                <c:pt idx="3204">
                  <c:v>110.45933194553299</c:v>
                </c:pt>
                <c:pt idx="3205">
                  <c:v>109.61103583631299</c:v>
                </c:pt>
                <c:pt idx="3206">
                  <c:v>111.42878583369099</c:v>
                </c:pt>
                <c:pt idx="3207">
                  <c:v>109.788766346489</c:v>
                </c:pt>
                <c:pt idx="3208">
                  <c:v>109.83111330698399</c:v>
                </c:pt>
                <c:pt idx="3209">
                  <c:v>113.072424729552</c:v>
                </c:pt>
                <c:pt idx="3210">
                  <c:v>114.098816324548</c:v>
                </c:pt>
                <c:pt idx="3211">
                  <c:v>115.60672133263201</c:v>
                </c:pt>
                <c:pt idx="3212">
                  <c:v>114.280966453605</c:v>
                </c:pt>
                <c:pt idx="3213">
                  <c:v>115.016792426373</c:v>
                </c:pt>
                <c:pt idx="3214">
                  <c:v>115.57286423599901</c:v>
                </c:pt>
                <c:pt idx="3215">
                  <c:v>116.13481817623401</c:v>
                </c:pt>
                <c:pt idx="3216">
                  <c:v>117.427576763823</c:v>
                </c:pt>
                <c:pt idx="3217">
                  <c:v>117.34343381017599</c:v>
                </c:pt>
                <c:pt idx="3218">
                  <c:v>117.75857415872601</c:v>
                </c:pt>
                <c:pt idx="3219">
                  <c:v>117.71647171929899</c:v>
                </c:pt>
                <c:pt idx="3220">
                  <c:v>117.81373913304201</c:v>
                </c:pt>
                <c:pt idx="3221">
                  <c:v>119.605282941943</c:v>
                </c:pt>
                <c:pt idx="3222">
                  <c:v>119.298925540518</c:v>
                </c:pt>
                <c:pt idx="3223">
                  <c:v>118.722790588946</c:v>
                </c:pt>
                <c:pt idx="3224">
                  <c:v>117.733832979309</c:v>
                </c:pt>
                <c:pt idx="3225">
                  <c:v>120.229286042244</c:v>
                </c:pt>
                <c:pt idx="3226">
                  <c:v>119.548165307182</c:v>
                </c:pt>
                <c:pt idx="3227">
                  <c:v>120.127562121073</c:v>
                </c:pt>
                <c:pt idx="3228">
                  <c:v>119.816431408084</c:v>
                </c:pt>
                <c:pt idx="3229">
                  <c:v>119.447472985757</c:v>
                </c:pt>
                <c:pt idx="3230">
                  <c:v>119.97455159633</c:v>
                </c:pt>
                <c:pt idx="3231">
                  <c:v>119.011275141822</c:v>
                </c:pt>
                <c:pt idx="3232">
                  <c:v>121.493096194768</c:v>
                </c:pt>
                <c:pt idx="3233">
                  <c:v>121.412386236358</c:v>
                </c:pt>
                <c:pt idx="3234">
                  <c:v>121.21181569221299</c:v>
                </c:pt>
                <c:pt idx="3235">
                  <c:v>121.95376101006801</c:v>
                </c:pt>
                <c:pt idx="3236">
                  <c:v>121.971734787553</c:v>
                </c:pt>
                <c:pt idx="3237">
                  <c:v>122.437823808535</c:v>
                </c:pt>
                <c:pt idx="3238">
                  <c:v>123.309851714801</c:v>
                </c:pt>
                <c:pt idx="3239">
                  <c:v>122.860969922096</c:v>
                </c:pt>
                <c:pt idx="3240">
                  <c:v>123.10953159764</c:v>
                </c:pt>
                <c:pt idx="3241">
                  <c:v>124.00164048446899</c:v>
                </c:pt>
                <c:pt idx="3242">
                  <c:v>122.032190836266</c:v>
                </c:pt>
                <c:pt idx="3243">
                  <c:v>123.31724512460001</c:v>
                </c:pt>
                <c:pt idx="3244">
                  <c:v>123.536169497624</c:v>
                </c:pt>
                <c:pt idx="3245">
                  <c:v>123.83051698416701</c:v>
                </c:pt>
                <c:pt idx="3246">
                  <c:v>124.096788814026</c:v>
                </c:pt>
                <c:pt idx="3247">
                  <c:v>124.09840272259299</c:v>
                </c:pt>
                <c:pt idx="3248">
                  <c:v>123.7647011424</c:v>
                </c:pt>
                <c:pt idx="3249">
                  <c:v>123.903715543765</c:v>
                </c:pt>
                <c:pt idx="3250">
                  <c:v>123.84945925369399</c:v>
                </c:pt>
                <c:pt idx="3251">
                  <c:v>123.967422967912</c:v>
                </c:pt>
                <c:pt idx="3252">
                  <c:v>124.92856964229399</c:v>
                </c:pt>
                <c:pt idx="3253">
                  <c:v>125.388470290444</c:v>
                </c:pt>
                <c:pt idx="3254">
                  <c:v>127.80565831684</c:v>
                </c:pt>
                <c:pt idx="3255">
                  <c:v>128.30729202402199</c:v>
                </c:pt>
                <c:pt idx="3256">
                  <c:v>128.03503613893</c:v>
                </c:pt>
                <c:pt idx="3257">
                  <c:v>127.00403906403901</c:v>
                </c:pt>
                <c:pt idx="3258">
                  <c:v>127.56003061139801</c:v>
                </c:pt>
                <c:pt idx="3259">
                  <c:v>127.018561266337</c:v>
                </c:pt>
                <c:pt idx="3260">
                  <c:v>125.518977334254</c:v>
                </c:pt>
                <c:pt idx="3261">
                  <c:v>125.366491289629</c:v>
                </c:pt>
                <c:pt idx="3262">
                  <c:v>123.335194528965</c:v>
                </c:pt>
                <c:pt idx="3263">
                  <c:v>123.360678311698</c:v>
                </c:pt>
                <c:pt idx="3264">
                  <c:v>125.25488205602301</c:v>
                </c:pt>
                <c:pt idx="3265">
                  <c:v>125.573590268785</c:v>
                </c:pt>
                <c:pt idx="3266">
                  <c:v>125.376142841557</c:v>
                </c:pt>
                <c:pt idx="3267">
                  <c:v>123.58460039161299</c:v>
                </c:pt>
                <c:pt idx="3268">
                  <c:v>125.42953886246799</c:v>
                </c:pt>
                <c:pt idx="3269">
                  <c:v>124.49275751143099</c:v>
                </c:pt>
                <c:pt idx="3270">
                  <c:v>124.320864339295</c:v>
                </c:pt>
                <c:pt idx="3271">
                  <c:v>123.566357734891</c:v>
                </c:pt>
                <c:pt idx="3272">
                  <c:v>126.236966811993</c:v>
                </c:pt>
                <c:pt idx="3273">
                  <c:v>127.855528897418</c:v>
                </c:pt>
                <c:pt idx="3274">
                  <c:v>128.187955069644</c:v>
                </c:pt>
                <c:pt idx="3275">
                  <c:v>128.02193526502199</c:v>
                </c:pt>
                <c:pt idx="3276">
                  <c:v>128.08733625638101</c:v>
                </c:pt>
                <c:pt idx="3277">
                  <c:v>128.56228649678201</c:v>
                </c:pt>
                <c:pt idx="3278">
                  <c:v>129.055649483884</c:v>
                </c:pt>
                <c:pt idx="3279">
                  <c:v>129.83019976790399</c:v>
                </c:pt>
                <c:pt idx="3280">
                  <c:v>129.836699614841</c:v>
                </c:pt>
                <c:pt idx="3281">
                  <c:v>129.95487950393999</c:v>
                </c:pt>
                <c:pt idx="3282">
                  <c:v>129.28962347339501</c:v>
                </c:pt>
                <c:pt idx="3283">
                  <c:v>130.08897984530401</c:v>
                </c:pt>
                <c:pt idx="3284">
                  <c:v>130.197543732849</c:v>
                </c:pt>
                <c:pt idx="3285">
                  <c:v>130.52938253296401</c:v>
                </c:pt>
                <c:pt idx="3286">
                  <c:v>131.316768435113</c:v>
                </c:pt>
                <c:pt idx="3287">
                  <c:v>131.760213007365</c:v>
                </c:pt>
                <c:pt idx="3288">
                  <c:v>131.544026451587</c:v>
                </c:pt>
                <c:pt idx="3289">
                  <c:v>131.62408771532401</c:v>
                </c:pt>
                <c:pt idx="3290">
                  <c:v>131.72635466105399</c:v>
                </c:pt>
                <c:pt idx="3291">
                  <c:v>131.859203600999</c:v>
                </c:pt>
                <c:pt idx="3292">
                  <c:v>131.66046343169</c:v>
                </c:pt>
                <c:pt idx="3293">
                  <c:v>131.63449738099001</c:v>
                </c:pt>
                <c:pt idx="3294">
                  <c:v>133.12433313364201</c:v>
                </c:pt>
                <c:pt idx="3295">
                  <c:v>132.94917799720201</c:v>
                </c:pt>
                <c:pt idx="3296">
                  <c:v>133.61560541948</c:v>
                </c:pt>
                <c:pt idx="3297">
                  <c:v>133.331811877419</c:v>
                </c:pt>
                <c:pt idx="3298">
                  <c:v>133.08587437539501</c:v>
                </c:pt>
                <c:pt idx="3299">
                  <c:v>132.90275640193701</c:v>
                </c:pt>
                <c:pt idx="3300">
                  <c:v>133.39777253375701</c:v>
                </c:pt>
                <c:pt idx="3301">
                  <c:v>134.598613243166</c:v>
                </c:pt>
                <c:pt idx="3302">
                  <c:v>134.36871199702199</c:v>
                </c:pt>
                <c:pt idx="3303">
                  <c:v>135.361625796694</c:v>
                </c:pt>
                <c:pt idx="3304">
                  <c:v>135.54736085758</c:v>
                </c:pt>
                <c:pt idx="3305">
                  <c:v>134.17602090713299</c:v>
                </c:pt>
                <c:pt idx="3306">
                  <c:v>134.00217756006199</c:v>
                </c:pt>
                <c:pt idx="3307">
                  <c:v>134.32558692701099</c:v>
                </c:pt>
                <c:pt idx="3308">
                  <c:v>135.109430464876</c:v>
                </c:pt>
                <c:pt idx="3309">
                  <c:v>135.14547389066499</c:v>
                </c:pt>
                <c:pt idx="3310">
                  <c:v>135.71625335349401</c:v>
                </c:pt>
                <c:pt idx="3311">
                  <c:v>136.020613156671</c:v>
                </c:pt>
                <c:pt idx="3312">
                  <c:v>133.592581483884</c:v>
                </c:pt>
                <c:pt idx="3313">
                  <c:v>134.61596318203601</c:v>
                </c:pt>
                <c:pt idx="3314">
                  <c:v>136.86328520434799</c:v>
                </c:pt>
                <c:pt idx="3315">
                  <c:v>136.490396669115</c:v>
                </c:pt>
                <c:pt idx="3316">
                  <c:v>136.81203292495201</c:v>
                </c:pt>
                <c:pt idx="3317">
                  <c:v>137.20643090242999</c:v>
                </c:pt>
                <c:pt idx="3318">
                  <c:v>138.062799007786</c:v>
                </c:pt>
                <c:pt idx="3319">
                  <c:v>138.640687604649</c:v>
                </c:pt>
                <c:pt idx="3320">
                  <c:v>138.25402011115099</c:v>
                </c:pt>
                <c:pt idx="3321">
                  <c:v>138.35758993066901</c:v>
                </c:pt>
                <c:pt idx="3322">
                  <c:v>139.11928434749501</c:v>
                </c:pt>
                <c:pt idx="3323">
                  <c:v>139.451747894276</c:v>
                </c:pt>
                <c:pt idx="3324">
                  <c:v>139.000810142391</c:v>
                </c:pt>
                <c:pt idx="3325">
                  <c:v>139.87041898241401</c:v>
                </c:pt>
                <c:pt idx="3326">
                  <c:v>140.30003363797201</c:v>
                </c:pt>
                <c:pt idx="3327">
                  <c:v>140.57081039244201</c:v>
                </c:pt>
                <c:pt idx="3328">
                  <c:v>137.685218042288</c:v>
                </c:pt>
                <c:pt idx="3329">
                  <c:v>136.843018397322</c:v>
                </c:pt>
                <c:pt idx="3330">
                  <c:v>136.70707795662</c:v>
                </c:pt>
                <c:pt idx="3331">
                  <c:v>138.149752010398</c:v>
                </c:pt>
                <c:pt idx="3332">
                  <c:v>138.91816955162301</c:v>
                </c:pt>
                <c:pt idx="3333">
                  <c:v>136.73137368116301</c:v>
                </c:pt>
                <c:pt idx="3334">
                  <c:v>136.95206232019399</c:v>
                </c:pt>
                <c:pt idx="3335">
                  <c:v>139.310081295869</c:v>
                </c:pt>
                <c:pt idx="3336">
                  <c:v>138.28270239562099</c:v>
                </c:pt>
                <c:pt idx="3337">
                  <c:v>137.12902790036</c:v>
                </c:pt>
                <c:pt idx="3338">
                  <c:v>138.35232365871801</c:v>
                </c:pt>
                <c:pt idx="3339">
                  <c:v>138.16462642072599</c:v>
                </c:pt>
                <c:pt idx="3340">
                  <c:v>135.55643432544699</c:v>
                </c:pt>
                <c:pt idx="3341">
                  <c:v>136.516778095446</c:v>
                </c:pt>
                <c:pt idx="3342">
                  <c:v>135.69057923294301</c:v>
                </c:pt>
                <c:pt idx="3343">
                  <c:v>134.17121173656099</c:v>
                </c:pt>
                <c:pt idx="3344">
                  <c:v>131.5549880904</c:v>
                </c:pt>
                <c:pt idx="3345">
                  <c:v>133.31748941262799</c:v>
                </c:pt>
                <c:pt idx="3346">
                  <c:v>133.89208633557701</c:v>
                </c:pt>
                <c:pt idx="3347">
                  <c:v>135.89942369466701</c:v>
                </c:pt>
                <c:pt idx="3348">
                  <c:v>135.41652188005699</c:v>
                </c:pt>
                <c:pt idx="3349">
                  <c:v>135.811512202654</c:v>
                </c:pt>
                <c:pt idx="3350">
                  <c:v>137.079814641204</c:v>
                </c:pt>
                <c:pt idx="3351">
                  <c:v>137.513301353814</c:v>
                </c:pt>
                <c:pt idx="3352">
                  <c:v>137.13558349160201</c:v>
                </c:pt>
                <c:pt idx="3353">
                  <c:v>138.103745541969</c:v>
                </c:pt>
                <c:pt idx="3354">
                  <c:v>139.02658744448499</c:v>
                </c:pt>
                <c:pt idx="3355">
                  <c:v>138.77189842067401</c:v>
                </c:pt>
                <c:pt idx="3356">
                  <c:v>139.46128561121299</c:v>
                </c:pt>
                <c:pt idx="3357">
                  <c:v>139.50951432919101</c:v>
                </c:pt>
                <c:pt idx="3358">
                  <c:v>139.48438823732701</c:v>
                </c:pt>
                <c:pt idx="3359">
                  <c:v>139.788592380859</c:v>
                </c:pt>
                <c:pt idx="3360">
                  <c:v>139.57597142322501</c:v>
                </c:pt>
                <c:pt idx="3361">
                  <c:v>139.01682719258901</c:v>
                </c:pt>
                <c:pt idx="3362">
                  <c:v>138.62842343380601</c:v>
                </c:pt>
                <c:pt idx="3363">
                  <c:v>137.550536445002</c:v>
                </c:pt>
                <c:pt idx="3364">
                  <c:v>137.57731258827701</c:v>
                </c:pt>
                <c:pt idx="3365">
                  <c:v>137.58846720044599</c:v>
                </c:pt>
                <c:pt idx="3366">
                  <c:v>138.128313341423</c:v>
                </c:pt>
                <c:pt idx="3367">
                  <c:v>136.606246198571</c:v>
                </c:pt>
                <c:pt idx="3368">
                  <c:v>137.389783784115</c:v>
                </c:pt>
                <c:pt idx="3369">
                  <c:v>139.246159148489</c:v>
                </c:pt>
                <c:pt idx="3370">
                  <c:v>139.98166757363401</c:v>
                </c:pt>
                <c:pt idx="3371">
                  <c:v>139.757994111665</c:v>
                </c:pt>
                <c:pt idx="3372">
                  <c:v>141.01318197010301</c:v>
                </c:pt>
                <c:pt idx="3373">
                  <c:v>141.89428657625299</c:v>
                </c:pt>
                <c:pt idx="3374">
                  <c:v>142.39907299083501</c:v>
                </c:pt>
                <c:pt idx="3375">
                  <c:v>142.72683800553</c:v>
                </c:pt>
                <c:pt idx="3376">
                  <c:v>142.476658492517</c:v>
                </c:pt>
                <c:pt idx="3377">
                  <c:v>141.99520363146701</c:v>
                </c:pt>
                <c:pt idx="3378">
                  <c:v>141.02192243360099</c:v>
                </c:pt>
                <c:pt idx="3379">
                  <c:v>139.74278541232101</c:v>
                </c:pt>
                <c:pt idx="3380">
                  <c:v>140.27662727776499</c:v>
                </c:pt>
                <c:pt idx="3381">
                  <c:v>140.91427264853601</c:v>
                </c:pt>
                <c:pt idx="3382">
                  <c:v>142.05147565489301</c:v>
                </c:pt>
                <c:pt idx="3383">
                  <c:v>140.47343902392799</c:v>
                </c:pt>
                <c:pt idx="3384">
                  <c:v>141.16073246790799</c:v>
                </c:pt>
                <c:pt idx="3385">
                  <c:v>140.02250155415899</c:v>
                </c:pt>
                <c:pt idx="3386">
                  <c:v>139.153128737777</c:v>
                </c:pt>
                <c:pt idx="3387">
                  <c:v>139.10176706697601</c:v>
                </c:pt>
                <c:pt idx="3388">
                  <c:v>140.32624960982699</c:v>
                </c:pt>
                <c:pt idx="3389">
                  <c:v>140.63230738744801</c:v>
                </c:pt>
                <c:pt idx="3390">
                  <c:v>139.55088840639999</c:v>
                </c:pt>
                <c:pt idx="3391">
                  <c:v>137.88628371671101</c:v>
                </c:pt>
                <c:pt idx="3392">
                  <c:v>137.77273696251399</c:v>
                </c:pt>
                <c:pt idx="3393">
                  <c:v>138.21154867293501</c:v>
                </c:pt>
                <c:pt idx="3394">
                  <c:v>138.757500230088</c:v>
                </c:pt>
                <c:pt idx="3395">
                  <c:v>139.324243510679</c:v>
                </c:pt>
                <c:pt idx="3396">
                  <c:v>140.79938616542199</c:v>
                </c:pt>
                <c:pt idx="3397">
                  <c:v>137.591152722999</c:v>
                </c:pt>
                <c:pt idx="3398">
                  <c:v>137.42277201212499</c:v>
                </c:pt>
                <c:pt idx="3399">
                  <c:v>136.08567869543199</c:v>
                </c:pt>
                <c:pt idx="3400">
                  <c:v>134.62088653594401</c:v>
                </c:pt>
                <c:pt idx="3401">
                  <c:v>134.492807316446</c:v>
                </c:pt>
                <c:pt idx="3402">
                  <c:v>133.92880578423799</c:v>
                </c:pt>
                <c:pt idx="3403">
                  <c:v>134.91757734905201</c:v>
                </c:pt>
                <c:pt idx="3404">
                  <c:v>133.03112084368601</c:v>
                </c:pt>
                <c:pt idx="3405">
                  <c:v>133.11982088482199</c:v>
                </c:pt>
                <c:pt idx="3406">
                  <c:v>134.798807321803</c:v>
                </c:pt>
                <c:pt idx="3407">
                  <c:v>132.449538582825</c:v>
                </c:pt>
                <c:pt idx="3408">
                  <c:v>132.68126580167501</c:v>
                </c:pt>
                <c:pt idx="3409">
                  <c:v>133.085956601741</c:v>
                </c:pt>
                <c:pt idx="3410">
                  <c:v>133.80398372838499</c:v>
                </c:pt>
                <c:pt idx="3411">
                  <c:v>135.599641585618</c:v>
                </c:pt>
                <c:pt idx="3412">
                  <c:v>134.72225954308399</c:v>
                </c:pt>
                <c:pt idx="3413">
                  <c:v>134.34154352890801</c:v>
                </c:pt>
                <c:pt idx="3414">
                  <c:v>132.76587799162201</c:v>
                </c:pt>
                <c:pt idx="3415">
                  <c:v>133.98532667966199</c:v>
                </c:pt>
                <c:pt idx="3416">
                  <c:v>135.72045911492901</c:v>
                </c:pt>
                <c:pt idx="3417">
                  <c:v>136.84436034141299</c:v>
                </c:pt>
                <c:pt idx="3418">
                  <c:v>138.22891451359001</c:v>
                </c:pt>
                <c:pt idx="3419">
                  <c:v>140.22071825014001</c:v>
                </c:pt>
                <c:pt idx="3420">
                  <c:v>140.033136174502</c:v>
                </c:pt>
                <c:pt idx="3421">
                  <c:v>140.17424106960101</c:v>
                </c:pt>
                <c:pt idx="3422">
                  <c:v>141.63882548295601</c:v>
                </c:pt>
                <c:pt idx="3423">
                  <c:v>140.65355006449499</c:v>
                </c:pt>
                <c:pt idx="3424">
                  <c:v>138.108645230371</c:v>
                </c:pt>
                <c:pt idx="3425">
                  <c:v>137.496742937367</c:v>
                </c:pt>
                <c:pt idx="3426">
                  <c:v>137.92338578320101</c:v>
                </c:pt>
                <c:pt idx="3427">
                  <c:v>136.996849051038</c:v>
                </c:pt>
                <c:pt idx="3428">
                  <c:v>137.75844929494599</c:v>
                </c:pt>
                <c:pt idx="3429">
                  <c:v>136.63760713396101</c:v>
                </c:pt>
                <c:pt idx="3430">
                  <c:v>138.86598951637799</c:v>
                </c:pt>
                <c:pt idx="3431">
                  <c:v>138.77322071147199</c:v>
                </c:pt>
                <c:pt idx="3432">
                  <c:v>140.65325146984401</c:v>
                </c:pt>
                <c:pt idx="3433">
                  <c:v>140.78038615192099</c:v>
                </c:pt>
                <c:pt idx="3434">
                  <c:v>139.986706061539</c:v>
                </c:pt>
                <c:pt idx="3435">
                  <c:v>139.41160366420499</c:v>
                </c:pt>
                <c:pt idx="3436">
                  <c:v>136.58039667168899</c:v>
                </c:pt>
                <c:pt idx="3437">
                  <c:v>136.13856628406199</c:v>
                </c:pt>
                <c:pt idx="3438">
                  <c:v>135.26091742463001</c:v>
                </c:pt>
                <c:pt idx="3439">
                  <c:v>134.70188007370899</c:v>
                </c:pt>
                <c:pt idx="3440">
                  <c:v>131.258637506388</c:v>
                </c:pt>
                <c:pt idx="3441">
                  <c:v>131.91758173730301</c:v>
                </c:pt>
                <c:pt idx="3442">
                  <c:v>125.60920242644799</c:v>
                </c:pt>
                <c:pt idx="3443">
                  <c:v>125.536448179749</c:v>
                </c:pt>
                <c:pt idx="3444">
                  <c:v>117.17195997579</c:v>
                </c:pt>
                <c:pt idx="3445">
                  <c:v>122.726992528498</c:v>
                </c:pt>
                <c:pt idx="3446">
                  <c:v>117.307495070298</c:v>
                </c:pt>
                <c:pt idx="3447">
                  <c:v>122.73784354215</c:v>
                </c:pt>
                <c:pt idx="3448">
                  <c:v>123.38408851156299</c:v>
                </c:pt>
                <c:pt idx="3449">
                  <c:v>126.071477471574</c:v>
                </c:pt>
                <c:pt idx="3450">
                  <c:v>124.844184516564</c:v>
                </c:pt>
                <c:pt idx="3451">
                  <c:v>124.96180806649301</c:v>
                </c:pt>
                <c:pt idx="3452">
                  <c:v>119.38946152189</c:v>
                </c:pt>
                <c:pt idx="3453">
                  <c:v>117.597492174005</c:v>
                </c:pt>
                <c:pt idx="3454">
                  <c:v>117.62821784167301</c:v>
                </c:pt>
                <c:pt idx="3455">
                  <c:v>121.66125475225</c:v>
                </c:pt>
                <c:pt idx="3456">
                  <c:v>123.257483047009</c:v>
                </c:pt>
                <c:pt idx="3457">
                  <c:v>121.338719324975</c:v>
                </c:pt>
                <c:pt idx="3458">
                  <c:v>123.17357889514101</c:v>
                </c:pt>
                <c:pt idx="3459">
                  <c:v>126.657398650117</c:v>
                </c:pt>
                <c:pt idx="3460">
                  <c:v>126.95444009166501</c:v>
                </c:pt>
                <c:pt idx="3461">
                  <c:v>127.579403767442</c:v>
                </c:pt>
                <c:pt idx="3462">
                  <c:v>126.06445622214299</c:v>
                </c:pt>
                <c:pt idx="3463">
                  <c:v>122.87690233607999</c:v>
                </c:pt>
                <c:pt idx="3464">
                  <c:v>121.963522236495</c:v>
                </c:pt>
                <c:pt idx="3465">
                  <c:v>125.45790949630801</c:v>
                </c:pt>
                <c:pt idx="3466">
                  <c:v>124.125984905219</c:v>
                </c:pt>
                <c:pt idx="3467">
                  <c:v>120.81154977948501</c:v>
                </c:pt>
                <c:pt idx="3468">
                  <c:v>121.65224287156499</c:v>
                </c:pt>
                <c:pt idx="3469">
                  <c:v>122.76233491530699</c:v>
                </c:pt>
                <c:pt idx="3470">
                  <c:v>124.416496665626</c:v>
                </c:pt>
                <c:pt idx="3471">
                  <c:v>126.555537190669</c:v>
                </c:pt>
                <c:pt idx="3472">
                  <c:v>127.278009439204</c:v>
                </c:pt>
                <c:pt idx="3473">
                  <c:v>126.029926040859</c:v>
                </c:pt>
                <c:pt idx="3474">
                  <c:v>125.820365768169</c:v>
                </c:pt>
                <c:pt idx="3475">
                  <c:v>122.122839389182</c:v>
                </c:pt>
                <c:pt idx="3476">
                  <c:v>118.229010269829</c:v>
                </c:pt>
                <c:pt idx="3477">
                  <c:v>118.94802234956499</c:v>
                </c:pt>
                <c:pt idx="3478">
                  <c:v>121.72353449140699</c:v>
                </c:pt>
                <c:pt idx="3479">
                  <c:v>123.024405134319</c:v>
                </c:pt>
                <c:pt idx="3480">
                  <c:v>120.479439786699</c:v>
                </c:pt>
                <c:pt idx="3481">
                  <c:v>121.456722114231</c:v>
                </c:pt>
                <c:pt idx="3482">
                  <c:v>118.423734570159</c:v>
                </c:pt>
                <c:pt idx="3483">
                  <c:v>115.05414091700599</c:v>
                </c:pt>
                <c:pt idx="3484">
                  <c:v>117.641485224683</c:v>
                </c:pt>
                <c:pt idx="3485">
                  <c:v>119.743975169869</c:v>
                </c:pt>
                <c:pt idx="3486">
                  <c:v>121.935621967071</c:v>
                </c:pt>
                <c:pt idx="3487">
                  <c:v>120.940353317396</c:v>
                </c:pt>
                <c:pt idx="3488">
                  <c:v>125.06681222784201</c:v>
                </c:pt>
                <c:pt idx="3489">
                  <c:v>125.134525429253</c:v>
                </c:pt>
                <c:pt idx="3490">
                  <c:v>126.36111348577801</c:v>
                </c:pt>
                <c:pt idx="3491">
                  <c:v>125.984776275935</c:v>
                </c:pt>
                <c:pt idx="3492">
                  <c:v>128.17427357797399</c:v>
                </c:pt>
                <c:pt idx="3493">
                  <c:v>125.691690820788</c:v>
                </c:pt>
                <c:pt idx="3494">
                  <c:v>128.258152432862</c:v>
                </c:pt>
                <c:pt idx="3495">
                  <c:v>126.636089253938</c:v>
                </c:pt>
                <c:pt idx="3496">
                  <c:v>127.21267060487899</c:v>
                </c:pt>
                <c:pt idx="3497">
                  <c:v>129.605390618781</c:v>
                </c:pt>
                <c:pt idx="3498">
                  <c:v>131.274318082436</c:v>
                </c:pt>
                <c:pt idx="3499">
                  <c:v>128.642463620764</c:v>
                </c:pt>
                <c:pt idx="3500">
                  <c:v>129.997925180577</c:v>
                </c:pt>
                <c:pt idx="3501">
                  <c:v>134.45582528301401</c:v>
                </c:pt>
                <c:pt idx="3502">
                  <c:v>134.50768429775101</c:v>
                </c:pt>
                <c:pt idx="3503">
                  <c:v>131.180266323784</c:v>
                </c:pt>
                <c:pt idx="3504">
                  <c:v>127.514863047905</c:v>
                </c:pt>
                <c:pt idx="3505">
                  <c:v>129.56903207415101</c:v>
                </c:pt>
                <c:pt idx="3506">
                  <c:v>132.002810742588</c:v>
                </c:pt>
                <c:pt idx="3507">
                  <c:v>131.17303210545501</c:v>
                </c:pt>
                <c:pt idx="3508">
                  <c:v>131.999212769167</c:v>
                </c:pt>
                <c:pt idx="3509">
                  <c:v>133.54870935207799</c:v>
                </c:pt>
                <c:pt idx="3510">
                  <c:v>128.64722101124099</c:v>
                </c:pt>
                <c:pt idx="3511">
                  <c:v>129.75601068389801</c:v>
                </c:pt>
                <c:pt idx="3512">
                  <c:v>132.28538678268799</c:v>
                </c:pt>
                <c:pt idx="3513">
                  <c:v>131.02170561469001</c:v>
                </c:pt>
                <c:pt idx="3514">
                  <c:v>131.65295170051499</c:v>
                </c:pt>
                <c:pt idx="3515">
                  <c:v>129.465539838105</c:v>
                </c:pt>
                <c:pt idx="3516">
                  <c:v>127.28963424663399</c:v>
                </c:pt>
                <c:pt idx="3517">
                  <c:v>127.240234816514</c:v>
                </c:pt>
                <c:pt idx="3518">
                  <c:v>124.86736203494399</c:v>
                </c:pt>
                <c:pt idx="3519">
                  <c:v>124.349551080997</c:v>
                </c:pt>
                <c:pt idx="3520">
                  <c:v>121.602541422161</c:v>
                </c:pt>
                <c:pt idx="3521">
                  <c:v>121.275575961141</c:v>
                </c:pt>
                <c:pt idx="3522">
                  <c:v>124.82169432038199</c:v>
                </c:pt>
                <c:pt idx="3523">
                  <c:v>125.09874976616901</c:v>
                </c:pt>
                <c:pt idx="3524">
                  <c:v>130.51706793741999</c:v>
                </c:pt>
                <c:pt idx="3525">
                  <c:v>130.268263675653</c:v>
                </c:pt>
                <c:pt idx="3526">
                  <c:v>130.236343324393</c:v>
                </c:pt>
                <c:pt idx="3527">
                  <c:v>131.57642298556701</c:v>
                </c:pt>
                <c:pt idx="3528">
                  <c:v>131.721819307978</c:v>
                </c:pt>
                <c:pt idx="3529">
                  <c:v>131.987513797144</c:v>
                </c:pt>
                <c:pt idx="3530">
                  <c:v>129.197473131474</c:v>
                </c:pt>
                <c:pt idx="3531">
                  <c:v>131.37869078030801</c:v>
                </c:pt>
                <c:pt idx="3532">
                  <c:v>129.41914043162501</c:v>
                </c:pt>
                <c:pt idx="3533">
                  <c:v>128.29532641028101</c:v>
                </c:pt>
                <c:pt idx="3534">
                  <c:v>126.838855345882</c:v>
                </c:pt>
                <c:pt idx="3535">
                  <c:v>127.250597768595</c:v>
                </c:pt>
                <c:pt idx="3536">
                  <c:v>127.65932313409201</c:v>
                </c:pt>
                <c:pt idx="3537">
                  <c:v>126.161944812355</c:v>
                </c:pt>
                <c:pt idx="3538">
                  <c:v>129.92511068130099</c:v>
                </c:pt>
                <c:pt idx="3539">
                  <c:v>130.17751412445401</c:v>
                </c:pt>
                <c:pt idx="3540">
                  <c:v>131.25397038339099</c:v>
                </c:pt>
                <c:pt idx="3541">
                  <c:v>132.440084466554</c:v>
                </c:pt>
                <c:pt idx="3542">
                  <c:v>132.45055216731399</c:v>
                </c:pt>
                <c:pt idx="3543">
                  <c:v>130.79751217539601</c:v>
                </c:pt>
                <c:pt idx="3544">
                  <c:v>132.197567400634</c:v>
                </c:pt>
                <c:pt idx="3545">
                  <c:v>131.63123346602001</c:v>
                </c:pt>
                <c:pt idx="3546">
                  <c:v>133.66764478733799</c:v>
                </c:pt>
                <c:pt idx="3547">
                  <c:v>133.69276629373601</c:v>
                </c:pt>
                <c:pt idx="3548">
                  <c:v>134.08585877409899</c:v>
                </c:pt>
                <c:pt idx="3549">
                  <c:v>133.74580465943399</c:v>
                </c:pt>
                <c:pt idx="3550">
                  <c:v>134.04873778507499</c:v>
                </c:pt>
                <c:pt idx="3551">
                  <c:v>135.23956826021501</c:v>
                </c:pt>
                <c:pt idx="3552">
                  <c:v>135.28109570111701</c:v>
                </c:pt>
                <c:pt idx="3553">
                  <c:v>135.598045602719</c:v>
                </c:pt>
                <c:pt idx="3554">
                  <c:v>134.92698418011301</c:v>
                </c:pt>
                <c:pt idx="3555">
                  <c:v>135.40588316926201</c:v>
                </c:pt>
                <c:pt idx="3556">
                  <c:v>136.909870846519</c:v>
                </c:pt>
                <c:pt idx="3557">
                  <c:v>137.58646974635801</c:v>
                </c:pt>
                <c:pt idx="3558">
                  <c:v>137.678845202025</c:v>
                </c:pt>
                <c:pt idx="3559">
                  <c:v>137.743808863666</c:v>
                </c:pt>
                <c:pt idx="3560">
                  <c:v>137.602531067743</c:v>
                </c:pt>
                <c:pt idx="3561">
                  <c:v>138.79490861101601</c:v>
                </c:pt>
                <c:pt idx="3562">
                  <c:v>137.99767619519599</c:v>
                </c:pt>
                <c:pt idx="3563">
                  <c:v>137.77765113150701</c:v>
                </c:pt>
                <c:pt idx="3564">
                  <c:v>137.430788671134</c:v>
                </c:pt>
                <c:pt idx="3565">
                  <c:v>137.36755258868601</c:v>
                </c:pt>
                <c:pt idx="3566">
                  <c:v>138.59002426413701</c:v>
                </c:pt>
                <c:pt idx="3567">
                  <c:v>138.741997307427</c:v>
                </c:pt>
                <c:pt idx="3568">
                  <c:v>140.76848845278201</c:v>
                </c:pt>
                <c:pt idx="3569">
                  <c:v>140.70902262917301</c:v>
                </c:pt>
                <c:pt idx="3570">
                  <c:v>140.99310736537001</c:v>
                </c:pt>
                <c:pt idx="3571">
                  <c:v>141.29784085485801</c:v>
                </c:pt>
                <c:pt idx="3572">
                  <c:v>141.50592840391801</c:v>
                </c:pt>
                <c:pt idx="3573">
                  <c:v>140.53177614141401</c:v>
                </c:pt>
                <c:pt idx="3574">
                  <c:v>141.48749670095799</c:v>
                </c:pt>
                <c:pt idx="3575">
                  <c:v>141.35431636769101</c:v>
                </c:pt>
                <c:pt idx="3576">
                  <c:v>140.59331072723799</c:v>
                </c:pt>
                <c:pt idx="3577">
                  <c:v>142.14402939453501</c:v>
                </c:pt>
                <c:pt idx="3578">
                  <c:v>142.47722255633499</c:v>
                </c:pt>
                <c:pt idx="3579">
                  <c:v>142.579624600909</c:v>
                </c:pt>
                <c:pt idx="3580">
                  <c:v>142.103394995836</c:v>
                </c:pt>
                <c:pt idx="3581">
                  <c:v>142.71090908454499</c:v>
                </c:pt>
                <c:pt idx="3582">
                  <c:v>142.949865238033</c:v>
                </c:pt>
                <c:pt idx="3583">
                  <c:v>143.142828689986</c:v>
                </c:pt>
                <c:pt idx="3584">
                  <c:v>143.62310737995301</c:v>
                </c:pt>
                <c:pt idx="3585">
                  <c:v>142.943554067479</c:v>
                </c:pt>
                <c:pt idx="3586">
                  <c:v>143.82315372306601</c:v>
                </c:pt>
                <c:pt idx="3587">
                  <c:v>143.35649363981599</c:v>
                </c:pt>
                <c:pt idx="3588">
                  <c:v>142.802487711976</c:v>
                </c:pt>
                <c:pt idx="3589">
                  <c:v>140.60706168947399</c:v>
                </c:pt>
                <c:pt idx="3590">
                  <c:v>141.576982033728</c:v>
                </c:pt>
                <c:pt idx="3591">
                  <c:v>142.96725928780199</c:v>
                </c:pt>
                <c:pt idx="3592">
                  <c:v>143.486044768222</c:v>
                </c:pt>
                <c:pt idx="3593">
                  <c:v>143.50999066429401</c:v>
                </c:pt>
                <c:pt idx="3594">
                  <c:v>146.111287259503</c:v>
                </c:pt>
                <c:pt idx="3595">
                  <c:v>145.93658205782501</c:v>
                </c:pt>
                <c:pt idx="3596">
                  <c:v>146.80741373723799</c:v>
                </c:pt>
                <c:pt idx="3597">
                  <c:v>146.97220612238999</c:v>
                </c:pt>
                <c:pt idx="3598">
                  <c:v>147.555610004578</c:v>
                </c:pt>
                <c:pt idx="3599">
                  <c:v>147.112978804607</c:v>
                </c:pt>
                <c:pt idx="3600">
                  <c:v>146.83849066858201</c:v>
                </c:pt>
                <c:pt idx="3601">
                  <c:v>145.780251284321</c:v>
                </c:pt>
                <c:pt idx="3602">
                  <c:v>146.23274097548</c:v>
                </c:pt>
                <c:pt idx="3603">
                  <c:v>148.263809362053</c:v>
                </c:pt>
                <c:pt idx="3604">
                  <c:v>147.845512241629</c:v>
                </c:pt>
                <c:pt idx="3605">
                  <c:v>147.11559169976701</c:v>
                </c:pt>
                <c:pt idx="3606">
                  <c:v>146.878461959704</c:v>
                </c:pt>
                <c:pt idx="3607">
                  <c:v>147.42179824360599</c:v>
                </c:pt>
                <c:pt idx="3608">
                  <c:v>148.528761780878</c:v>
                </c:pt>
                <c:pt idx="3609">
                  <c:v>147.93600487878399</c:v>
                </c:pt>
                <c:pt idx="3610">
                  <c:v>146.42647902642599</c:v>
                </c:pt>
                <c:pt idx="3611">
                  <c:v>146.33495354531701</c:v>
                </c:pt>
                <c:pt idx="3612">
                  <c:v>144.672612215882</c:v>
                </c:pt>
                <c:pt idx="3613">
                  <c:v>142.20156638784499</c:v>
                </c:pt>
                <c:pt idx="3614">
                  <c:v>143.259931500915</c:v>
                </c:pt>
                <c:pt idx="3615">
                  <c:v>145.23397101233999</c:v>
                </c:pt>
                <c:pt idx="3616">
                  <c:v>143.42279037109</c:v>
                </c:pt>
                <c:pt idx="3617">
                  <c:v>143.35031151959299</c:v>
                </c:pt>
                <c:pt idx="3618">
                  <c:v>145.57039809252601</c:v>
                </c:pt>
                <c:pt idx="3619">
                  <c:v>144.98034752068801</c:v>
                </c:pt>
                <c:pt idx="3620">
                  <c:v>144.11969470618601</c:v>
                </c:pt>
                <c:pt idx="3621">
                  <c:v>144.28857019116199</c:v>
                </c:pt>
                <c:pt idx="3622">
                  <c:v>143.075515284299</c:v>
                </c:pt>
                <c:pt idx="3623">
                  <c:v>143.60173908942801</c:v>
                </c:pt>
                <c:pt idx="3624">
                  <c:v>145.56135123705201</c:v>
                </c:pt>
                <c:pt idx="3625">
                  <c:v>146.53342992711401</c:v>
                </c:pt>
                <c:pt idx="3626">
                  <c:v>146.88696560183001</c:v>
                </c:pt>
                <c:pt idx="3627">
                  <c:v>146.31693488147801</c:v>
                </c:pt>
                <c:pt idx="3628">
                  <c:v>147.14503459433999</c:v>
                </c:pt>
                <c:pt idx="3629">
                  <c:v>146.77675978180201</c:v>
                </c:pt>
                <c:pt idx="3630">
                  <c:v>145.65324124889801</c:v>
                </c:pt>
                <c:pt idx="3631">
                  <c:v>143.30104847753401</c:v>
                </c:pt>
                <c:pt idx="3632">
                  <c:v>143.35184016573399</c:v>
                </c:pt>
                <c:pt idx="3633">
                  <c:v>142.738354267658</c:v>
                </c:pt>
                <c:pt idx="3634">
                  <c:v>141.78103984398101</c:v>
                </c:pt>
                <c:pt idx="3635">
                  <c:v>142.13858353721599</c:v>
                </c:pt>
                <c:pt idx="3636">
                  <c:v>141.657061778502</c:v>
                </c:pt>
                <c:pt idx="3637">
                  <c:v>140.08247207894999</c:v>
                </c:pt>
                <c:pt idx="3638">
                  <c:v>139.27782054388601</c:v>
                </c:pt>
                <c:pt idx="3639">
                  <c:v>138.66475462783001</c:v>
                </c:pt>
                <c:pt idx="3640">
                  <c:v>136.577651959891</c:v>
                </c:pt>
                <c:pt idx="3641">
                  <c:v>135.568348077362</c:v>
                </c:pt>
                <c:pt idx="3642">
                  <c:v>137.74216442494301</c:v>
                </c:pt>
                <c:pt idx="3643">
                  <c:v>137.80903732592401</c:v>
                </c:pt>
                <c:pt idx="3644">
                  <c:v>138.042472355737</c:v>
                </c:pt>
                <c:pt idx="3645">
                  <c:v>138.233101651732</c:v>
                </c:pt>
                <c:pt idx="3646">
                  <c:v>137.93397257236299</c:v>
                </c:pt>
                <c:pt idx="3647">
                  <c:v>139.46191340084499</c:v>
                </c:pt>
                <c:pt idx="3648">
                  <c:v>137.46284828160199</c:v>
                </c:pt>
                <c:pt idx="3649">
                  <c:v>137.149780953115</c:v>
                </c:pt>
                <c:pt idx="3650">
                  <c:v>133.77063241424199</c:v>
                </c:pt>
                <c:pt idx="3651">
                  <c:v>133.784489941792</c:v>
                </c:pt>
                <c:pt idx="3652">
                  <c:v>134.55068338473799</c:v>
                </c:pt>
                <c:pt idx="3653">
                  <c:v>137.65236803564301</c:v>
                </c:pt>
                <c:pt idx="3654">
                  <c:v>137.63722561206899</c:v>
                </c:pt>
                <c:pt idx="3655">
                  <c:v>138.75397464451299</c:v>
                </c:pt>
                <c:pt idx="3656">
                  <c:v>137.003631754053</c:v>
                </c:pt>
                <c:pt idx="3657">
                  <c:v>138.599140639327</c:v>
                </c:pt>
                <c:pt idx="3658">
                  <c:v>137.62621730653601</c:v>
                </c:pt>
                <c:pt idx="3659">
                  <c:v>139.11445321313099</c:v>
                </c:pt>
                <c:pt idx="3660">
                  <c:v>140.552159065674</c:v>
                </c:pt>
                <c:pt idx="3661">
                  <c:v>140.75535547294399</c:v>
                </c:pt>
                <c:pt idx="3662">
                  <c:v>142.13771383214899</c:v>
                </c:pt>
                <c:pt idx="3663">
                  <c:v>141.898070007999</c:v>
                </c:pt>
                <c:pt idx="3664">
                  <c:v>138.73913812599301</c:v>
                </c:pt>
                <c:pt idx="3665">
                  <c:v>139.73418073251801</c:v>
                </c:pt>
                <c:pt idx="3666">
                  <c:v>137.504513184806</c:v>
                </c:pt>
                <c:pt idx="3667">
                  <c:v>138.160460219508</c:v>
                </c:pt>
                <c:pt idx="3668">
                  <c:v>139.40266847891701</c:v>
                </c:pt>
                <c:pt idx="3669">
                  <c:v>139.10865833824101</c:v>
                </c:pt>
                <c:pt idx="3670">
                  <c:v>142.57470645181701</c:v>
                </c:pt>
                <c:pt idx="3671">
                  <c:v>142.92583483895999</c:v>
                </c:pt>
                <c:pt idx="3672">
                  <c:v>143.81574835615299</c:v>
                </c:pt>
                <c:pt idx="3673">
                  <c:v>143.14236757028601</c:v>
                </c:pt>
                <c:pt idx="3674">
                  <c:v>141.79151538097301</c:v>
                </c:pt>
                <c:pt idx="3675">
                  <c:v>141.559200526919</c:v>
                </c:pt>
                <c:pt idx="3676">
                  <c:v>140.40971717175699</c:v>
                </c:pt>
                <c:pt idx="3677">
                  <c:v>140.407649119654</c:v>
                </c:pt>
                <c:pt idx="3678">
                  <c:v>139.70659139489501</c:v>
                </c:pt>
                <c:pt idx="3679">
                  <c:v>142.01214827229899</c:v>
                </c:pt>
                <c:pt idx="3680">
                  <c:v>141.68346350830299</c:v>
                </c:pt>
                <c:pt idx="3681">
                  <c:v>142.733292957147</c:v>
                </c:pt>
                <c:pt idx="3682">
                  <c:v>143.68655966457899</c:v>
                </c:pt>
                <c:pt idx="3683">
                  <c:v>144.077157969425</c:v>
                </c:pt>
                <c:pt idx="3684">
                  <c:v>142.627137627168</c:v>
                </c:pt>
                <c:pt idx="3685">
                  <c:v>141.35618253378399</c:v>
                </c:pt>
                <c:pt idx="3686">
                  <c:v>140.0789171131</c:v>
                </c:pt>
                <c:pt idx="3687">
                  <c:v>140.03436070878701</c:v>
                </c:pt>
                <c:pt idx="3688">
                  <c:v>142.35123595447601</c:v>
                </c:pt>
                <c:pt idx="3689">
                  <c:v>145.06699263870399</c:v>
                </c:pt>
                <c:pt idx="3690">
                  <c:v>144.99692461230401</c:v>
                </c:pt>
                <c:pt idx="3691">
                  <c:v>144.37135406936301</c:v>
                </c:pt>
                <c:pt idx="3692">
                  <c:v>143.933044527541</c:v>
                </c:pt>
                <c:pt idx="3693">
                  <c:v>142.871894921945</c:v>
                </c:pt>
                <c:pt idx="3694">
                  <c:v>145.592350740255</c:v>
                </c:pt>
                <c:pt idx="3695">
                  <c:v>145.931278493164</c:v>
                </c:pt>
                <c:pt idx="3696">
                  <c:v>146.676400038466</c:v>
                </c:pt>
                <c:pt idx="3697">
                  <c:v>146.76788604388099</c:v>
                </c:pt>
                <c:pt idx="3698">
                  <c:v>146.82813368182099</c:v>
                </c:pt>
                <c:pt idx="3699">
                  <c:v>147.14965709999601</c:v>
                </c:pt>
                <c:pt idx="3700">
                  <c:v>146.96554568388501</c:v>
                </c:pt>
                <c:pt idx="3701">
                  <c:v>146.946540821718</c:v>
                </c:pt>
                <c:pt idx="3702">
                  <c:v>147.113984128666</c:v>
                </c:pt>
                <c:pt idx="3703">
                  <c:v>148.159343373761</c:v>
                </c:pt>
                <c:pt idx="3704">
                  <c:v>148.436544421549</c:v>
                </c:pt>
                <c:pt idx="3705">
                  <c:v>148.43349279505</c:v>
                </c:pt>
                <c:pt idx="3706">
                  <c:v>147.914104782425</c:v>
                </c:pt>
                <c:pt idx="3707">
                  <c:v>147.94780265671901</c:v>
                </c:pt>
                <c:pt idx="3708">
                  <c:v>146.75350025550199</c:v>
                </c:pt>
                <c:pt idx="3709">
                  <c:v>147.70009036628099</c:v>
                </c:pt>
                <c:pt idx="3710">
                  <c:v>147.62770718324401</c:v>
                </c:pt>
                <c:pt idx="3711">
                  <c:v>147.50882780081699</c:v>
                </c:pt>
                <c:pt idx="3712">
                  <c:v>147.63338737368699</c:v>
                </c:pt>
                <c:pt idx="3713">
                  <c:v>146.48134579339501</c:v>
                </c:pt>
                <c:pt idx="3714">
                  <c:v>147.22374594949</c:v>
                </c:pt>
                <c:pt idx="3715">
                  <c:v>147.05248461193801</c:v>
                </c:pt>
                <c:pt idx="3716">
                  <c:v>146.89505242579099</c:v>
                </c:pt>
                <c:pt idx="3717">
                  <c:v>149.89692153242899</c:v>
                </c:pt>
                <c:pt idx="3718">
                  <c:v>150.50420727855101</c:v>
                </c:pt>
                <c:pt idx="3719">
                  <c:v>149.57962549477199</c:v>
                </c:pt>
                <c:pt idx="3720">
                  <c:v>150.048645300289</c:v>
                </c:pt>
                <c:pt idx="3721">
                  <c:v>150.362513656018</c:v>
                </c:pt>
                <c:pt idx="3722">
                  <c:v>152.81429211263401</c:v>
                </c:pt>
                <c:pt idx="3723">
                  <c:v>153.41991532015001</c:v>
                </c:pt>
                <c:pt idx="3724">
                  <c:v>152.939974244366</c:v>
                </c:pt>
                <c:pt idx="3725">
                  <c:v>152.744382137717</c:v>
                </c:pt>
                <c:pt idx="3726">
                  <c:v>152.92579454253899</c:v>
                </c:pt>
                <c:pt idx="3727">
                  <c:v>152.84298780503201</c:v>
                </c:pt>
                <c:pt idx="3728">
                  <c:v>152.83141500264099</c:v>
                </c:pt>
                <c:pt idx="3729">
                  <c:v>152.489634734638</c:v>
                </c:pt>
                <c:pt idx="3730">
                  <c:v>150.88862306096701</c:v>
                </c:pt>
                <c:pt idx="3731">
                  <c:v>150.02259469739701</c:v>
                </c:pt>
                <c:pt idx="3732">
                  <c:v>151.47101984242499</c:v>
                </c:pt>
                <c:pt idx="3733">
                  <c:v>150.79280957045501</c:v>
                </c:pt>
                <c:pt idx="3734">
                  <c:v>151.191890026821</c:v>
                </c:pt>
                <c:pt idx="3735">
                  <c:v>151.32450319068701</c:v>
                </c:pt>
                <c:pt idx="3736">
                  <c:v>151.87302171011001</c:v>
                </c:pt>
                <c:pt idx="3737">
                  <c:v>152.96188225424601</c:v>
                </c:pt>
                <c:pt idx="3738">
                  <c:v>152.91255551533999</c:v>
                </c:pt>
                <c:pt idx="3739">
                  <c:v>152.383903758098</c:v>
                </c:pt>
                <c:pt idx="3740">
                  <c:v>150.877573541706</c:v>
                </c:pt>
                <c:pt idx="3741">
                  <c:v>149.94374338476899</c:v>
                </c:pt>
                <c:pt idx="3742">
                  <c:v>149.97316362663099</c:v>
                </c:pt>
                <c:pt idx="3743">
                  <c:v>149.52788238924401</c:v>
                </c:pt>
                <c:pt idx="3744">
                  <c:v>150.73545206013799</c:v>
                </c:pt>
                <c:pt idx="3745">
                  <c:v>152.28402603260199</c:v>
                </c:pt>
                <c:pt idx="3746">
                  <c:v>152.910879230148</c:v>
                </c:pt>
                <c:pt idx="3747">
                  <c:v>152.53736957149201</c:v>
                </c:pt>
                <c:pt idx="3748">
                  <c:v>150.00912577150601</c:v>
                </c:pt>
                <c:pt idx="3749">
                  <c:v>150.07528245539899</c:v>
                </c:pt>
                <c:pt idx="3750">
                  <c:v>147.90758994329201</c:v>
                </c:pt>
                <c:pt idx="3751">
                  <c:v>147.451505148259</c:v>
                </c:pt>
                <c:pt idx="3752">
                  <c:v>147.89313176936301</c:v>
                </c:pt>
                <c:pt idx="3753">
                  <c:v>147.78525414874599</c:v>
                </c:pt>
                <c:pt idx="3754">
                  <c:v>147.80803566573601</c:v>
                </c:pt>
                <c:pt idx="3755">
                  <c:v>149.42325117904701</c:v>
                </c:pt>
                <c:pt idx="3756">
                  <c:v>148.02153521062999</c:v>
                </c:pt>
                <c:pt idx="3757">
                  <c:v>148.34154776939499</c:v>
                </c:pt>
                <c:pt idx="3758">
                  <c:v>149.50694555320101</c:v>
                </c:pt>
                <c:pt idx="3759">
                  <c:v>145.96304657976901</c:v>
                </c:pt>
                <c:pt idx="3760">
                  <c:v>144.181061512464</c:v>
                </c:pt>
                <c:pt idx="3761">
                  <c:v>144.42637057328599</c:v>
                </c:pt>
                <c:pt idx="3762">
                  <c:v>144.44513135613701</c:v>
                </c:pt>
                <c:pt idx="3763">
                  <c:v>143.869165450445</c:v>
                </c:pt>
                <c:pt idx="3764">
                  <c:v>141.87640347957199</c:v>
                </c:pt>
                <c:pt idx="3765">
                  <c:v>141.650243594476</c:v>
                </c:pt>
                <c:pt idx="3766">
                  <c:v>142.335816387801</c:v>
                </c:pt>
                <c:pt idx="3767">
                  <c:v>145.16281989770599</c:v>
                </c:pt>
                <c:pt idx="3768">
                  <c:v>145.25979233503401</c:v>
                </c:pt>
                <c:pt idx="3769">
                  <c:v>145.596218745128</c:v>
                </c:pt>
                <c:pt idx="3770">
                  <c:v>147.49371212189999</c:v>
                </c:pt>
                <c:pt idx="3771">
                  <c:v>147.194166912702</c:v>
                </c:pt>
                <c:pt idx="3772">
                  <c:v>146.42484998493899</c:v>
                </c:pt>
                <c:pt idx="3773">
                  <c:v>147.57530044708099</c:v>
                </c:pt>
                <c:pt idx="3774">
                  <c:v>148.205418533178</c:v>
                </c:pt>
                <c:pt idx="3775">
                  <c:v>148.229178345994</c:v>
                </c:pt>
                <c:pt idx="3776">
                  <c:v>147.52543619830601</c:v>
                </c:pt>
                <c:pt idx="3777">
                  <c:v>147.27313192121201</c:v>
                </c:pt>
                <c:pt idx="3778">
                  <c:v>147.50650930677301</c:v>
                </c:pt>
                <c:pt idx="3779">
                  <c:v>147.994799169283</c:v>
                </c:pt>
                <c:pt idx="3780">
                  <c:v>148.42733409170901</c:v>
                </c:pt>
                <c:pt idx="3781">
                  <c:v>148.47660701960999</c:v>
                </c:pt>
                <c:pt idx="3782">
                  <c:v>149.449391975282</c:v>
                </c:pt>
                <c:pt idx="3783">
                  <c:v>149.51604713988499</c:v>
                </c:pt>
                <c:pt idx="3784">
                  <c:v>148.571030654515</c:v>
                </c:pt>
                <c:pt idx="3785">
                  <c:v>147.956782814826</c:v>
                </c:pt>
                <c:pt idx="3786">
                  <c:v>149.71330232964499</c:v>
                </c:pt>
                <c:pt idx="3787">
                  <c:v>151.43268052481599</c:v>
                </c:pt>
                <c:pt idx="3788">
                  <c:v>150.28372558566201</c:v>
                </c:pt>
                <c:pt idx="3789">
                  <c:v>151.108740529508</c:v>
                </c:pt>
                <c:pt idx="3790">
                  <c:v>149.69106409998</c:v>
                </c:pt>
                <c:pt idx="3791">
                  <c:v>149.32618592974501</c:v>
                </c:pt>
                <c:pt idx="3792">
                  <c:v>148.61068080877399</c:v>
                </c:pt>
                <c:pt idx="3793">
                  <c:v>148.42960725255199</c:v>
                </c:pt>
                <c:pt idx="3794">
                  <c:v>146.789660405935</c:v>
                </c:pt>
                <c:pt idx="3795">
                  <c:v>149.27653109488801</c:v>
                </c:pt>
                <c:pt idx="3796">
                  <c:v>153.06894915098999</c:v>
                </c:pt>
                <c:pt idx="3797">
                  <c:v>152.74916982979201</c:v>
                </c:pt>
                <c:pt idx="3798">
                  <c:v>153.492428181875</c:v>
                </c:pt>
                <c:pt idx="3799">
                  <c:v>153.013555318865</c:v>
                </c:pt>
                <c:pt idx="3800">
                  <c:v>152.517021424142</c:v>
                </c:pt>
                <c:pt idx="3801">
                  <c:v>152.92250283475701</c:v>
                </c:pt>
                <c:pt idx="3802">
                  <c:v>154.08442364135701</c:v>
                </c:pt>
                <c:pt idx="3803">
                  <c:v>154.07725748485799</c:v>
                </c:pt>
                <c:pt idx="3804">
                  <c:v>153.93327344038701</c:v>
                </c:pt>
                <c:pt idx="3805">
                  <c:v>154.107340711989</c:v>
                </c:pt>
                <c:pt idx="3806">
                  <c:v>154.13750454151699</c:v>
                </c:pt>
                <c:pt idx="3807">
                  <c:v>155.00724471266901</c:v>
                </c:pt>
                <c:pt idx="3808">
                  <c:v>155.53447993616101</c:v>
                </c:pt>
                <c:pt idx="3809">
                  <c:v>156.22334651444999</c:v>
                </c:pt>
                <c:pt idx="3810">
                  <c:v>156.45881417403999</c:v>
                </c:pt>
                <c:pt idx="3811">
                  <c:v>156.45962899219401</c:v>
                </c:pt>
                <c:pt idx="3812">
                  <c:v>157.311954275473</c:v>
                </c:pt>
                <c:pt idx="3813">
                  <c:v>157.02062674221401</c:v>
                </c:pt>
                <c:pt idx="3814">
                  <c:v>157.82289072952301</c:v>
                </c:pt>
                <c:pt idx="3815">
                  <c:v>157.20782074066099</c:v>
                </c:pt>
                <c:pt idx="3816">
                  <c:v>156.804576671631</c:v>
                </c:pt>
                <c:pt idx="3817">
                  <c:v>158.38119557168599</c:v>
                </c:pt>
                <c:pt idx="3818">
                  <c:v>156.553390038467</c:v>
                </c:pt>
                <c:pt idx="3819">
                  <c:v>158.18376876053799</c:v>
                </c:pt>
                <c:pt idx="3820">
                  <c:v>158.27068812322199</c:v>
                </c:pt>
                <c:pt idx="3821">
                  <c:v>157.98552821933899</c:v>
                </c:pt>
                <c:pt idx="3822">
                  <c:v>158.878682039571</c:v>
                </c:pt>
                <c:pt idx="3823">
                  <c:v>158.78262708095099</c:v>
                </c:pt>
                <c:pt idx="3824">
                  <c:v>159.03572173914301</c:v>
                </c:pt>
                <c:pt idx="3825">
                  <c:v>159.130350369496</c:v>
                </c:pt>
                <c:pt idx="3826">
                  <c:v>159.24020754914801</c:v>
                </c:pt>
                <c:pt idx="3827">
                  <c:v>159.07412479772299</c:v>
                </c:pt>
                <c:pt idx="3828">
                  <c:v>160.24091314605599</c:v>
                </c:pt>
                <c:pt idx="3829">
                  <c:v>158.2535458374</c:v>
                </c:pt>
                <c:pt idx="3830">
                  <c:v>157.25554456210301</c:v>
                </c:pt>
                <c:pt idx="3831">
                  <c:v>158.635187354556</c:v>
                </c:pt>
                <c:pt idx="3832">
                  <c:v>155.73038423142501</c:v>
                </c:pt>
                <c:pt idx="3833">
                  <c:v>156.682375102349</c:v>
                </c:pt>
                <c:pt idx="3834">
                  <c:v>158.67546419114001</c:v>
                </c:pt>
                <c:pt idx="3835">
                  <c:v>158.538650569168</c:v>
                </c:pt>
                <c:pt idx="3836">
                  <c:v>158.90726157702699</c:v>
                </c:pt>
                <c:pt idx="3837">
                  <c:v>159.640002099367</c:v>
                </c:pt>
                <c:pt idx="3838">
                  <c:v>161.16731278894699</c:v>
                </c:pt>
                <c:pt idx="3839">
                  <c:v>161.341731908132</c:v>
                </c:pt>
                <c:pt idx="3840">
                  <c:v>161.634849573445</c:v>
                </c:pt>
                <c:pt idx="3841">
                  <c:v>162.359134183777</c:v>
                </c:pt>
                <c:pt idx="3842">
                  <c:v>162.887200279984</c:v>
                </c:pt>
                <c:pt idx="3843">
                  <c:v>162.49515403963099</c:v>
                </c:pt>
                <c:pt idx="3844">
                  <c:v>162.70864694029899</c:v>
                </c:pt>
                <c:pt idx="3845">
                  <c:v>163.620865402758</c:v>
                </c:pt>
                <c:pt idx="3846">
                  <c:v>163.355253815861</c:v>
                </c:pt>
                <c:pt idx="3847">
                  <c:v>162.45576012900801</c:v>
                </c:pt>
                <c:pt idx="3848">
                  <c:v>162.06215814675801</c:v>
                </c:pt>
                <c:pt idx="3849">
                  <c:v>163.14753213348999</c:v>
                </c:pt>
                <c:pt idx="3850">
                  <c:v>161.79641783936199</c:v>
                </c:pt>
                <c:pt idx="3851">
                  <c:v>162.956447799611</c:v>
                </c:pt>
                <c:pt idx="3852">
                  <c:v>162.412779862349</c:v>
                </c:pt>
                <c:pt idx="3853">
                  <c:v>163.677199938483</c:v>
                </c:pt>
                <c:pt idx="3854">
                  <c:v>163.58098272321601</c:v>
                </c:pt>
                <c:pt idx="3855">
                  <c:v>164.243863561696</c:v>
                </c:pt>
                <c:pt idx="3856">
                  <c:v>163.50992636870899</c:v>
                </c:pt>
                <c:pt idx="3857">
                  <c:v>164.355478160904</c:v>
                </c:pt>
                <c:pt idx="3858">
                  <c:v>162.62162214255</c:v>
                </c:pt>
                <c:pt idx="3859">
                  <c:v>163.280229890698</c:v>
                </c:pt>
                <c:pt idx="3860">
                  <c:v>162.578912486608</c:v>
                </c:pt>
                <c:pt idx="3861">
                  <c:v>163.60385899049001</c:v>
                </c:pt>
                <c:pt idx="3862">
                  <c:v>164.18336911736699</c:v>
                </c:pt>
                <c:pt idx="3863">
                  <c:v>166.18503530431801</c:v>
                </c:pt>
                <c:pt idx="3864">
                  <c:v>166.77515841403999</c:v>
                </c:pt>
                <c:pt idx="3865">
                  <c:v>166.30255628618599</c:v>
                </c:pt>
                <c:pt idx="3866">
                  <c:v>162.48310361022001</c:v>
                </c:pt>
                <c:pt idx="3867">
                  <c:v>164.807094928711</c:v>
                </c:pt>
                <c:pt idx="3868">
                  <c:v>162.44660835114499</c:v>
                </c:pt>
                <c:pt idx="3869">
                  <c:v>161.35790202743499</c:v>
                </c:pt>
                <c:pt idx="3870">
                  <c:v>162.78567809838401</c:v>
                </c:pt>
                <c:pt idx="3871">
                  <c:v>163.54401301341699</c:v>
                </c:pt>
                <c:pt idx="3872">
                  <c:v>165.247602450877</c:v>
                </c:pt>
                <c:pt idx="3873">
                  <c:v>165.24905284794499</c:v>
                </c:pt>
                <c:pt idx="3874">
                  <c:v>165.915650839161</c:v>
                </c:pt>
                <c:pt idx="3875">
                  <c:v>165.609763398366</c:v>
                </c:pt>
                <c:pt idx="3876">
                  <c:v>166.79999096492199</c:v>
                </c:pt>
                <c:pt idx="3877">
                  <c:v>167.21432593937399</c:v>
                </c:pt>
                <c:pt idx="3878">
                  <c:v>165.65876735815201</c:v>
                </c:pt>
                <c:pt idx="3879">
                  <c:v>167.216959818226</c:v>
                </c:pt>
                <c:pt idx="3880">
                  <c:v>168.978047517052</c:v>
                </c:pt>
                <c:pt idx="3881">
                  <c:v>169.30088534311199</c:v>
                </c:pt>
                <c:pt idx="3882">
                  <c:v>170.18679534202599</c:v>
                </c:pt>
                <c:pt idx="3883">
                  <c:v>170.890727550837</c:v>
                </c:pt>
                <c:pt idx="3884">
                  <c:v>170.260740552264</c:v>
                </c:pt>
                <c:pt idx="3885">
                  <c:v>170.996600885053</c:v>
                </c:pt>
                <c:pt idx="3886">
                  <c:v>171.00337475258499</c:v>
                </c:pt>
                <c:pt idx="3887">
                  <c:v>172.738105873254</c:v>
                </c:pt>
                <c:pt idx="3888">
                  <c:v>173.622007753329</c:v>
                </c:pt>
                <c:pt idx="3889">
                  <c:v>172.752115515984</c:v>
                </c:pt>
                <c:pt idx="3890">
                  <c:v>174.531237971385</c:v>
                </c:pt>
                <c:pt idx="3891">
                  <c:v>174.40757201911899</c:v>
                </c:pt>
                <c:pt idx="3892">
                  <c:v>174.70818077385999</c:v>
                </c:pt>
                <c:pt idx="3893">
                  <c:v>173.26230733829701</c:v>
                </c:pt>
                <c:pt idx="3894">
                  <c:v>172.75593293003899</c:v>
                </c:pt>
                <c:pt idx="3895">
                  <c:v>172.66116370261301</c:v>
                </c:pt>
                <c:pt idx="3896">
                  <c:v>173.755457074188</c:v>
                </c:pt>
                <c:pt idx="3897">
                  <c:v>172.531222047169</c:v>
                </c:pt>
                <c:pt idx="3898">
                  <c:v>173.164233676592</c:v>
                </c:pt>
                <c:pt idx="3899">
                  <c:v>170.68682110276501</c:v>
                </c:pt>
                <c:pt idx="3900">
                  <c:v>171.69987379146301</c:v>
                </c:pt>
                <c:pt idx="3901">
                  <c:v>170.75407342701999</c:v>
                </c:pt>
                <c:pt idx="3902">
                  <c:v>168.400530356442</c:v>
                </c:pt>
                <c:pt idx="3903">
                  <c:v>169.83028423063499</c:v>
                </c:pt>
                <c:pt idx="3904">
                  <c:v>172.00954043829699</c:v>
                </c:pt>
                <c:pt idx="3905">
                  <c:v>171.95025029084999</c:v>
                </c:pt>
                <c:pt idx="3906">
                  <c:v>170.20433356753</c:v>
                </c:pt>
                <c:pt idx="3907">
                  <c:v>168.78006684283099</c:v>
                </c:pt>
                <c:pt idx="3908">
                  <c:v>171.27536637384401</c:v>
                </c:pt>
                <c:pt idx="3909">
                  <c:v>170.26653513557801</c:v>
                </c:pt>
                <c:pt idx="3910">
                  <c:v>171.55530570115599</c:v>
                </c:pt>
                <c:pt idx="3911">
                  <c:v>172.89164712202401</c:v>
                </c:pt>
                <c:pt idx="3912">
                  <c:v>170.49677551960099</c:v>
                </c:pt>
                <c:pt idx="3913">
                  <c:v>166.23286822939701</c:v>
                </c:pt>
                <c:pt idx="3914">
                  <c:v>166.67662490086599</c:v>
                </c:pt>
                <c:pt idx="3915">
                  <c:v>164.65255823703501</c:v>
                </c:pt>
                <c:pt idx="3916">
                  <c:v>166.215807185958</c:v>
                </c:pt>
                <c:pt idx="3917">
                  <c:v>167.810013278528</c:v>
                </c:pt>
                <c:pt idx="3918">
                  <c:v>168.85030672572</c:v>
                </c:pt>
                <c:pt idx="3919">
                  <c:v>168.126188793936</c:v>
                </c:pt>
                <c:pt idx="3920">
                  <c:v>169.03522022427299</c:v>
                </c:pt>
                <c:pt idx="3921">
                  <c:v>168.943136560662</c:v>
                </c:pt>
                <c:pt idx="3922">
                  <c:v>169.08218341899999</c:v>
                </c:pt>
                <c:pt idx="3923">
                  <c:v>170.80666764565399</c:v>
                </c:pt>
                <c:pt idx="3924">
                  <c:v>171.704093449223</c:v>
                </c:pt>
                <c:pt idx="3925">
                  <c:v>172.94488417505701</c:v>
                </c:pt>
                <c:pt idx="3926">
                  <c:v>172.976499635637</c:v>
                </c:pt>
                <c:pt idx="3927">
                  <c:v>175.32171962720199</c:v>
                </c:pt>
                <c:pt idx="3928">
                  <c:v>175.86259157746699</c:v>
                </c:pt>
                <c:pt idx="3929">
                  <c:v>176.10427860885599</c:v>
                </c:pt>
                <c:pt idx="3930">
                  <c:v>175.45093926841</c:v>
                </c:pt>
                <c:pt idx="3931">
                  <c:v>175.937763811351</c:v>
                </c:pt>
                <c:pt idx="3932">
                  <c:v>176.823494687292</c:v>
                </c:pt>
                <c:pt idx="3933">
                  <c:v>177.107807586956</c:v>
                </c:pt>
                <c:pt idx="3934">
                  <c:v>177.467836018979</c:v>
                </c:pt>
                <c:pt idx="3935">
                  <c:v>177.139099288648</c:v>
                </c:pt>
                <c:pt idx="3936">
                  <c:v>176.463949420288</c:v>
                </c:pt>
                <c:pt idx="3937">
                  <c:v>176.91575776691101</c:v>
                </c:pt>
                <c:pt idx="3938">
                  <c:v>177.06156786251799</c:v>
                </c:pt>
                <c:pt idx="3939">
                  <c:v>176.40054491361099</c:v>
                </c:pt>
                <c:pt idx="3940">
                  <c:v>176.466284079497</c:v>
                </c:pt>
                <c:pt idx="3941">
                  <c:v>176.441806138755</c:v>
                </c:pt>
                <c:pt idx="3942">
                  <c:v>178.65479832807901</c:v>
                </c:pt>
                <c:pt idx="3943">
                  <c:v>178.94836571754101</c:v>
                </c:pt>
                <c:pt idx="3944">
                  <c:v>178.68297516060801</c:v>
                </c:pt>
                <c:pt idx="3945">
                  <c:v>177.660414862191</c:v>
                </c:pt>
                <c:pt idx="3946">
                  <c:v>176.98455299605399</c:v>
                </c:pt>
                <c:pt idx="3947">
                  <c:v>177.672395815605</c:v>
                </c:pt>
                <c:pt idx="3948">
                  <c:v>177.03832090626901</c:v>
                </c:pt>
                <c:pt idx="3949">
                  <c:v>176.834211154983</c:v>
                </c:pt>
                <c:pt idx="3950">
                  <c:v>177.325065365341</c:v>
                </c:pt>
                <c:pt idx="3951">
                  <c:v>176.40657926528201</c:v>
                </c:pt>
                <c:pt idx="3952">
                  <c:v>173.88694426614899</c:v>
                </c:pt>
                <c:pt idx="3953">
                  <c:v>173.31238582096199</c:v>
                </c:pt>
                <c:pt idx="3954">
                  <c:v>172.28995839539499</c:v>
                </c:pt>
                <c:pt idx="3955">
                  <c:v>172.948292107085</c:v>
                </c:pt>
                <c:pt idx="3956">
                  <c:v>171.949096061982</c:v>
                </c:pt>
                <c:pt idx="3957">
                  <c:v>173.43072009315901</c:v>
                </c:pt>
                <c:pt idx="3958">
                  <c:v>174.11590883216701</c:v>
                </c:pt>
                <c:pt idx="3959">
                  <c:v>173.412656336601</c:v>
                </c:pt>
                <c:pt idx="3960">
                  <c:v>170.659097523242</c:v>
                </c:pt>
                <c:pt idx="3961">
                  <c:v>171.127960563805</c:v>
                </c:pt>
                <c:pt idx="3962">
                  <c:v>171.46397949522199</c:v>
                </c:pt>
                <c:pt idx="3963">
                  <c:v>170.92015411713399</c:v>
                </c:pt>
                <c:pt idx="3964">
                  <c:v>171.631796759314</c:v>
                </c:pt>
                <c:pt idx="3965">
                  <c:v>173.02454009296699</c:v>
                </c:pt>
                <c:pt idx="3966">
                  <c:v>173.23398068180899</c:v>
                </c:pt>
                <c:pt idx="3967">
                  <c:v>173.24319638364599</c:v>
                </c:pt>
                <c:pt idx="3968">
                  <c:v>174.975242327459</c:v>
                </c:pt>
                <c:pt idx="3969">
                  <c:v>176.25992746463299</c:v>
                </c:pt>
                <c:pt idx="3970">
                  <c:v>176.79806336075501</c:v>
                </c:pt>
                <c:pt idx="3971">
                  <c:v>176.20072763659499</c:v>
                </c:pt>
                <c:pt idx="3972">
                  <c:v>176.678672828446</c:v>
                </c:pt>
                <c:pt idx="3973">
                  <c:v>177.68470814534999</c:v>
                </c:pt>
                <c:pt idx="3974">
                  <c:v>178.434297746699</c:v>
                </c:pt>
                <c:pt idx="3975">
                  <c:v>180.60747851827901</c:v>
                </c:pt>
                <c:pt idx="3976">
                  <c:v>180.27449695127299</c:v>
                </c:pt>
                <c:pt idx="3977">
                  <c:v>178.97349052848699</c:v>
                </c:pt>
                <c:pt idx="3978">
                  <c:v>178.128660444714</c:v>
                </c:pt>
                <c:pt idx="3979">
                  <c:v>177.66618836091499</c:v>
                </c:pt>
                <c:pt idx="3980">
                  <c:v>177.17879392859101</c:v>
                </c:pt>
                <c:pt idx="3981">
                  <c:v>177.796299672955</c:v>
                </c:pt>
                <c:pt idx="3982">
                  <c:v>177.07192450421999</c:v>
                </c:pt>
                <c:pt idx="3983">
                  <c:v>176.00446536656301</c:v>
                </c:pt>
                <c:pt idx="3984">
                  <c:v>177.41232509213</c:v>
                </c:pt>
                <c:pt idx="3985">
                  <c:v>177.29429186176301</c:v>
                </c:pt>
                <c:pt idx="3986">
                  <c:v>175.70204112628301</c:v>
                </c:pt>
                <c:pt idx="3987">
                  <c:v>176.94197624845799</c:v>
                </c:pt>
                <c:pt idx="3988">
                  <c:v>175.436066814995</c:v>
                </c:pt>
                <c:pt idx="3989">
                  <c:v>173.272909733614</c:v>
                </c:pt>
                <c:pt idx="3990">
                  <c:v>173.37232611725901</c:v>
                </c:pt>
                <c:pt idx="3991">
                  <c:v>177.15749124243601</c:v>
                </c:pt>
                <c:pt idx="3992">
                  <c:v>178.27037673790201</c:v>
                </c:pt>
                <c:pt idx="3993">
                  <c:v>178.997770671284</c:v>
                </c:pt>
                <c:pt idx="3994">
                  <c:v>177.733306219311</c:v>
                </c:pt>
                <c:pt idx="3995">
                  <c:v>180.19094619952699</c:v>
                </c:pt>
                <c:pt idx="3996">
                  <c:v>181.405714305955</c:v>
                </c:pt>
                <c:pt idx="3997">
                  <c:v>182.59389932576701</c:v>
                </c:pt>
                <c:pt idx="3998">
                  <c:v>182.61009771953101</c:v>
                </c:pt>
                <c:pt idx="3999">
                  <c:v>183.65828150227699</c:v>
                </c:pt>
                <c:pt idx="4000">
                  <c:v>182.78994560375699</c:v>
                </c:pt>
                <c:pt idx="4001">
                  <c:v>183.385891302662</c:v>
                </c:pt>
                <c:pt idx="4002">
                  <c:v>184.191496378306</c:v>
                </c:pt>
                <c:pt idx="4003">
                  <c:v>184.436423563521</c:v>
                </c:pt>
                <c:pt idx="4004">
                  <c:v>185.46635322185901</c:v>
                </c:pt>
                <c:pt idx="4005">
                  <c:v>184.562223174482</c:v>
                </c:pt>
                <c:pt idx="4006">
                  <c:v>183.85436818164999</c:v>
                </c:pt>
                <c:pt idx="4007">
                  <c:v>184.38816275293601</c:v>
                </c:pt>
                <c:pt idx="4008">
                  <c:v>185.04609838704101</c:v>
                </c:pt>
                <c:pt idx="4009">
                  <c:v>184.52704632281899</c:v>
                </c:pt>
                <c:pt idx="4010">
                  <c:v>185.313802054268</c:v>
                </c:pt>
                <c:pt idx="4011">
                  <c:v>182.87130457031799</c:v>
                </c:pt>
                <c:pt idx="4012">
                  <c:v>185.32623182642001</c:v>
                </c:pt>
                <c:pt idx="4013">
                  <c:v>185.46089308671799</c:v>
                </c:pt>
                <c:pt idx="4014">
                  <c:v>185.02043663648701</c:v>
                </c:pt>
                <c:pt idx="4015">
                  <c:v>186.51912039138401</c:v>
                </c:pt>
                <c:pt idx="4016">
                  <c:v>187.42076385831299</c:v>
                </c:pt>
                <c:pt idx="4017">
                  <c:v>188.21182161771799</c:v>
                </c:pt>
                <c:pt idx="4018">
                  <c:v>187.51624501731601</c:v>
                </c:pt>
                <c:pt idx="4019">
                  <c:v>187.13264043400099</c:v>
                </c:pt>
                <c:pt idx="4020">
                  <c:v>186.453199576473</c:v>
                </c:pt>
                <c:pt idx="4021">
                  <c:v>187.96873948167499</c:v>
                </c:pt>
                <c:pt idx="4022">
                  <c:v>188.900628951898</c:v>
                </c:pt>
                <c:pt idx="4023">
                  <c:v>188.66235217319499</c:v>
                </c:pt>
                <c:pt idx="4024">
                  <c:v>188.69081197041999</c:v>
                </c:pt>
                <c:pt idx="4025">
                  <c:v>189.159864020394</c:v>
                </c:pt>
                <c:pt idx="4026">
                  <c:v>189.01116690401199</c:v>
                </c:pt>
                <c:pt idx="4027">
                  <c:v>188.49672419099801</c:v>
                </c:pt>
                <c:pt idx="4028">
                  <c:v>187.89561276412499</c:v>
                </c:pt>
                <c:pt idx="4029">
                  <c:v>187.65019752722401</c:v>
                </c:pt>
                <c:pt idx="4030">
                  <c:v>186.83618063306801</c:v>
                </c:pt>
                <c:pt idx="4031">
                  <c:v>188.93595864265001</c:v>
                </c:pt>
                <c:pt idx="4032">
                  <c:v>189.27833494675599</c:v>
                </c:pt>
                <c:pt idx="4033">
                  <c:v>188.67671475146099</c:v>
                </c:pt>
                <c:pt idx="4034">
                  <c:v>186.541946411228</c:v>
                </c:pt>
                <c:pt idx="4035">
                  <c:v>185.83820798429599</c:v>
                </c:pt>
                <c:pt idx="4036">
                  <c:v>185.81943167643001</c:v>
                </c:pt>
                <c:pt idx="4037">
                  <c:v>186.993633512054</c:v>
                </c:pt>
                <c:pt idx="4038">
                  <c:v>186.41456667197599</c:v>
                </c:pt>
                <c:pt idx="4039">
                  <c:v>189.51730530088301</c:v>
                </c:pt>
                <c:pt idx="4040">
                  <c:v>189.407209656107</c:v>
                </c:pt>
                <c:pt idx="4041">
                  <c:v>190.32034827198899</c:v>
                </c:pt>
                <c:pt idx="4042">
                  <c:v>191.33231790296099</c:v>
                </c:pt>
                <c:pt idx="4043">
                  <c:v>191.890652925615</c:v>
                </c:pt>
                <c:pt idx="4044">
                  <c:v>192.800838447861</c:v>
                </c:pt>
                <c:pt idx="4045">
                  <c:v>192.736312710053</c:v>
                </c:pt>
                <c:pt idx="4046">
                  <c:v>192.70153231152699</c:v>
                </c:pt>
                <c:pt idx="4047">
                  <c:v>193.46415333283801</c:v>
                </c:pt>
                <c:pt idx="4048">
                  <c:v>191.75054500700199</c:v>
                </c:pt>
                <c:pt idx="4049">
                  <c:v>191.68584520496299</c:v>
                </c:pt>
                <c:pt idx="4050">
                  <c:v>191.20443693884201</c:v>
                </c:pt>
                <c:pt idx="4051">
                  <c:v>192.36729644759799</c:v>
                </c:pt>
                <c:pt idx="4052">
                  <c:v>192.327255877167</c:v>
                </c:pt>
                <c:pt idx="4053">
                  <c:v>192.393269930217</c:v>
                </c:pt>
                <c:pt idx="4054">
                  <c:v>192.83778386499401</c:v>
                </c:pt>
                <c:pt idx="4055">
                  <c:v>190.41267152978401</c:v>
                </c:pt>
                <c:pt idx="4056">
                  <c:v>192.47253460609301</c:v>
                </c:pt>
                <c:pt idx="4057">
                  <c:v>193.46645342389101</c:v>
                </c:pt>
                <c:pt idx="4058">
                  <c:v>193.20609501099901</c:v>
                </c:pt>
                <c:pt idx="4059">
                  <c:v>192.453368920581</c:v>
                </c:pt>
                <c:pt idx="4060">
                  <c:v>192.98769580579099</c:v>
                </c:pt>
                <c:pt idx="4061">
                  <c:v>193.09775018724301</c:v>
                </c:pt>
                <c:pt idx="4062">
                  <c:v>191.38206092231101</c:v>
                </c:pt>
                <c:pt idx="4063">
                  <c:v>187.385961631448</c:v>
                </c:pt>
                <c:pt idx="4064">
                  <c:v>186.47267103667599</c:v>
                </c:pt>
                <c:pt idx="4065">
                  <c:v>187.61737851583399</c:v>
                </c:pt>
                <c:pt idx="4066">
                  <c:v>185.70261147100899</c:v>
                </c:pt>
                <c:pt idx="4067">
                  <c:v>187.79466086476</c:v>
                </c:pt>
                <c:pt idx="4068">
                  <c:v>186.580172364389</c:v>
                </c:pt>
                <c:pt idx="4069">
                  <c:v>182.32002382888899</c:v>
                </c:pt>
                <c:pt idx="4070">
                  <c:v>183.714067366732</c:v>
                </c:pt>
                <c:pt idx="4071">
                  <c:v>183.34119416092801</c:v>
                </c:pt>
                <c:pt idx="4072">
                  <c:v>185.62172532546501</c:v>
                </c:pt>
                <c:pt idx="4073">
                  <c:v>188.090529982547</c:v>
                </c:pt>
                <c:pt idx="4074">
                  <c:v>188.385948490787</c:v>
                </c:pt>
                <c:pt idx="4075">
                  <c:v>190.46973442745701</c:v>
                </c:pt>
                <c:pt idx="4076">
                  <c:v>190.41912035473399</c:v>
                </c:pt>
                <c:pt idx="4077">
                  <c:v>191.52499041658299</c:v>
                </c:pt>
                <c:pt idx="4078">
                  <c:v>192.446379979489</c:v>
                </c:pt>
                <c:pt idx="4079">
                  <c:v>192.668658310414</c:v>
                </c:pt>
                <c:pt idx="4080">
                  <c:v>191.41163864903999</c:v>
                </c:pt>
                <c:pt idx="4081">
                  <c:v>192.566696141497</c:v>
                </c:pt>
                <c:pt idx="4082">
                  <c:v>192.19658586572299</c:v>
                </c:pt>
                <c:pt idx="4083">
                  <c:v>193.38650241681901</c:v>
                </c:pt>
                <c:pt idx="4084">
                  <c:v>193.12538916189499</c:v>
                </c:pt>
                <c:pt idx="4085">
                  <c:v>193.12999561346601</c:v>
                </c:pt>
                <c:pt idx="4086">
                  <c:v>194.08540972899499</c:v>
                </c:pt>
                <c:pt idx="4087">
                  <c:v>194.62522210500501</c:v>
                </c:pt>
                <c:pt idx="4088">
                  <c:v>193.18970502160201</c:v>
                </c:pt>
                <c:pt idx="4089">
                  <c:v>196.13918015662799</c:v>
                </c:pt>
                <c:pt idx="4090">
                  <c:v>196.12848239732301</c:v>
                </c:pt>
                <c:pt idx="4091">
                  <c:v>196.46492520212399</c:v>
                </c:pt>
                <c:pt idx="4092">
                  <c:v>196.57098442431001</c:v>
                </c:pt>
                <c:pt idx="4093">
                  <c:v>196.48041593279899</c:v>
                </c:pt>
                <c:pt idx="4094">
                  <c:v>195.48105897336001</c:v>
                </c:pt>
                <c:pt idx="4095">
                  <c:v>195.54062409968299</c:v>
                </c:pt>
                <c:pt idx="4096">
                  <c:v>193.253591388476</c:v>
                </c:pt>
                <c:pt idx="4097">
                  <c:v>192.70813365626401</c:v>
                </c:pt>
                <c:pt idx="4098">
                  <c:v>194.560626906913</c:v>
                </c:pt>
                <c:pt idx="4099">
                  <c:v>195.96519818490501</c:v>
                </c:pt>
                <c:pt idx="4100">
                  <c:v>194.76359940674101</c:v>
                </c:pt>
                <c:pt idx="4101">
                  <c:v>195.93975386873601</c:v>
                </c:pt>
                <c:pt idx="4102">
                  <c:v>195.36536919410301</c:v>
                </c:pt>
                <c:pt idx="4103">
                  <c:v>194.41537311994</c:v>
                </c:pt>
                <c:pt idx="4104">
                  <c:v>195.27154845355301</c:v>
                </c:pt>
                <c:pt idx="4105">
                  <c:v>193.90424624167201</c:v>
                </c:pt>
                <c:pt idx="4106">
                  <c:v>193.53596850391699</c:v>
                </c:pt>
                <c:pt idx="4107">
                  <c:v>194.433827439927</c:v>
                </c:pt>
                <c:pt idx="4108">
                  <c:v>195.97395637610299</c:v>
                </c:pt>
                <c:pt idx="4109">
                  <c:v>197.35425726747101</c:v>
                </c:pt>
                <c:pt idx="4110">
                  <c:v>197.91697450598099</c:v>
                </c:pt>
                <c:pt idx="4111">
                  <c:v>197.69420979583299</c:v>
                </c:pt>
                <c:pt idx="4112">
                  <c:v>195.21597381923399</c:v>
                </c:pt>
                <c:pt idx="4113">
                  <c:v>193.11653496763299</c:v>
                </c:pt>
                <c:pt idx="4114">
                  <c:v>193.84099398931701</c:v>
                </c:pt>
                <c:pt idx="4115">
                  <c:v>195.957588129762</c:v>
                </c:pt>
                <c:pt idx="4116">
                  <c:v>191.86497562859901</c:v>
                </c:pt>
                <c:pt idx="4117">
                  <c:v>190.04449310797</c:v>
                </c:pt>
                <c:pt idx="4118">
                  <c:v>191.60665388543401</c:v>
                </c:pt>
                <c:pt idx="4119">
                  <c:v>192.901535319</c:v>
                </c:pt>
                <c:pt idx="4120">
                  <c:v>194.92484791771</c:v>
                </c:pt>
                <c:pt idx="4121">
                  <c:v>195.19064026201201</c:v>
                </c:pt>
                <c:pt idx="4122">
                  <c:v>195.92710506666</c:v>
                </c:pt>
                <c:pt idx="4123">
                  <c:v>196.729228227063</c:v>
                </c:pt>
                <c:pt idx="4124">
                  <c:v>196.29345897344101</c:v>
                </c:pt>
                <c:pt idx="4125">
                  <c:v>196.630783813796</c:v>
                </c:pt>
                <c:pt idx="4126">
                  <c:v>195.03879751309699</c:v>
                </c:pt>
                <c:pt idx="4127">
                  <c:v>195.66937780358199</c:v>
                </c:pt>
                <c:pt idx="4128">
                  <c:v>196.601430929765</c:v>
                </c:pt>
                <c:pt idx="4129">
                  <c:v>197.18967243255199</c:v>
                </c:pt>
                <c:pt idx="4130">
                  <c:v>197.161761417934</c:v>
                </c:pt>
                <c:pt idx="4131">
                  <c:v>196.895346193785</c:v>
                </c:pt>
                <c:pt idx="4132">
                  <c:v>197.26352676366599</c:v>
                </c:pt>
                <c:pt idx="4133">
                  <c:v>195.490800434818</c:v>
                </c:pt>
                <c:pt idx="4134">
                  <c:v>196.58862445424899</c:v>
                </c:pt>
                <c:pt idx="4135">
                  <c:v>196.31873131927199</c:v>
                </c:pt>
                <c:pt idx="4136">
                  <c:v>196.61667237182101</c:v>
                </c:pt>
                <c:pt idx="4137">
                  <c:v>198.51939737800799</c:v>
                </c:pt>
                <c:pt idx="4138">
                  <c:v>198.60224154942699</c:v>
                </c:pt>
                <c:pt idx="4139">
                  <c:v>197.668591225787</c:v>
                </c:pt>
                <c:pt idx="4140">
                  <c:v>195.81836260829701</c:v>
                </c:pt>
                <c:pt idx="4141">
                  <c:v>196.55173468579301</c:v>
                </c:pt>
                <c:pt idx="4142">
                  <c:v>197.308444715999</c:v>
                </c:pt>
                <c:pt idx="4143">
                  <c:v>196.02619074304101</c:v>
                </c:pt>
                <c:pt idx="4144">
                  <c:v>197.61673607391899</c:v>
                </c:pt>
                <c:pt idx="4145">
                  <c:v>198.08390510411201</c:v>
                </c:pt>
                <c:pt idx="4146">
                  <c:v>198.925395498488</c:v>
                </c:pt>
                <c:pt idx="4147">
                  <c:v>200.11624708526</c:v>
                </c:pt>
                <c:pt idx="4148">
                  <c:v>199.89343989670499</c:v>
                </c:pt>
                <c:pt idx="4149">
                  <c:v>200.96575721396701</c:v>
                </c:pt>
                <c:pt idx="4150">
                  <c:v>201.336891423314</c:v>
                </c:pt>
                <c:pt idx="4151">
                  <c:v>201.48266614410801</c:v>
                </c:pt>
                <c:pt idx="4152">
                  <c:v>201.40723755860799</c:v>
                </c:pt>
                <c:pt idx="4153">
                  <c:v>201.78721433869899</c:v>
                </c:pt>
                <c:pt idx="4154">
                  <c:v>203.10424019838601</c:v>
                </c:pt>
                <c:pt idx="4155">
                  <c:v>204.04445532232899</c:v>
                </c:pt>
                <c:pt idx="4156">
                  <c:v>204.23619170614</c:v>
                </c:pt>
                <c:pt idx="4157">
                  <c:v>204.18614763589099</c:v>
                </c:pt>
                <c:pt idx="4158">
                  <c:v>203.46349262967601</c:v>
                </c:pt>
                <c:pt idx="4159">
                  <c:v>202.02162458097001</c:v>
                </c:pt>
                <c:pt idx="4160">
                  <c:v>202.65431780668601</c:v>
                </c:pt>
                <c:pt idx="4161">
                  <c:v>202.82435747307599</c:v>
                </c:pt>
                <c:pt idx="4162">
                  <c:v>203.26477385816801</c:v>
                </c:pt>
                <c:pt idx="4163">
                  <c:v>204.834008168455</c:v>
                </c:pt>
                <c:pt idx="4164">
                  <c:v>205.09570361638299</c:v>
                </c:pt>
                <c:pt idx="4165">
                  <c:v>205.450434006656</c:v>
                </c:pt>
                <c:pt idx="4166">
                  <c:v>205.42293842179899</c:v>
                </c:pt>
                <c:pt idx="4167">
                  <c:v>204.101151534698</c:v>
                </c:pt>
                <c:pt idx="4168">
                  <c:v>205.100597781922</c:v>
                </c:pt>
                <c:pt idx="4169">
                  <c:v>204.85867478697199</c:v>
                </c:pt>
                <c:pt idx="4170">
                  <c:v>205.250210993807</c:v>
                </c:pt>
                <c:pt idx="4171">
                  <c:v>205.17387904164099</c:v>
                </c:pt>
                <c:pt idx="4172">
                  <c:v>206.54370856542201</c:v>
                </c:pt>
                <c:pt idx="4173">
                  <c:v>206.67972032099601</c:v>
                </c:pt>
                <c:pt idx="4174">
                  <c:v>207.81213293527799</c:v>
                </c:pt>
                <c:pt idx="4175">
                  <c:v>206.99715957000501</c:v>
                </c:pt>
                <c:pt idx="4176">
                  <c:v>205.53814915783201</c:v>
                </c:pt>
                <c:pt idx="4177">
                  <c:v>206.49289222937699</c:v>
                </c:pt>
                <c:pt idx="4178">
                  <c:v>205.63916868676301</c:v>
                </c:pt>
                <c:pt idx="4179">
                  <c:v>205.941926023327</c:v>
                </c:pt>
                <c:pt idx="4180">
                  <c:v>206.93943097607701</c:v>
                </c:pt>
                <c:pt idx="4181">
                  <c:v>206.53988446649799</c:v>
                </c:pt>
                <c:pt idx="4182">
                  <c:v>207.40707758170799</c:v>
                </c:pt>
                <c:pt idx="4183">
                  <c:v>204.95283998309</c:v>
                </c:pt>
                <c:pt idx="4184">
                  <c:v>207.05655784973499</c:v>
                </c:pt>
                <c:pt idx="4185">
                  <c:v>206.57607869568</c:v>
                </c:pt>
                <c:pt idx="4186">
                  <c:v>207.61232494982301</c:v>
                </c:pt>
                <c:pt idx="4187">
                  <c:v>207.976258635764</c:v>
                </c:pt>
                <c:pt idx="4188">
                  <c:v>208.078341528571</c:v>
                </c:pt>
                <c:pt idx="4189">
                  <c:v>207.06917393996901</c:v>
                </c:pt>
                <c:pt idx="4190">
                  <c:v>207.129092306194</c:v>
                </c:pt>
                <c:pt idx="4191">
                  <c:v>206.191367424812</c:v>
                </c:pt>
                <c:pt idx="4192">
                  <c:v>206.20348650685901</c:v>
                </c:pt>
                <c:pt idx="4193">
                  <c:v>202.08016231374</c:v>
                </c:pt>
                <c:pt idx="4194">
                  <c:v>201.50217711920899</c:v>
                </c:pt>
                <c:pt idx="4195">
                  <c:v>202.95019513088101</c:v>
                </c:pt>
                <c:pt idx="4196">
                  <c:v>200.98504965075699</c:v>
                </c:pt>
                <c:pt idx="4197">
                  <c:v>200.987649484119</c:v>
                </c:pt>
                <c:pt idx="4198">
                  <c:v>199.87133964731601</c:v>
                </c:pt>
                <c:pt idx="4199">
                  <c:v>202.176381754028</c:v>
                </c:pt>
                <c:pt idx="4200">
                  <c:v>202.73347288435301</c:v>
                </c:pt>
                <c:pt idx="4201">
                  <c:v>202.40178330850401</c:v>
                </c:pt>
                <c:pt idx="4202">
                  <c:v>203.75989124957701</c:v>
                </c:pt>
                <c:pt idx="4203">
                  <c:v>204.64542669672699</c:v>
                </c:pt>
                <c:pt idx="4204">
                  <c:v>204.63288982139301</c:v>
                </c:pt>
                <c:pt idx="4205">
                  <c:v>206.3784841648</c:v>
                </c:pt>
                <c:pt idx="4206">
                  <c:v>207.41061157266299</c:v>
                </c:pt>
                <c:pt idx="4207">
                  <c:v>207.92400682563601</c:v>
                </c:pt>
                <c:pt idx="4208">
                  <c:v>208.53737054698399</c:v>
                </c:pt>
                <c:pt idx="4209">
                  <c:v>208.122507319113</c:v>
                </c:pt>
                <c:pt idx="4210">
                  <c:v>209.11888317510099</c:v>
                </c:pt>
                <c:pt idx="4211">
                  <c:v>209.33850209421701</c:v>
                </c:pt>
                <c:pt idx="4212">
                  <c:v>209.34872360736099</c:v>
                </c:pt>
                <c:pt idx="4213">
                  <c:v>208.99523246682401</c:v>
                </c:pt>
                <c:pt idx="4214">
                  <c:v>209.68889422767899</c:v>
                </c:pt>
                <c:pt idx="4215">
                  <c:v>209.57550796667201</c:v>
                </c:pt>
                <c:pt idx="4216">
                  <c:v>209.412144810017</c:v>
                </c:pt>
                <c:pt idx="4217">
                  <c:v>209.090530882319</c:v>
                </c:pt>
                <c:pt idx="4218">
                  <c:v>210.14359516841799</c:v>
                </c:pt>
                <c:pt idx="4219">
                  <c:v>209.49766931158899</c:v>
                </c:pt>
                <c:pt idx="4220">
                  <c:v>208.126951303341</c:v>
                </c:pt>
                <c:pt idx="4221">
                  <c:v>208.88552503899899</c:v>
                </c:pt>
                <c:pt idx="4222">
                  <c:v>209.06907765299599</c:v>
                </c:pt>
                <c:pt idx="4223">
                  <c:v>207.82251317996801</c:v>
                </c:pt>
                <c:pt idx="4224">
                  <c:v>207.67556106990801</c:v>
                </c:pt>
                <c:pt idx="4225">
                  <c:v>209.22978965403999</c:v>
                </c:pt>
                <c:pt idx="4226">
                  <c:v>209.50022836851599</c:v>
                </c:pt>
                <c:pt idx="4227">
                  <c:v>210.52583363723701</c:v>
                </c:pt>
                <c:pt idx="4228">
                  <c:v>210.42460996485801</c:v>
                </c:pt>
                <c:pt idx="4229">
                  <c:v>208.73861817865199</c:v>
                </c:pt>
                <c:pt idx="4230">
                  <c:v>207.53249179941201</c:v>
                </c:pt>
                <c:pt idx="4231">
                  <c:v>209.158693099749</c:v>
                </c:pt>
                <c:pt idx="4232">
                  <c:v>205.77660700646501</c:v>
                </c:pt>
                <c:pt idx="4233">
                  <c:v>207.54091879096501</c:v>
                </c:pt>
                <c:pt idx="4234">
                  <c:v>207.01288122795299</c:v>
                </c:pt>
                <c:pt idx="4235">
                  <c:v>206.43553956980901</c:v>
                </c:pt>
                <c:pt idx="4236">
                  <c:v>203.70115441379301</c:v>
                </c:pt>
                <c:pt idx="4237">
                  <c:v>203.701782394096</c:v>
                </c:pt>
                <c:pt idx="4238">
                  <c:v>205.97677190260799</c:v>
                </c:pt>
                <c:pt idx="4239">
                  <c:v>205.65466231924401</c:v>
                </c:pt>
                <c:pt idx="4240">
                  <c:v>202.54334423228099</c:v>
                </c:pt>
                <c:pt idx="4241">
                  <c:v>206.08010071696501</c:v>
                </c:pt>
                <c:pt idx="4242">
                  <c:v>201.82203022681699</c:v>
                </c:pt>
                <c:pt idx="4243">
                  <c:v>199.511166288569</c:v>
                </c:pt>
                <c:pt idx="4244">
                  <c:v>196.22519620646901</c:v>
                </c:pt>
                <c:pt idx="4245">
                  <c:v>196.535282536251</c:v>
                </c:pt>
                <c:pt idx="4246">
                  <c:v>194.94359823372699</c:v>
                </c:pt>
                <c:pt idx="4247">
                  <c:v>194.97216625521699</c:v>
                </c:pt>
                <c:pt idx="4248">
                  <c:v>197.48419927952401</c:v>
                </c:pt>
                <c:pt idx="4249">
                  <c:v>199.28945204324</c:v>
                </c:pt>
                <c:pt idx="4250">
                  <c:v>203.19054718980101</c:v>
                </c:pt>
                <c:pt idx="4251">
                  <c:v>201.70717574318601</c:v>
                </c:pt>
                <c:pt idx="4252">
                  <c:v>204.189039165922</c:v>
                </c:pt>
                <c:pt idx="4253">
                  <c:v>205.62908694070799</c:v>
                </c:pt>
                <c:pt idx="4254">
                  <c:v>205.32034114222401</c:v>
                </c:pt>
                <c:pt idx="4255">
                  <c:v>207.771156179027</c:v>
                </c:pt>
                <c:pt idx="4256">
                  <c:v>207.48409259686201</c:v>
                </c:pt>
                <c:pt idx="4257">
                  <c:v>208.77691552250801</c:v>
                </c:pt>
                <c:pt idx="4258">
                  <c:v>211.22613599501199</c:v>
                </c:pt>
                <c:pt idx="4259">
                  <c:v>211.20070348873799</c:v>
                </c:pt>
                <c:pt idx="4260">
                  <c:v>210.602394220251</c:v>
                </c:pt>
                <c:pt idx="4261">
                  <c:v>211.803920101523</c:v>
                </c:pt>
                <c:pt idx="4262">
                  <c:v>212.60332370081599</c:v>
                </c:pt>
                <c:pt idx="4263">
                  <c:v>212.67757137082401</c:v>
                </c:pt>
                <c:pt idx="4264">
                  <c:v>213.34128931252499</c:v>
                </c:pt>
                <c:pt idx="4265">
                  <c:v>213.48999945968001</c:v>
                </c:pt>
                <c:pt idx="4266">
                  <c:v>213.340195549821</c:v>
                </c:pt>
                <c:pt idx="4267">
                  <c:v>213.452567006474</c:v>
                </c:pt>
                <c:pt idx="4268">
                  <c:v>213.50396400470001</c:v>
                </c:pt>
                <c:pt idx="4269">
                  <c:v>213.66109913844701</c:v>
                </c:pt>
                <c:pt idx="4270">
                  <c:v>214.75777673502699</c:v>
                </c:pt>
                <c:pt idx="4271">
                  <c:v>214.43593929766499</c:v>
                </c:pt>
                <c:pt idx="4272">
                  <c:v>214.85788653150499</c:v>
                </c:pt>
                <c:pt idx="4273">
                  <c:v>215.98309035877099</c:v>
                </c:pt>
                <c:pt idx="4274">
                  <c:v>216.60144468007701</c:v>
                </c:pt>
                <c:pt idx="4275">
                  <c:v>216.352787742288</c:v>
                </c:pt>
                <c:pt idx="4276">
                  <c:v>216.959335635744</c:v>
                </c:pt>
                <c:pt idx="4277">
                  <c:v>216.40800131117999</c:v>
                </c:pt>
                <c:pt idx="4278">
                  <c:v>214.92987860540799</c:v>
                </c:pt>
                <c:pt idx="4279">
                  <c:v>216.30192836447699</c:v>
                </c:pt>
                <c:pt idx="4280">
                  <c:v>217.11687661237099</c:v>
                </c:pt>
                <c:pt idx="4281">
                  <c:v>216.86367710150401</c:v>
                </c:pt>
                <c:pt idx="4282">
                  <c:v>217.22505679585601</c:v>
                </c:pt>
                <c:pt idx="4283">
                  <c:v>215.648956583244</c:v>
                </c:pt>
                <c:pt idx="4284">
                  <c:v>215.597250014671</c:v>
                </c:pt>
                <c:pt idx="4285">
                  <c:v>212.07279208326801</c:v>
                </c:pt>
                <c:pt idx="4286">
                  <c:v>213.03397828692599</c:v>
                </c:pt>
                <c:pt idx="4287">
                  <c:v>209.580724270481</c:v>
                </c:pt>
                <c:pt idx="4288">
                  <c:v>208.25107421511399</c:v>
                </c:pt>
                <c:pt idx="4289">
                  <c:v>206.482777868672</c:v>
                </c:pt>
                <c:pt idx="4290">
                  <c:v>210.68515591948801</c:v>
                </c:pt>
                <c:pt idx="4291">
                  <c:v>215.74525001304201</c:v>
                </c:pt>
                <c:pt idx="4292">
                  <c:v>216.730893383834</c:v>
                </c:pt>
                <c:pt idx="4293">
                  <c:v>217.55664347413699</c:v>
                </c:pt>
                <c:pt idx="4294">
                  <c:v>217.936744861991</c:v>
                </c:pt>
                <c:pt idx="4295">
                  <c:v>217.906796199795</c:v>
                </c:pt>
                <c:pt idx="4296">
                  <c:v>218.62738777871701</c:v>
                </c:pt>
                <c:pt idx="4297">
                  <c:v>218.816606994099</c:v>
                </c:pt>
                <c:pt idx="4298">
                  <c:v>217.746060702248</c:v>
                </c:pt>
                <c:pt idx="4299">
                  <c:v>215.50160967729599</c:v>
                </c:pt>
                <c:pt idx="4300">
                  <c:v>215.42859312584599</c:v>
                </c:pt>
                <c:pt idx="4301">
                  <c:v>211.49025374766501</c:v>
                </c:pt>
                <c:pt idx="4302">
                  <c:v>209.609963142694</c:v>
                </c:pt>
                <c:pt idx="4303">
                  <c:v>212.04741998761901</c:v>
                </c:pt>
                <c:pt idx="4304">
                  <c:v>215.840857741788</c:v>
                </c:pt>
                <c:pt idx="4305">
                  <c:v>214.026575262487</c:v>
                </c:pt>
                <c:pt idx="4306">
                  <c:v>212.294727075308</c:v>
                </c:pt>
                <c:pt idx="4307">
                  <c:v>211.74683055368399</c:v>
                </c:pt>
                <c:pt idx="4308">
                  <c:v>210.516317534926</c:v>
                </c:pt>
                <c:pt idx="4309">
                  <c:v>208.56921454721601</c:v>
                </c:pt>
                <c:pt idx="4310">
                  <c:v>211.368919173146</c:v>
                </c:pt>
                <c:pt idx="4311">
                  <c:v>211.69634514886499</c:v>
                </c:pt>
                <c:pt idx="4312">
                  <c:v>212.698376455659</c:v>
                </c:pt>
                <c:pt idx="4313">
                  <c:v>215.94573905051499</c:v>
                </c:pt>
                <c:pt idx="4314">
                  <c:v>214.760499453243</c:v>
                </c:pt>
                <c:pt idx="4315">
                  <c:v>215.31237239658199</c:v>
                </c:pt>
                <c:pt idx="4316">
                  <c:v>212.42981667068</c:v>
                </c:pt>
                <c:pt idx="4317">
                  <c:v>209.562115082345</c:v>
                </c:pt>
                <c:pt idx="4318">
                  <c:v>211.5607743729</c:v>
                </c:pt>
                <c:pt idx="4319">
                  <c:v>208.81205903858901</c:v>
                </c:pt>
                <c:pt idx="4320">
                  <c:v>211.51865051568799</c:v>
                </c:pt>
                <c:pt idx="4321">
                  <c:v>214.57324705635099</c:v>
                </c:pt>
                <c:pt idx="4322">
                  <c:v>213.681112724093</c:v>
                </c:pt>
                <c:pt idx="4323">
                  <c:v>215.88042257561901</c:v>
                </c:pt>
                <c:pt idx="4324">
                  <c:v>215.14258340231501</c:v>
                </c:pt>
                <c:pt idx="4325">
                  <c:v>214.22897231050499</c:v>
                </c:pt>
                <c:pt idx="4326">
                  <c:v>216.51588780920201</c:v>
                </c:pt>
                <c:pt idx="4327">
                  <c:v>216.50952240548801</c:v>
                </c:pt>
                <c:pt idx="4328">
                  <c:v>218.597945188956</c:v>
                </c:pt>
                <c:pt idx="4329">
                  <c:v>219.48795289042201</c:v>
                </c:pt>
                <c:pt idx="4330">
                  <c:v>219.83915106288799</c:v>
                </c:pt>
                <c:pt idx="4331">
                  <c:v>219.76924259880599</c:v>
                </c:pt>
                <c:pt idx="4332">
                  <c:v>219.53625158140599</c:v>
                </c:pt>
                <c:pt idx="4333">
                  <c:v>220.881400373064</c:v>
                </c:pt>
                <c:pt idx="4334">
                  <c:v>220.81396577377899</c:v>
                </c:pt>
                <c:pt idx="4335">
                  <c:v>221.423886953764</c:v>
                </c:pt>
                <c:pt idx="4336">
                  <c:v>221.25429294669701</c:v>
                </c:pt>
                <c:pt idx="4337">
                  <c:v>220.92755190659901</c:v>
                </c:pt>
                <c:pt idx="4338">
                  <c:v>220.27457078965199</c:v>
                </c:pt>
                <c:pt idx="4339">
                  <c:v>221.623752850751</c:v>
                </c:pt>
                <c:pt idx="4340">
                  <c:v>220.61737674736801</c:v>
                </c:pt>
                <c:pt idx="4341">
                  <c:v>219.64968113673399</c:v>
                </c:pt>
                <c:pt idx="4342">
                  <c:v>219.91229358933501</c:v>
                </c:pt>
                <c:pt idx="4343">
                  <c:v>216.795280124101</c:v>
                </c:pt>
                <c:pt idx="4344">
                  <c:v>217.64972436803501</c:v>
                </c:pt>
                <c:pt idx="4345">
                  <c:v>213.95882676772101</c:v>
                </c:pt>
                <c:pt idx="4346">
                  <c:v>213.54774939201999</c:v>
                </c:pt>
                <c:pt idx="4347">
                  <c:v>216.23972049408999</c:v>
                </c:pt>
                <c:pt idx="4348">
                  <c:v>214.925503004153</c:v>
                </c:pt>
                <c:pt idx="4349">
                  <c:v>217.83470294169101</c:v>
                </c:pt>
                <c:pt idx="4350">
                  <c:v>217.11078451762199</c:v>
                </c:pt>
                <c:pt idx="4351">
                  <c:v>219.75096437406501</c:v>
                </c:pt>
                <c:pt idx="4352">
                  <c:v>218.68059144819</c:v>
                </c:pt>
                <c:pt idx="4353">
                  <c:v>220.650755837183</c:v>
                </c:pt>
                <c:pt idx="4354">
                  <c:v>220.265869473527</c:v>
                </c:pt>
                <c:pt idx="4355">
                  <c:v>218.913731258051</c:v>
                </c:pt>
                <c:pt idx="4356">
                  <c:v>215.72613365322499</c:v>
                </c:pt>
                <c:pt idx="4357">
                  <c:v>215.21339839144801</c:v>
                </c:pt>
                <c:pt idx="4358">
                  <c:v>215.72346627696399</c:v>
                </c:pt>
                <c:pt idx="4359">
                  <c:v>218.36270793243301</c:v>
                </c:pt>
                <c:pt idx="4360">
                  <c:v>216.442039015962</c:v>
                </c:pt>
                <c:pt idx="4361">
                  <c:v>215.58413983151499</c:v>
                </c:pt>
                <c:pt idx="4362">
                  <c:v>216.345494469969</c:v>
                </c:pt>
                <c:pt idx="4363">
                  <c:v>217.77451980941399</c:v>
                </c:pt>
                <c:pt idx="4364">
                  <c:v>217.326118263567</c:v>
                </c:pt>
                <c:pt idx="4365">
                  <c:v>217.90914553885901</c:v>
                </c:pt>
                <c:pt idx="4366">
                  <c:v>218.88017295475899</c:v>
                </c:pt>
                <c:pt idx="4367">
                  <c:v>220.01835344451101</c:v>
                </c:pt>
                <c:pt idx="4368">
                  <c:v>219.01084272065901</c:v>
                </c:pt>
                <c:pt idx="4369">
                  <c:v>219.36731791513901</c:v>
                </c:pt>
                <c:pt idx="4370">
                  <c:v>220.49678288147501</c:v>
                </c:pt>
                <c:pt idx="4371">
                  <c:v>220.325077192246</c:v>
                </c:pt>
                <c:pt idx="4372">
                  <c:v>217.83313310552501</c:v>
                </c:pt>
                <c:pt idx="4373">
                  <c:v>219.84518987815201</c:v>
                </c:pt>
                <c:pt idx="4374">
                  <c:v>219.519457226664</c:v>
                </c:pt>
                <c:pt idx="4375">
                  <c:v>220.636809464442</c:v>
                </c:pt>
                <c:pt idx="4376">
                  <c:v>221.15647893167099</c:v>
                </c:pt>
                <c:pt idx="4377">
                  <c:v>221.654796812754</c:v>
                </c:pt>
                <c:pt idx="4378">
                  <c:v>220.73698354921601</c:v>
                </c:pt>
                <c:pt idx="4379">
                  <c:v>221.34828769215099</c:v>
                </c:pt>
                <c:pt idx="4380">
                  <c:v>220.520305229998</c:v>
                </c:pt>
                <c:pt idx="4381">
                  <c:v>218.28696392061801</c:v>
                </c:pt>
                <c:pt idx="4382">
                  <c:v>220.67095253387299</c:v>
                </c:pt>
                <c:pt idx="4383">
                  <c:v>221.319496372288</c:v>
                </c:pt>
                <c:pt idx="4384">
                  <c:v>218.7000358073</c:v>
                </c:pt>
                <c:pt idx="4385">
                  <c:v>217.725041876706</c:v>
                </c:pt>
                <c:pt idx="4386">
                  <c:v>218.54692595319301</c:v>
                </c:pt>
                <c:pt idx="4387">
                  <c:v>221.48787017746</c:v>
                </c:pt>
                <c:pt idx="4388">
                  <c:v>220.360848078956</c:v>
                </c:pt>
                <c:pt idx="4389">
                  <c:v>219.71069022876401</c:v>
                </c:pt>
                <c:pt idx="4390">
                  <c:v>219.643881355628</c:v>
                </c:pt>
                <c:pt idx="4391">
                  <c:v>222.01122299441599</c:v>
                </c:pt>
                <c:pt idx="4392">
                  <c:v>222.18276426276199</c:v>
                </c:pt>
                <c:pt idx="4393">
                  <c:v>222.859943970996</c:v>
                </c:pt>
                <c:pt idx="4394">
                  <c:v>222.71562264718801</c:v>
                </c:pt>
                <c:pt idx="4395">
                  <c:v>222.508767430993</c:v>
                </c:pt>
                <c:pt idx="4396">
                  <c:v>223.028772813665</c:v>
                </c:pt>
                <c:pt idx="4397">
                  <c:v>222.53102458333399</c:v>
                </c:pt>
                <c:pt idx="4398">
                  <c:v>220.24276455352799</c:v>
                </c:pt>
                <c:pt idx="4399">
                  <c:v>222.26040075308899</c:v>
                </c:pt>
                <c:pt idx="4400">
                  <c:v>221.97925082527101</c:v>
                </c:pt>
                <c:pt idx="4401">
                  <c:v>220.57667765910799</c:v>
                </c:pt>
                <c:pt idx="4402">
                  <c:v>221.03114460375201</c:v>
                </c:pt>
                <c:pt idx="4403">
                  <c:v>220.80774473545199</c:v>
                </c:pt>
                <c:pt idx="4404">
                  <c:v>221.275630491139</c:v>
                </c:pt>
                <c:pt idx="4405">
                  <c:v>219.36823150931701</c:v>
                </c:pt>
                <c:pt idx="4406">
                  <c:v>219.052852043706</c:v>
                </c:pt>
                <c:pt idx="4407">
                  <c:v>217.63453898282401</c:v>
                </c:pt>
                <c:pt idx="4408">
                  <c:v>217.7257773071</c:v>
                </c:pt>
                <c:pt idx="4409">
                  <c:v>220.34773574551201</c:v>
                </c:pt>
                <c:pt idx="4410">
                  <c:v>220.73018594648499</c:v>
                </c:pt>
                <c:pt idx="4411">
                  <c:v>219.186273209999</c:v>
                </c:pt>
                <c:pt idx="4412">
                  <c:v>218.17304627607501</c:v>
                </c:pt>
                <c:pt idx="4413">
                  <c:v>219.41515269101001</c:v>
                </c:pt>
                <c:pt idx="4414">
                  <c:v>219.849667249672</c:v>
                </c:pt>
                <c:pt idx="4415">
                  <c:v>222.02589609290101</c:v>
                </c:pt>
                <c:pt idx="4416">
                  <c:v>220.84867887807499</c:v>
                </c:pt>
                <c:pt idx="4417">
                  <c:v>222.19455614869401</c:v>
                </c:pt>
                <c:pt idx="4418">
                  <c:v>222.33603469315301</c:v>
                </c:pt>
                <c:pt idx="4419">
                  <c:v>220.70107382486901</c:v>
                </c:pt>
                <c:pt idx="4420">
                  <c:v>220.04522256241901</c:v>
                </c:pt>
                <c:pt idx="4421">
                  <c:v>219.958905899256</c:v>
                </c:pt>
                <c:pt idx="4422">
                  <c:v>215.36959303853601</c:v>
                </c:pt>
                <c:pt idx="4423">
                  <c:v>215.94220559175901</c:v>
                </c:pt>
                <c:pt idx="4424">
                  <c:v>217.44027022315299</c:v>
                </c:pt>
                <c:pt idx="4425">
                  <c:v>217.37237808844199</c:v>
                </c:pt>
                <c:pt idx="4426">
                  <c:v>216.53303810134301</c:v>
                </c:pt>
                <c:pt idx="4427">
                  <c:v>217.85021287073201</c:v>
                </c:pt>
                <c:pt idx="4428">
                  <c:v>214.22273743486801</c:v>
                </c:pt>
                <c:pt idx="4429">
                  <c:v>214.70707119779999</c:v>
                </c:pt>
                <c:pt idx="4430">
                  <c:v>217.35590876656099</c:v>
                </c:pt>
                <c:pt idx="4431">
                  <c:v>219.761272050684</c:v>
                </c:pt>
                <c:pt idx="4432">
                  <c:v>220.740524203131</c:v>
                </c:pt>
                <c:pt idx="4433">
                  <c:v>220.57808745364699</c:v>
                </c:pt>
                <c:pt idx="4434">
                  <c:v>222.34524381815001</c:v>
                </c:pt>
                <c:pt idx="4435">
                  <c:v>222.59199748002999</c:v>
                </c:pt>
                <c:pt idx="4436">
                  <c:v>222.76361387591101</c:v>
                </c:pt>
                <c:pt idx="4437">
                  <c:v>221.81389484680099</c:v>
                </c:pt>
                <c:pt idx="4438">
                  <c:v>221.28440839792501</c:v>
                </c:pt>
                <c:pt idx="4439">
                  <c:v>220.02804945202499</c:v>
                </c:pt>
                <c:pt idx="4440">
                  <c:v>217.67314346081301</c:v>
                </c:pt>
                <c:pt idx="4441">
                  <c:v>216.41635190950799</c:v>
                </c:pt>
                <c:pt idx="4442">
                  <c:v>219.09706327307401</c:v>
                </c:pt>
                <c:pt idx="4443">
                  <c:v>220.70007998967299</c:v>
                </c:pt>
                <c:pt idx="4444">
                  <c:v>220.70650549948101</c:v>
                </c:pt>
                <c:pt idx="4445">
                  <c:v>220.204664552759</c:v>
                </c:pt>
                <c:pt idx="4446">
                  <c:v>219.598038870327</c:v>
                </c:pt>
                <c:pt idx="4447">
                  <c:v>219.10445017021399</c:v>
                </c:pt>
                <c:pt idx="4448">
                  <c:v>219.78670941923099</c:v>
                </c:pt>
                <c:pt idx="4449">
                  <c:v>218.08232335045901</c:v>
                </c:pt>
                <c:pt idx="4450">
                  <c:v>217.455350342088</c:v>
                </c:pt>
                <c:pt idx="4451">
                  <c:v>220.24099889803301</c:v>
                </c:pt>
                <c:pt idx="4452">
                  <c:v>218.136226493169</c:v>
                </c:pt>
                <c:pt idx="4453">
                  <c:v>218.342729406063</c:v>
                </c:pt>
                <c:pt idx="4454">
                  <c:v>218.06440272110001</c:v>
                </c:pt>
                <c:pt idx="4455">
                  <c:v>218.91811187923301</c:v>
                </c:pt>
                <c:pt idx="4456">
                  <c:v>220.05823220385301</c:v>
                </c:pt>
                <c:pt idx="4457">
                  <c:v>219.48077989371899</c:v>
                </c:pt>
                <c:pt idx="4458">
                  <c:v>217.669107892179</c:v>
                </c:pt>
                <c:pt idx="4459">
                  <c:v>213.07663222166599</c:v>
                </c:pt>
                <c:pt idx="4460">
                  <c:v>206.28941433341001</c:v>
                </c:pt>
                <c:pt idx="4461">
                  <c:v>198.15929860092399</c:v>
                </c:pt>
                <c:pt idx="4462">
                  <c:v>195.479477167965</c:v>
                </c:pt>
                <c:pt idx="4463">
                  <c:v>203.10976734888399</c:v>
                </c:pt>
                <c:pt idx="4464">
                  <c:v>208.045058856129</c:v>
                </c:pt>
                <c:pt idx="4465">
                  <c:v>208.171593806473</c:v>
                </c:pt>
                <c:pt idx="4466">
                  <c:v>206.42502498544201</c:v>
                </c:pt>
                <c:pt idx="4467">
                  <c:v>200.31952006895401</c:v>
                </c:pt>
                <c:pt idx="4468">
                  <c:v>203.98394416958999</c:v>
                </c:pt>
                <c:pt idx="4469">
                  <c:v>204.221036254295</c:v>
                </c:pt>
                <c:pt idx="4470">
                  <c:v>201.09110354967501</c:v>
                </c:pt>
                <c:pt idx="4471">
                  <c:v>206.135075584378</c:v>
                </c:pt>
                <c:pt idx="4472">
                  <c:v>203.269605769522</c:v>
                </c:pt>
                <c:pt idx="4473">
                  <c:v>204.34234963399501</c:v>
                </c:pt>
                <c:pt idx="4474">
                  <c:v>205.25912412714101</c:v>
                </c:pt>
                <c:pt idx="4475">
                  <c:v>204.41972829497499</c:v>
                </c:pt>
                <c:pt idx="4476">
                  <c:v>207.042772719075</c:v>
                </c:pt>
                <c:pt idx="4477">
                  <c:v>208.845583907215</c:v>
                </c:pt>
                <c:pt idx="4478">
                  <c:v>208.31110255011001</c:v>
                </c:pt>
                <c:pt idx="4479">
                  <c:v>204.94377532283801</c:v>
                </c:pt>
                <c:pt idx="4480">
                  <c:v>205.87924131595599</c:v>
                </c:pt>
                <c:pt idx="4481">
                  <c:v>203.34353431096599</c:v>
                </c:pt>
                <c:pt idx="4482">
                  <c:v>202.92644823717501</c:v>
                </c:pt>
                <c:pt idx="4483">
                  <c:v>202.244209121918</c:v>
                </c:pt>
                <c:pt idx="4484">
                  <c:v>202.149874731799</c:v>
                </c:pt>
                <c:pt idx="4485">
                  <c:v>196.961374362876</c:v>
                </c:pt>
                <c:pt idx="4486">
                  <c:v>197.203808025352</c:v>
                </c:pt>
                <c:pt idx="4487">
                  <c:v>200.96572656894401</c:v>
                </c:pt>
                <c:pt idx="4488">
                  <c:v>201.36278560725</c:v>
                </c:pt>
                <c:pt idx="4489">
                  <c:v>204.245324621055</c:v>
                </c:pt>
                <c:pt idx="4490">
                  <c:v>207.981384109418</c:v>
                </c:pt>
                <c:pt idx="4491">
                  <c:v>207.234147764554</c:v>
                </c:pt>
                <c:pt idx="4492">
                  <c:v>208.899568928669</c:v>
                </c:pt>
                <c:pt idx="4493">
                  <c:v>210.74219150401501</c:v>
                </c:pt>
                <c:pt idx="4494">
                  <c:v>210.89519009126099</c:v>
                </c:pt>
                <c:pt idx="4495">
                  <c:v>211.16351525199099</c:v>
                </c:pt>
                <c:pt idx="4496">
                  <c:v>209.72265917349699</c:v>
                </c:pt>
                <c:pt idx="4497">
                  <c:v>208.73376288256</c:v>
                </c:pt>
                <c:pt idx="4498">
                  <c:v>211.833973584229</c:v>
                </c:pt>
                <c:pt idx="4499">
                  <c:v>212.80200927037501</c:v>
                </c:pt>
                <c:pt idx="4500">
                  <c:v>212.85999631673499</c:v>
                </c:pt>
                <c:pt idx="4501">
                  <c:v>212.55674728092299</c:v>
                </c:pt>
                <c:pt idx="4502">
                  <c:v>211.31892746566999</c:v>
                </c:pt>
                <c:pt idx="4503">
                  <c:v>214.83240801212401</c:v>
                </c:pt>
                <c:pt idx="4504">
                  <c:v>217.20235273910799</c:v>
                </c:pt>
                <c:pt idx="4505">
                  <c:v>216.78684533557001</c:v>
                </c:pt>
                <c:pt idx="4506">
                  <c:v>216.23323094027501</c:v>
                </c:pt>
                <c:pt idx="4507">
                  <c:v>218.79358189659499</c:v>
                </c:pt>
                <c:pt idx="4508">
                  <c:v>218.69451558585399</c:v>
                </c:pt>
                <c:pt idx="4509">
                  <c:v>217.64285508343801</c:v>
                </c:pt>
                <c:pt idx="4510">
                  <c:v>220.227030288816</c:v>
                </c:pt>
                <c:pt idx="4511">
                  <c:v>220.82766620419201</c:v>
                </c:pt>
                <c:pt idx="4512">
                  <c:v>220.04539266333501</c:v>
                </c:pt>
                <c:pt idx="4513">
                  <c:v>219.795807558283</c:v>
                </c:pt>
                <c:pt idx="4514">
                  <c:v>219.719854503595</c:v>
                </c:pt>
                <c:pt idx="4515">
                  <c:v>217.56123043553501</c:v>
                </c:pt>
                <c:pt idx="4516">
                  <c:v>217.889594619533</c:v>
                </c:pt>
                <c:pt idx="4517">
                  <c:v>217.186850264763</c:v>
                </c:pt>
                <c:pt idx="4518">
                  <c:v>214.147536708004</c:v>
                </c:pt>
                <c:pt idx="4519">
                  <c:v>211.74789962017999</c:v>
                </c:pt>
                <c:pt idx="4520">
                  <c:v>214.903182161026</c:v>
                </c:pt>
                <c:pt idx="4521">
                  <c:v>214.61543573089401</c:v>
                </c:pt>
                <c:pt idx="4522">
                  <c:v>218.08467779752101</c:v>
                </c:pt>
                <c:pt idx="4523">
                  <c:v>217.839407154133</c:v>
                </c:pt>
                <c:pt idx="4524">
                  <c:v>218.66927184332701</c:v>
                </c:pt>
                <c:pt idx="4525">
                  <c:v>218.39962042208501</c:v>
                </c:pt>
                <c:pt idx="4526">
                  <c:v>218.666518316581</c:v>
                </c:pt>
                <c:pt idx="4527">
                  <c:v>218.63853655189899</c:v>
                </c:pt>
                <c:pt idx="4528">
                  <c:v>218.76771784778899</c:v>
                </c:pt>
                <c:pt idx="4529">
                  <c:v>217.75244176451301</c:v>
                </c:pt>
                <c:pt idx="4530">
                  <c:v>220.07878062056099</c:v>
                </c:pt>
                <c:pt idx="4531">
                  <c:v>217.658176752868</c:v>
                </c:pt>
                <c:pt idx="4532">
                  <c:v>214.529582104225</c:v>
                </c:pt>
                <c:pt idx="4533">
                  <c:v>218.933161380878</c:v>
                </c:pt>
                <c:pt idx="4534">
                  <c:v>217.403349085673</c:v>
                </c:pt>
                <c:pt idx="4535">
                  <c:v>215.99263600146401</c:v>
                </c:pt>
                <c:pt idx="4536">
                  <c:v>214.32103734047499</c:v>
                </c:pt>
                <c:pt idx="4537">
                  <c:v>214.803469382917</c:v>
                </c:pt>
                <c:pt idx="4538">
                  <c:v>210.63153627780699</c:v>
                </c:pt>
                <c:pt idx="4539">
                  <c:v>211.63277715012501</c:v>
                </c:pt>
                <c:pt idx="4540">
                  <c:v>213.87994929326501</c:v>
                </c:pt>
                <c:pt idx="4541">
                  <c:v>216.98410586605499</c:v>
                </c:pt>
                <c:pt idx="4542">
                  <c:v>213.72073318547299</c:v>
                </c:pt>
                <c:pt idx="4543">
                  <c:v>209.91728249028299</c:v>
                </c:pt>
                <c:pt idx="4544">
                  <c:v>211.55013337565299</c:v>
                </c:pt>
                <c:pt idx="4545">
                  <c:v>213.415065553869</c:v>
                </c:pt>
                <c:pt idx="4546">
                  <c:v>216.06573679959101</c:v>
                </c:pt>
                <c:pt idx="4547">
                  <c:v>215.71993927685401</c:v>
                </c:pt>
                <c:pt idx="4548">
                  <c:v>215.25023483467399</c:v>
                </c:pt>
                <c:pt idx="4549">
                  <c:v>217.53839921301699</c:v>
                </c:pt>
                <c:pt idx="4550">
                  <c:v>215.96768006148901</c:v>
                </c:pt>
                <c:pt idx="4551">
                  <c:v>213.93519600803</c:v>
                </c:pt>
                <c:pt idx="4552">
                  <c:v>210.66143722503901</c:v>
                </c:pt>
                <c:pt idx="4553">
                  <c:v>211.085872572141</c:v>
                </c:pt>
                <c:pt idx="4554">
                  <c:v>208.31717529364801</c:v>
                </c:pt>
                <c:pt idx="4555">
                  <c:v>203.380123768696</c:v>
                </c:pt>
                <c:pt idx="4556">
                  <c:v>201.17592554678399</c:v>
                </c:pt>
                <c:pt idx="4557">
                  <c:v>201.347584398675</c:v>
                </c:pt>
                <c:pt idx="4558">
                  <c:v>202.918037687404</c:v>
                </c:pt>
                <c:pt idx="4559">
                  <c:v>197.852094914985</c:v>
                </c:pt>
                <c:pt idx="4560">
                  <c:v>201.155093245823</c:v>
                </c:pt>
                <c:pt idx="4561">
                  <c:v>196.81052924290299</c:v>
                </c:pt>
                <c:pt idx="4562">
                  <c:v>196.91576765357399</c:v>
                </c:pt>
                <c:pt idx="4563">
                  <c:v>194.612566668017</c:v>
                </c:pt>
                <c:pt idx="4564">
                  <c:v>195.623436966323</c:v>
                </c:pt>
                <c:pt idx="4565">
                  <c:v>199.59222059720301</c:v>
                </c:pt>
                <c:pt idx="4566">
                  <c:v>196.47033404813499</c:v>
                </c:pt>
                <c:pt idx="4567">
                  <c:v>199.24959685019499</c:v>
                </c:pt>
                <c:pt idx="4568">
                  <c:v>197.08459966332001</c:v>
                </c:pt>
                <c:pt idx="4569">
                  <c:v>198.174242022752</c:v>
                </c:pt>
                <c:pt idx="4570">
                  <c:v>203.08139813883699</c:v>
                </c:pt>
                <c:pt idx="4571">
                  <c:v>202.99134564243701</c:v>
                </c:pt>
                <c:pt idx="4572">
                  <c:v>199.18688640806201</c:v>
                </c:pt>
                <c:pt idx="4573">
                  <c:v>200.18145360025801</c:v>
                </c:pt>
                <c:pt idx="4574">
                  <c:v>200.486371331219</c:v>
                </c:pt>
                <c:pt idx="4575">
                  <c:v>196.781864442527</c:v>
                </c:pt>
                <c:pt idx="4576">
                  <c:v>193.99571058799199</c:v>
                </c:pt>
                <c:pt idx="4577">
                  <c:v>193.86747093521001</c:v>
                </c:pt>
                <c:pt idx="4578">
                  <c:v>193.83117499721999</c:v>
                </c:pt>
                <c:pt idx="4579">
                  <c:v>191.446341407468</c:v>
                </c:pt>
                <c:pt idx="4580">
                  <c:v>195.182680562043</c:v>
                </c:pt>
                <c:pt idx="4581">
                  <c:v>198.40667469913899</c:v>
                </c:pt>
                <c:pt idx="4582">
                  <c:v>201.677307900485</c:v>
                </c:pt>
                <c:pt idx="4583">
                  <c:v>200.736215214927</c:v>
                </c:pt>
                <c:pt idx="4584">
                  <c:v>200.73096208342301</c:v>
                </c:pt>
                <c:pt idx="4585">
                  <c:v>203.631990777428</c:v>
                </c:pt>
                <c:pt idx="4586">
                  <c:v>201.09571292865701</c:v>
                </c:pt>
                <c:pt idx="4587">
                  <c:v>201.98845250909099</c:v>
                </c:pt>
                <c:pt idx="4588">
                  <c:v>204.280999044482</c:v>
                </c:pt>
                <c:pt idx="4589">
                  <c:v>203.89929362612801</c:v>
                </c:pt>
                <c:pt idx="4590">
                  <c:v>202.24266221447601</c:v>
                </c:pt>
                <c:pt idx="4591">
                  <c:v>207.07013987605501</c:v>
                </c:pt>
                <c:pt idx="4592">
                  <c:v>207.918650451866</c:v>
                </c:pt>
                <c:pt idx="4593">
                  <c:v>208.645817448896</c:v>
                </c:pt>
                <c:pt idx="4594">
                  <c:v>209.33506655419399</c:v>
                </c:pt>
                <c:pt idx="4595">
                  <c:v>209.52049906124199</c:v>
                </c:pt>
                <c:pt idx="4596">
                  <c:v>207.16566027533099</c:v>
                </c:pt>
                <c:pt idx="4597">
                  <c:v>208.212789879029</c:v>
                </c:pt>
                <c:pt idx="4598">
                  <c:v>208.24453505507901</c:v>
                </c:pt>
                <c:pt idx="4599">
                  <c:v>211.65894622553</c:v>
                </c:pt>
                <c:pt idx="4600">
                  <c:v>211.39210066246599</c:v>
                </c:pt>
                <c:pt idx="4601">
                  <c:v>211.00355085894799</c:v>
                </c:pt>
                <c:pt idx="4602">
                  <c:v>212.18519921667701</c:v>
                </c:pt>
                <c:pt idx="4603">
                  <c:v>213.585006590288</c:v>
                </c:pt>
                <c:pt idx="4604">
                  <c:v>214.525515658552</c:v>
                </c:pt>
                <c:pt idx="4605">
                  <c:v>214.737307057799</c:v>
                </c:pt>
                <c:pt idx="4606">
                  <c:v>214.54924666692401</c:v>
                </c:pt>
                <c:pt idx="4607">
                  <c:v>213.17906232647999</c:v>
                </c:pt>
                <c:pt idx="4608">
                  <c:v>213.09775022979699</c:v>
                </c:pt>
                <c:pt idx="4609">
                  <c:v>213.21430488565801</c:v>
                </c:pt>
                <c:pt idx="4610">
                  <c:v>215.09458169337199</c:v>
                </c:pt>
                <c:pt idx="4611">
                  <c:v>216.029471758532</c:v>
                </c:pt>
                <c:pt idx="4612">
                  <c:v>215.58940512886301</c:v>
                </c:pt>
                <c:pt idx="4613">
                  <c:v>216.954058221716</c:v>
                </c:pt>
                <c:pt idx="4614">
                  <c:v>216.25804933808601</c:v>
                </c:pt>
                <c:pt idx="4615">
                  <c:v>214.06393084115399</c:v>
                </c:pt>
                <c:pt idx="4616">
                  <c:v>216.31409032301801</c:v>
                </c:pt>
                <c:pt idx="4617">
                  <c:v>213.723251169392</c:v>
                </c:pt>
                <c:pt idx="4618">
                  <c:v>214.318309860293</c:v>
                </c:pt>
                <c:pt idx="4619">
                  <c:v>213.73100739712299</c:v>
                </c:pt>
                <c:pt idx="4620">
                  <c:v>215.796362431364</c:v>
                </c:pt>
                <c:pt idx="4621">
                  <c:v>217.96322402053499</c:v>
                </c:pt>
                <c:pt idx="4622">
                  <c:v>218.00116087946199</c:v>
                </c:pt>
                <c:pt idx="4623">
                  <c:v>217.78657785465899</c:v>
                </c:pt>
                <c:pt idx="4624">
                  <c:v>219.21083641209401</c:v>
                </c:pt>
                <c:pt idx="4625">
                  <c:v>219.88682575821801</c:v>
                </c:pt>
                <c:pt idx="4626">
                  <c:v>220.05407739005599</c:v>
                </c:pt>
                <c:pt idx="4627">
                  <c:v>218.91183385384099</c:v>
                </c:pt>
                <c:pt idx="4628">
                  <c:v>218.92192818407301</c:v>
                </c:pt>
                <c:pt idx="4629">
                  <c:v>218.52569292898201</c:v>
                </c:pt>
                <c:pt idx="4630">
                  <c:v>218.93432539442</c:v>
                </c:pt>
                <c:pt idx="4631">
                  <c:v>219.29604287364501</c:v>
                </c:pt>
                <c:pt idx="4632">
                  <c:v>217.271369423669</c:v>
                </c:pt>
                <c:pt idx="4633">
                  <c:v>216.170850011006</c:v>
                </c:pt>
                <c:pt idx="4634">
                  <c:v>217.85955800718199</c:v>
                </c:pt>
                <c:pt idx="4635">
                  <c:v>215.96889825098</c:v>
                </c:pt>
                <c:pt idx="4636">
                  <c:v>214.68717416571599</c:v>
                </c:pt>
                <c:pt idx="4637">
                  <c:v>214.635622990363</c:v>
                </c:pt>
                <c:pt idx="4638">
                  <c:v>215.31739809091701</c:v>
                </c:pt>
                <c:pt idx="4639">
                  <c:v>215.479491957128</c:v>
                </c:pt>
                <c:pt idx="4640">
                  <c:v>218.16894731142199</c:v>
                </c:pt>
                <c:pt idx="4641">
                  <c:v>216.08351507154501</c:v>
                </c:pt>
                <c:pt idx="4642">
                  <c:v>216.046416748441</c:v>
                </c:pt>
                <c:pt idx="4643">
                  <c:v>214.21529439126601</c:v>
                </c:pt>
                <c:pt idx="4644">
                  <c:v>216.31328878395499</c:v>
                </c:pt>
                <c:pt idx="4645">
                  <c:v>214.277351133286</c:v>
                </c:pt>
                <c:pt idx="4646">
                  <c:v>214.32146018389901</c:v>
                </c:pt>
                <c:pt idx="4647">
                  <c:v>213.52730684908801</c:v>
                </c:pt>
                <c:pt idx="4648">
                  <c:v>214.812440119092</c:v>
                </c:pt>
                <c:pt idx="4649">
                  <c:v>214.3650072241</c:v>
                </c:pt>
                <c:pt idx="4650">
                  <c:v>217.297238540612</c:v>
                </c:pt>
                <c:pt idx="4651">
                  <c:v>218.81337700655999</c:v>
                </c:pt>
                <c:pt idx="4652">
                  <c:v>218.76711063502299</c:v>
                </c:pt>
                <c:pt idx="4653">
                  <c:v>219.70488391749299</c:v>
                </c:pt>
                <c:pt idx="4654">
                  <c:v>219.485471537629</c:v>
                </c:pt>
                <c:pt idx="4655">
                  <c:v>219.73309556511501</c:v>
                </c:pt>
                <c:pt idx="4656">
                  <c:v>220.35423287832501</c:v>
                </c:pt>
                <c:pt idx="4657">
                  <c:v>219.712013190985</c:v>
                </c:pt>
                <c:pt idx="4658">
                  <c:v>220.78782130747001</c:v>
                </c:pt>
                <c:pt idx="4659">
                  <c:v>221.07254256550399</c:v>
                </c:pt>
                <c:pt idx="4660">
                  <c:v>221.80429857412699</c:v>
                </c:pt>
                <c:pt idx="4661">
                  <c:v>221.42325264690299</c:v>
                </c:pt>
                <c:pt idx="4662">
                  <c:v>219.39198380879199</c:v>
                </c:pt>
                <c:pt idx="4663">
                  <c:v>217.611364919739</c:v>
                </c:pt>
                <c:pt idx="4664">
                  <c:v>217.219589512836</c:v>
                </c:pt>
                <c:pt idx="4665">
                  <c:v>216.82041895664099</c:v>
                </c:pt>
                <c:pt idx="4666">
                  <c:v>217.499883747631</c:v>
                </c:pt>
                <c:pt idx="4667">
                  <c:v>216.79084096386299</c:v>
                </c:pt>
                <c:pt idx="4668">
                  <c:v>218.04992994585399</c:v>
                </c:pt>
                <c:pt idx="4669">
                  <c:v>218.64135942042699</c:v>
                </c:pt>
                <c:pt idx="4670">
                  <c:v>218.28027249265199</c:v>
                </c:pt>
                <c:pt idx="4671">
                  <c:v>221.19747527749399</c:v>
                </c:pt>
                <c:pt idx="4672">
                  <c:v>213.25153698591501</c:v>
                </c:pt>
                <c:pt idx="4673">
                  <c:v>209.39242764087001</c:v>
                </c:pt>
                <c:pt idx="4674">
                  <c:v>213.11400768942801</c:v>
                </c:pt>
                <c:pt idx="4675">
                  <c:v>216.74390898587001</c:v>
                </c:pt>
                <c:pt idx="4676">
                  <c:v>219.683402397489</c:v>
                </c:pt>
                <c:pt idx="4677">
                  <c:v>220.11236050206199</c:v>
                </c:pt>
                <c:pt idx="4678">
                  <c:v>218.604357980993</c:v>
                </c:pt>
                <c:pt idx="4679">
                  <c:v>219.775412478438</c:v>
                </c:pt>
                <c:pt idx="4680">
                  <c:v>219.58339700734101</c:v>
                </c:pt>
                <c:pt idx="4681">
                  <c:v>222.932591770973</c:v>
                </c:pt>
                <c:pt idx="4682">
                  <c:v>223.69266504523</c:v>
                </c:pt>
                <c:pt idx="4683">
                  <c:v>225.260770209551</c:v>
                </c:pt>
                <c:pt idx="4684">
                  <c:v>225.29052304972899</c:v>
                </c:pt>
                <c:pt idx="4685">
                  <c:v>226.47556374053801</c:v>
                </c:pt>
                <c:pt idx="4686">
                  <c:v>226.26557819076999</c:v>
                </c:pt>
                <c:pt idx="4687">
                  <c:v>226.80453470608199</c:v>
                </c:pt>
                <c:pt idx="4688">
                  <c:v>226.47907675618299</c:v>
                </c:pt>
                <c:pt idx="4689">
                  <c:v>227.44580406893499</c:v>
                </c:pt>
                <c:pt idx="4690">
                  <c:v>226.62427232498101</c:v>
                </c:pt>
                <c:pt idx="4691">
                  <c:v>227.656380820381</c:v>
                </c:pt>
                <c:pt idx="4692">
                  <c:v>226.970805347663</c:v>
                </c:pt>
                <c:pt idx="4693">
                  <c:v>227.04366672359399</c:v>
                </c:pt>
                <c:pt idx="4694">
                  <c:v>226.77207667382001</c:v>
                </c:pt>
                <c:pt idx="4695">
                  <c:v>227.13588656909801</c:v>
                </c:pt>
                <c:pt idx="4696">
                  <c:v>227.507207440689</c:v>
                </c:pt>
                <c:pt idx="4697">
                  <c:v>227.21754147995799</c:v>
                </c:pt>
                <c:pt idx="4698">
                  <c:v>225.772309877623</c:v>
                </c:pt>
                <c:pt idx="4699">
                  <c:v>226.480392964385</c:v>
                </c:pt>
                <c:pt idx="4700">
                  <c:v>226.52837716406299</c:v>
                </c:pt>
                <c:pt idx="4701">
                  <c:v>228.47690756605999</c:v>
                </c:pt>
                <c:pt idx="4702">
                  <c:v>228.269327092823</c:v>
                </c:pt>
                <c:pt idx="4703">
                  <c:v>228.35835003020301</c:v>
                </c:pt>
                <c:pt idx="4704">
                  <c:v>227.70426246589901</c:v>
                </c:pt>
                <c:pt idx="4705">
                  <c:v>228.78303324238499</c:v>
                </c:pt>
                <c:pt idx="4706">
                  <c:v>228.60068451423399</c:v>
                </c:pt>
                <c:pt idx="4707">
                  <c:v>229.23900100494501</c:v>
                </c:pt>
                <c:pt idx="4708">
                  <c:v>227.98298669238901</c:v>
                </c:pt>
                <c:pt idx="4709">
                  <c:v>228.40892703049099</c:v>
                </c:pt>
                <c:pt idx="4710">
                  <c:v>228.91196200014301</c:v>
                </c:pt>
                <c:pt idx="4711">
                  <c:v>228.58155273068101</c:v>
                </c:pt>
                <c:pt idx="4712">
                  <c:v>228.452956681769</c:v>
                </c:pt>
                <c:pt idx="4713">
                  <c:v>228.89907882683499</c:v>
                </c:pt>
                <c:pt idx="4714">
                  <c:v>227.69908002026699</c:v>
                </c:pt>
                <c:pt idx="4715">
                  <c:v>227.38807120788101</c:v>
                </c:pt>
                <c:pt idx="4716">
                  <c:v>227.02954074393</c:v>
                </c:pt>
                <c:pt idx="4717">
                  <c:v>228.21618266423201</c:v>
                </c:pt>
                <c:pt idx="4718">
                  <c:v>227.77084430024999</c:v>
                </c:pt>
                <c:pt idx="4719">
                  <c:v>227.22911426548501</c:v>
                </c:pt>
                <c:pt idx="4720">
                  <c:v>227.220353700967</c:v>
                </c:pt>
                <c:pt idx="4721">
                  <c:v>228.17502643700499</c:v>
                </c:pt>
                <c:pt idx="4722">
                  <c:v>228.85458855806399</c:v>
                </c:pt>
                <c:pt idx="4723">
                  <c:v>228.82130287143599</c:v>
                </c:pt>
                <c:pt idx="4724">
                  <c:v>228.31270151992601</c:v>
                </c:pt>
                <c:pt idx="4725">
                  <c:v>222.713583195393</c:v>
                </c:pt>
                <c:pt idx="4726">
                  <c:v>225.98280469778001</c:v>
                </c:pt>
                <c:pt idx="4727">
                  <c:v>222.631397809623</c:v>
                </c:pt>
                <c:pt idx="4728">
                  <c:v>222.50047525564401</c:v>
                </c:pt>
                <c:pt idx="4729">
                  <c:v>224.75005612428899</c:v>
                </c:pt>
                <c:pt idx="4730">
                  <c:v>223.90251235245401</c:v>
                </c:pt>
                <c:pt idx="4731">
                  <c:v>223.897358247574</c:v>
                </c:pt>
                <c:pt idx="4732">
                  <c:v>223.96449805619901</c:v>
                </c:pt>
                <c:pt idx="4733">
                  <c:v>226.40962851038699</c:v>
                </c:pt>
                <c:pt idx="4734">
                  <c:v>227.88175101342901</c:v>
                </c:pt>
                <c:pt idx="4735">
                  <c:v>226.57471295979801</c:v>
                </c:pt>
                <c:pt idx="4736">
                  <c:v>224.62815226449399</c:v>
                </c:pt>
                <c:pt idx="4737">
                  <c:v>226.07578223052801</c:v>
                </c:pt>
                <c:pt idx="4738">
                  <c:v>227.27332338403599</c:v>
                </c:pt>
                <c:pt idx="4739">
                  <c:v>225.155064382718</c:v>
                </c:pt>
                <c:pt idx="4740">
                  <c:v>226.949140636099</c:v>
                </c:pt>
                <c:pt idx="4741">
                  <c:v>226.208570935626</c:v>
                </c:pt>
                <c:pt idx="4742">
                  <c:v>225.08787947454601</c:v>
                </c:pt>
                <c:pt idx="4743">
                  <c:v>226.054845949336</c:v>
                </c:pt>
                <c:pt idx="4744">
                  <c:v>226.16410148757399</c:v>
                </c:pt>
                <c:pt idx="4745">
                  <c:v>225.42802631655499</c:v>
                </c:pt>
                <c:pt idx="4746">
                  <c:v>226.46647427802401</c:v>
                </c:pt>
                <c:pt idx="4747">
                  <c:v>223.64728806041799</c:v>
                </c:pt>
                <c:pt idx="4748">
                  <c:v>223.903747273655</c:v>
                </c:pt>
                <c:pt idx="4749">
                  <c:v>223.20980660085499</c:v>
                </c:pt>
                <c:pt idx="4750">
                  <c:v>223.25502041858499</c:v>
                </c:pt>
                <c:pt idx="4751">
                  <c:v>222.577280597118</c:v>
                </c:pt>
                <c:pt idx="4752">
                  <c:v>223.94851202434501</c:v>
                </c:pt>
                <c:pt idx="4753">
                  <c:v>224.43900870106401</c:v>
                </c:pt>
                <c:pt idx="4754">
                  <c:v>224.130616639539</c:v>
                </c:pt>
                <c:pt idx="4755">
                  <c:v>224.111567033375</c:v>
                </c:pt>
                <c:pt idx="4756">
                  <c:v>225.176118706035</c:v>
                </c:pt>
                <c:pt idx="4757">
                  <c:v>224.32067307054399</c:v>
                </c:pt>
                <c:pt idx="4758">
                  <c:v>223.92997424586599</c:v>
                </c:pt>
                <c:pt idx="4759">
                  <c:v>223.26098965465999</c:v>
                </c:pt>
                <c:pt idx="4760">
                  <c:v>222.56725613460199</c:v>
                </c:pt>
                <c:pt idx="4761">
                  <c:v>222.54064235187701</c:v>
                </c:pt>
                <c:pt idx="4762">
                  <c:v>221.030206028191</c:v>
                </c:pt>
                <c:pt idx="4763">
                  <c:v>219.58800199746</c:v>
                </c:pt>
                <c:pt idx="4764">
                  <c:v>218.616662541751</c:v>
                </c:pt>
                <c:pt idx="4765">
                  <c:v>218.251661814556</c:v>
                </c:pt>
                <c:pt idx="4766">
                  <c:v>223.10273900431901</c:v>
                </c:pt>
                <c:pt idx="4767">
                  <c:v>223.94421279476799</c:v>
                </c:pt>
                <c:pt idx="4768">
                  <c:v>226.42431478126201</c:v>
                </c:pt>
                <c:pt idx="4769">
                  <c:v>226.86603828231</c:v>
                </c:pt>
                <c:pt idx="4770">
                  <c:v>226.549167907786</c:v>
                </c:pt>
                <c:pt idx="4771">
                  <c:v>226.523267819578</c:v>
                </c:pt>
                <c:pt idx="4772">
                  <c:v>228.217377788741</c:v>
                </c:pt>
                <c:pt idx="4773">
                  <c:v>227.85648977094201</c:v>
                </c:pt>
                <c:pt idx="4774">
                  <c:v>228.92203158477699</c:v>
                </c:pt>
                <c:pt idx="4775">
                  <c:v>228.37573654638399</c:v>
                </c:pt>
                <c:pt idx="4776">
                  <c:v>230.07983116862499</c:v>
                </c:pt>
                <c:pt idx="4777">
                  <c:v>230.577435584879</c:v>
                </c:pt>
                <c:pt idx="4778">
                  <c:v>230.76438560613801</c:v>
                </c:pt>
                <c:pt idx="4779">
                  <c:v>231.66721461494399</c:v>
                </c:pt>
                <c:pt idx="4780">
                  <c:v>230.45012551342001</c:v>
                </c:pt>
                <c:pt idx="4781">
                  <c:v>230.75797181299799</c:v>
                </c:pt>
                <c:pt idx="4782">
                  <c:v>230.14553580573499</c:v>
                </c:pt>
                <c:pt idx="4783">
                  <c:v>229.33671307504</c:v>
                </c:pt>
                <c:pt idx="4784">
                  <c:v>229.427848765086</c:v>
                </c:pt>
                <c:pt idx="4785">
                  <c:v>230.76254839374801</c:v>
                </c:pt>
                <c:pt idx="4786">
                  <c:v>231.55021736155501</c:v>
                </c:pt>
                <c:pt idx="4787">
                  <c:v>234.59856014012601</c:v>
                </c:pt>
                <c:pt idx="4788">
                  <c:v>235.104438387074</c:v>
                </c:pt>
                <c:pt idx="4789">
                  <c:v>236.500803523652</c:v>
                </c:pt>
                <c:pt idx="4790">
                  <c:v>236.232280197622</c:v>
                </c:pt>
                <c:pt idx="4791">
                  <c:v>237.77693424891899</c:v>
                </c:pt>
                <c:pt idx="4792">
                  <c:v>235.84662194647299</c:v>
                </c:pt>
                <c:pt idx="4793">
                  <c:v>236.76273525255701</c:v>
                </c:pt>
                <c:pt idx="4794">
                  <c:v>236.34837788704201</c:v>
                </c:pt>
                <c:pt idx="4795">
                  <c:v>236.81518039519901</c:v>
                </c:pt>
                <c:pt idx="4796">
                  <c:v>237.676540352801</c:v>
                </c:pt>
                <c:pt idx="4797">
                  <c:v>237.09230882824701</c:v>
                </c:pt>
                <c:pt idx="4798">
                  <c:v>236.65032332451699</c:v>
                </c:pt>
                <c:pt idx="4799">
                  <c:v>236.94668814641901</c:v>
                </c:pt>
                <c:pt idx="4800">
                  <c:v>237.479118457742</c:v>
                </c:pt>
                <c:pt idx="4801">
                  <c:v>235.49535437737799</c:v>
                </c:pt>
                <c:pt idx="4802">
                  <c:v>235.425661427455</c:v>
                </c:pt>
                <c:pt idx="4803">
                  <c:v>234.33396291684599</c:v>
                </c:pt>
                <c:pt idx="4804">
                  <c:v>236.32279949871801</c:v>
                </c:pt>
                <c:pt idx="4805">
                  <c:v>237.67558405506301</c:v>
                </c:pt>
                <c:pt idx="4806">
                  <c:v>237.49199339927799</c:v>
                </c:pt>
                <c:pt idx="4807">
                  <c:v>238.327553334946</c:v>
                </c:pt>
                <c:pt idx="4808">
                  <c:v>237.482124000499</c:v>
                </c:pt>
                <c:pt idx="4809">
                  <c:v>237.48162572081699</c:v>
                </c:pt>
                <c:pt idx="4810">
                  <c:v>238.15322150596199</c:v>
                </c:pt>
                <c:pt idx="4811">
                  <c:v>237.64317219557</c:v>
                </c:pt>
                <c:pt idx="4812">
                  <c:v>238.08224229591499</c:v>
                </c:pt>
                <c:pt idx="4813">
                  <c:v>237.375825170263</c:v>
                </c:pt>
                <c:pt idx="4814">
                  <c:v>237.79457492390799</c:v>
                </c:pt>
                <c:pt idx="4815">
                  <c:v>236.93602473583601</c:v>
                </c:pt>
                <c:pt idx="4816">
                  <c:v>237.73442843183</c:v>
                </c:pt>
                <c:pt idx="4817">
                  <c:v>237.09443228504901</c:v>
                </c:pt>
                <c:pt idx="4818">
                  <c:v>238.65126360073401</c:v>
                </c:pt>
                <c:pt idx="4819">
                  <c:v>240.56598315866299</c:v>
                </c:pt>
                <c:pt idx="4820">
                  <c:v>240.38945317761599</c:v>
                </c:pt>
                <c:pt idx="4821">
                  <c:v>240.18104761429001</c:v>
                </c:pt>
                <c:pt idx="4822">
                  <c:v>238.73731338905</c:v>
                </c:pt>
                <c:pt idx="4823">
                  <c:v>238.52489958278599</c:v>
                </c:pt>
                <c:pt idx="4824">
                  <c:v>238.59684849437099</c:v>
                </c:pt>
                <c:pt idx="4825">
                  <c:v>238.73250512788701</c:v>
                </c:pt>
                <c:pt idx="4826">
                  <c:v>240.46638654554499</c:v>
                </c:pt>
                <c:pt idx="4827">
                  <c:v>239.95796374757299</c:v>
                </c:pt>
                <c:pt idx="4828">
                  <c:v>240.012673168421</c:v>
                </c:pt>
                <c:pt idx="4829">
                  <c:v>240.17883755150299</c:v>
                </c:pt>
                <c:pt idx="4830">
                  <c:v>241.561089447347</c:v>
                </c:pt>
                <c:pt idx="4831">
                  <c:v>242.42171546861101</c:v>
                </c:pt>
                <c:pt idx="4832">
                  <c:v>243.694082614293</c:v>
                </c:pt>
                <c:pt idx="4833">
                  <c:v>244.67077390799199</c:v>
                </c:pt>
                <c:pt idx="4834">
                  <c:v>245.89150183567901</c:v>
                </c:pt>
                <c:pt idx="4835">
                  <c:v>245.679667007566</c:v>
                </c:pt>
                <c:pt idx="4836">
                  <c:v>246.09186719939001</c:v>
                </c:pt>
                <c:pt idx="4837">
                  <c:v>247.58035628325999</c:v>
                </c:pt>
                <c:pt idx="4838">
                  <c:v>247.312280259772</c:v>
                </c:pt>
                <c:pt idx="4839">
                  <c:v>247.41539154235701</c:v>
                </c:pt>
                <c:pt idx="4840">
                  <c:v>247.78566537287799</c:v>
                </c:pt>
                <c:pt idx="4841">
                  <c:v>248.03750192872801</c:v>
                </c:pt>
                <c:pt idx="4842">
                  <c:v>247.39775979997199</c:v>
                </c:pt>
                <c:pt idx="4843">
                  <c:v>250.78052565036799</c:v>
                </c:pt>
                <c:pt idx="4844">
                  <c:v>249.311095597784</c:v>
                </c:pt>
                <c:pt idx="4845">
                  <c:v>249.436574898473</c:v>
                </c:pt>
                <c:pt idx="4846">
                  <c:v>248.61954407538701</c:v>
                </c:pt>
                <c:pt idx="4847">
                  <c:v>247.895563134197</c:v>
                </c:pt>
                <c:pt idx="4848">
                  <c:v>247.32855310308599</c:v>
                </c:pt>
                <c:pt idx="4849">
                  <c:v>247.52666808082799</c:v>
                </c:pt>
                <c:pt idx="4850">
                  <c:v>248.33554027267701</c:v>
                </c:pt>
                <c:pt idx="4851">
                  <c:v>248.4271490623</c:v>
                </c:pt>
                <c:pt idx="4852">
                  <c:v>247.58791040884299</c:v>
                </c:pt>
                <c:pt idx="4853">
                  <c:v>249.66134237699799</c:v>
                </c:pt>
                <c:pt idx="4854">
                  <c:v>249.25499768343801</c:v>
                </c:pt>
                <c:pt idx="4855">
                  <c:v>248.927470305555</c:v>
                </c:pt>
                <c:pt idx="4856">
                  <c:v>248.42700533023401</c:v>
                </c:pt>
                <c:pt idx="4857">
                  <c:v>245.344056823296</c:v>
                </c:pt>
                <c:pt idx="4858">
                  <c:v>245.807916665839</c:v>
                </c:pt>
                <c:pt idx="4859">
                  <c:v>245.547641086331</c:v>
                </c:pt>
                <c:pt idx="4860">
                  <c:v>245.33997696371799</c:v>
                </c:pt>
                <c:pt idx="4861">
                  <c:v>245.090076900605</c:v>
                </c:pt>
                <c:pt idx="4862">
                  <c:v>246.86691041533999</c:v>
                </c:pt>
                <c:pt idx="4863">
                  <c:v>247.135541250399</c:v>
                </c:pt>
                <c:pt idx="4864">
                  <c:v>247.86064142903999</c:v>
                </c:pt>
                <c:pt idx="4865">
                  <c:v>247.30146748977299</c:v>
                </c:pt>
                <c:pt idx="4866">
                  <c:v>246.895027225033</c:v>
                </c:pt>
                <c:pt idx="4867">
                  <c:v>247.03325210505301</c:v>
                </c:pt>
                <c:pt idx="4868">
                  <c:v>246.27885603229799</c:v>
                </c:pt>
                <c:pt idx="4869">
                  <c:v>246.754141714686</c:v>
                </c:pt>
                <c:pt idx="4870">
                  <c:v>246.55065854232799</c:v>
                </c:pt>
                <c:pt idx="4871">
                  <c:v>246.720052422164</c:v>
                </c:pt>
                <c:pt idx="4872">
                  <c:v>246.36560513939901</c:v>
                </c:pt>
                <c:pt idx="4873">
                  <c:v>245.43922256039599</c:v>
                </c:pt>
                <c:pt idx="4874">
                  <c:v>243.767358958713</c:v>
                </c:pt>
                <c:pt idx="4875">
                  <c:v>245.866675807836</c:v>
                </c:pt>
                <c:pt idx="4876">
                  <c:v>245.15258857934199</c:v>
                </c:pt>
                <c:pt idx="4877">
                  <c:v>244.73162943165499</c:v>
                </c:pt>
                <c:pt idx="4878">
                  <c:v>246.58196362154899</c:v>
                </c:pt>
                <c:pt idx="4879">
                  <c:v>245.83367783776501</c:v>
                </c:pt>
                <c:pt idx="4880">
                  <c:v>248.498083643695</c:v>
                </c:pt>
                <c:pt idx="4881">
                  <c:v>250.012028988412</c:v>
                </c:pt>
                <c:pt idx="4882">
                  <c:v>249.8898818177</c:v>
                </c:pt>
                <c:pt idx="4883">
                  <c:v>250.02813859448801</c:v>
                </c:pt>
                <c:pt idx="4884">
                  <c:v>249.54945758989001</c:v>
                </c:pt>
                <c:pt idx="4885">
                  <c:v>249.98191177333601</c:v>
                </c:pt>
                <c:pt idx="4886">
                  <c:v>250.27903930342001</c:v>
                </c:pt>
                <c:pt idx="4887">
                  <c:v>249.96178493755099</c:v>
                </c:pt>
                <c:pt idx="4888">
                  <c:v>250.10693539641201</c:v>
                </c:pt>
                <c:pt idx="4889">
                  <c:v>251.12892091532399</c:v>
                </c:pt>
                <c:pt idx="4890">
                  <c:v>251.13851049380301</c:v>
                </c:pt>
                <c:pt idx="4891">
                  <c:v>250.88124600035599</c:v>
                </c:pt>
                <c:pt idx="4892">
                  <c:v>251.164952833059</c:v>
                </c:pt>
                <c:pt idx="4893">
                  <c:v>250.62170797428399</c:v>
                </c:pt>
                <c:pt idx="4894">
                  <c:v>250.25091334920299</c:v>
                </c:pt>
                <c:pt idx="4895">
                  <c:v>251.44654408292601</c:v>
                </c:pt>
                <c:pt idx="4896">
                  <c:v>251.27424838758199</c:v>
                </c:pt>
                <c:pt idx="4897">
                  <c:v>246.70631852666901</c:v>
                </c:pt>
                <c:pt idx="4898">
                  <c:v>247.616073128279</c:v>
                </c:pt>
                <c:pt idx="4899">
                  <c:v>249.29105130494801</c:v>
                </c:pt>
                <c:pt idx="4900">
                  <c:v>250.57819516110601</c:v>
                </c:pt>
                <c:pt idx="4901">
                  <c:v>251.03816227592901</c:v>
                </c:pt>
                <c:pt idx="4902">
                  <c:v>251.66286599306801</c:v>
                </c:pt>
                <c:pt idx="4903">
                  <c:v>252.78058433539499</c:v>
                </c:pt>
                <c:pt idx="4904">
                  <c:v>252.85979489117901</c:v>
                </c:pt>
                <c:pt idx="4905">
                  <c:v>252.55459149549699</c:v>
                </c:pt>
                <c:pt idx="4906">
                  <c:v>252.438489036775</c:v>
                </c:pt>
                <c:pt idx="4907">
                  <c:v>254.350122561169</c:v>
                </c:pt>
                <c:pt idx="4908">
                  <c:v>255.29309713002601</c:v>
                </c:pt>
                <c:pt idx="4909">
                  <c:v>254.981808223825</c:v>
                </c:pt>
                <c:pt idx="4910">
                  <c:v>254.273315611642</c:v>
                </c:pt>
                <c:pt idx="4911">
                  <c:v>254.672119539748</c:v>
                </c:pt>
                <c:pt idx="4912">
                  <c:v>254.74048889884901</c:v>
                </c:pt>
                <c:pt idx="4913">
                  <c:v>254.52924063251899</c:v>
                </c:pt>
                <c:pt idx="4914">
                  <c:v>254.28001421312899</c:v>
                </c:pt>
                <c:pt idx="4915">
                  <c:v>255.426784219946</c:v>
                </c:pt>
                <c:pt idx="4916">
                  <c:v>255.172752904497</c:v>
                </c:pt>
                <c:pt idx="4917">
                  <c:v>254.601122789231</c:v>
                </c:pt>
                <c:pt idx="4918">
                  <c:v>254.67352196581501</c:v>
                </c:pt>
                <c:pt idx="4919">
                  <c:v>256.79910024590203</c:v>
                </c:pt>
                <c:pt idx="4920">
                  <c:v>255.07935249806201</c:v>
                </c:pt>
                <c:pt idx="4921">
                  <c:v>254.93109535900399</c:v>
                </c:pt>
                <c:pt idx="4922">
                  <c:v>254.814466063276</c:v>
                </c:pt>
                <c:pt idx="4923">
                  <c:v>255.21215321991801</c:v>
                </c:pt>
                <c:pt idx="4924">
                  <c:v>255.29259756935599</c:v>
                </c:pt>
                <c:pt idx="4925">
                  <c:v>253.23172090505901</c:v>
                </c:pt>
                <c:pt idx="4926">
                  <c:v>255.462667886861</c:v>
                </c:pt>
                <c:pt idx="4927">
                  <c:v>253.26534554400899</c:v>
                </c:pt>
                <c:pt idx="4928">
                  <c:v>253.653850854403</c:v>
                </c:pt>
                <c:pt idx="4929">
                  <c:v>254.24061955238901</c:v>
                </c:pt>
                <c:pt idx="4930">
                  <c:v>254.60983255464501</c:v>
                </c:pt>
                <c:pt idx="4931">
                  <c:v>252.224176253341</c:v>
                </c:pt>
                <c:pt idx="4932">
                  <c:v>253.838911599992</c:v>
                </c:pt>
                <c:pt idx="4933">
                  <c:v>254.075202898957</c:v>
                </c:pt>
                <c:pt idx="4934">
                  <c:v>253.875467256159</c:v>
                </c:pt>
                <c:pt idx="4935">
                  <c:v>255.73070720557399</c:v>
                </c:pt>
                <c:pt idx="4936">
                  <c:v>256.210411970493</c:v>
                </c:pt>
                <c:pt idx="4937">
                  <c:v>257.40747234889602</c:v>
                </c:pt>
                <c:pt idx="4938">
                  <c:v>257.393837054399</c:v>
                </c:pt>
                <c:pt idx="4939">
                  <c:v>257.54767044267902</c:v>
                </c:pt>
                <c:pt idx="4940">
                  <c:v>258.93110584820897</c:v>
                </c:pt>
                <c:pt idx="4941">
                  <c:v>258.89149913335001</c:v>
                </c:pt>
                <c:pt idx="4942">
                  <c:v>258.79588177224701</c:v>
                </c:pt>
                <c:pt idx="4943">
                  <c:v>258.521238970399</c:v>
                </c:pt>
                <c:pt idx="4944">
                  <c:v>259.27625808588903</c:v>
                </c:pt>
                <c:pt idx="4945">
                  <c:v>259.350063921551</c:v>
                </c:pt>
                <c:pt idx="4946">
                  <c:v>259.09785335262899</c:v>
                </c:pt>
                <c:pt idx="4947">
                  <c:v>258.75010856248298</c:v>
                </c:pt>
                <c:pt idx="4948">
                  <c:v>258.56186155120201</c:v>
                </c:pt>
                <c:pt idx="4949">
                  <c:v>259.19480949900998</c:v>
                </c:pt>
                <c:pt idx="4950">
                  <c:v>259.32259754214101</c:v>
                </c:pt>
                <c:pt idx="4951">
                  <c:v>258.75629349358502</c:v>
                </c:pt>
                <c:pt idx="4952">
                  <c:v>259.24544657170702</c:v>
                </c:pt>
                <c:pt idx="4953">
                  <c:v>259.67260010295598</c:v>
                </c:pt>
                <c:pt idx="4954">
                  <c:v>259.04530468094498</c:v>
                </c:pt>
                <c:pt idx="4955">
                  <c:v>258.95091896718799</c:v>
                </c:pt>
                <c:pt idx="4956">
                  <c:v>255.203025966973</c:v>
                </c:pt>
                <c:pt idx="4957">
                  <c:v>255.52859959853001</c:v>
                </c:pt>
                <c:pt idx="4958">
                  <c:v>258.09460040007002</c:v>
                </c:pt>
                <c:pt idx="4959">
                  <c:v>257.96629614143802</c:v>
                </c:pt>
                <c:pt idx="4960">
                  <c:v>258.33234876597697</c:v>
                </c:pt>
                <c:pt idx="4961">
                  <c:v>254.34455500078101</c:v>
                </c:pt>
                <c:pt idx="4962">
                  <c:v>253.87818397159501</c:v>
                </c:pt>
                <c:pt idx="4963">
                  <c:v>254.17291035792999</c:v>
                </c:pt>
                <c:pt idx="4964">
                  <c:v>256.699840160279</c:v>
                </c:pt>
                <c:pt idx="4965">
                  <c:v>255.81361161179899</c:v>
                </c:pt>
                <c:pt idx="4966">
                  <c:v>255.28240734935801</c:v>
                </c:pt>
                <c:pt idx="4967">
                  <c:v>255.709210628124</c:v>
                </c:pt>
                <c:pt idx="4968">
                  <c:v>255.83423855693201</c:v>
                </c:pt>
                <c:pt idx="4969">
                  <c:v>256.04935352670998</c:v>
                </c:pt>
                <c:pt idx="4970">
                  <c:v>257.23108766176603</c:v>
                </c:pt>
                <c:pt idx="4971">
                  <c:v>258.70318274460999</c:v>
                </c:pt>
                <c:pt idx="4972">
                  <c:v>259.216285261547</c:v>
                </c:pt>
                <c:pt idx="4973">
                  <c:v>257.25872624700003</c:v>
                </c:pt>
                <c:pt idx="4974">
                  <c:v>258.06401746569901</c:v>
                </c:pt>
                <c:pt idx="4975">
                  <c:v>258.01780782472503</c:v>
                </c:pt>
                <c:pt idx="4976">
                  <c:v>257.63383336008002</c:v>
                </c:pt>
                <c:pt idx="4977">
                  <c:v>260.42578658733402</c:v>
                </c:pt>
                <c:pt idx="4978">
                  <c:v>261.30245128408001</c:v>
                </c:pt>
                <c:pt idx="4979">
                  <c:v>261.49998068453402</c:v>
                </c:pt>
                <c:pt idx="4980">
                  <c:v>261.21196921192302</c:v>
                </c:pt>
                <c:pt idx="4981">
                  <c:v>261.69414461170101</c:v>
                </c:pt>
                <c:pt idx="4982">
                  <c:v>262.07552399643799</c:v>
                </c:pt>
                <c:pt idx="4983">
                  <c:v>262.366331948256</c:v>
                </c:pt>
                <c:pt idx="4984">
                  <c:v>262.53255687281398</c:v>
                </c:pt>
                <c:pt idx="4985">
                  <c:v>261.733579390594</c:v>
                </c:pt>
                <c:pt idx="4986">
                  <c:v>261.90310074738699</c:v>
                </c:pt>
                <c:pt idx="4987">
                  <c:v>261.32097449315302</c:v>
                </c:pt>
                <c:pt idx="4988">
                  <c:v>261.33984656588399</c:v>
                </c:pt>
                <c:pt idx="4989">
                  <c:v>262.40771207432999</c:v>
                </c:pt>
                <c:pt idx="4990">
                  <c:v>262.72367509213802</c:v>
                </c:pt>
                <c:pt idx="4991">
                  <c:v>263.69684654658403</c:v>
                </c:pt>
                <c:pt idx="4992">
                  <c:v>264.71795049823601</c:v>
                </c:pt>
                <c:pt idx="4993">
                  <c:v>265.28989774378601</c:v>
                </c:pt>
                <c:pt idx="4994">
                  <c:v>265.62081222587398</c:v>
                </c:pt>
                <c:pt idx="4995">
                  <c:v>267.12009619759999</c:v>
                </c:pt>
                <c:pt idx="4996">
                  <c:v>266.83394482961302</c:v>
                </c:pt>
                <c:pt idx="4997">
                  <c:v>266.35216424075401</c:v>
                </c:pt>
                <c:pt idx="4998">
                  <c:v>266.97115694004901</c:v>
                </c:pt>
                <c:pt idx="4999">
                  <c:v>267.45245851838303</c:v>
                </c:pt>
                <c:pt idx="5000">
                  <c:v>267.00157100532999</c:v>
                </c:pt>
                <c:pt idx="5001">
                  <c:v>267.23564714781799</c:v>
                </c:pt>
                <c:pt idx="5002">
                  <c:v>267.703552206415</c:v>
                </c:pt>
                <c:pt idx="5003">
                  <c:v>267.883222823822</c:v>
                </c:pt>
                <c:pt idx="5004">
                  <c:v>268.08294460255797</c:v>
                </c:pt>
                <c:pt idx="5005">
                  <c:v>268.17079283839001</c:v>
                </c:pt>
                <c:pt idx="5006">
                  <c:v>269.54216850419698</c:v>
                </c:pt>
                <c:pt idx="5007">
                  <c:v>268.47168975083503</c:v>
                </c:pt>
                <c:pt idx="5008">
                  <c:v>268.90666317200498</c:v>
                </c:pt>
                <c:pt idx="5009">
                  <c:v>267.65239528860297</c:v>
                </c:pt>
                <c:pt idx="5010">
                  <c:v>267.99237958126702</c:v>
                </c:pt>
                <c:pt idx="5011">
                  <c:v>270.15550587547602</c:v>
                </c:pt>
                <c:pt idx="5012">
                  <c:v>269.29386678326102</c:v>
                </c:pt>
                <c:pt idx="5013">
                  <c:v>269.54823429475999</c:v>
                </c:pt>
                <c:pt idx="5014">
                  <c:v>269.97653861140401</c:v>
                </c:pt>
                <c:pt idx="5015">
                  <c:v>270.028433285993</c:v>
                </c:pt>
                <c:pt idx="5016">
                  <c:v>270.86414664412098</c:v>
                </c:pt>
                <c:pt idx="5017">
                  <c:v>271.20875469993598</c:v>
                </c:pt>
                <c:pt idx="5018">
                  <c:v>271.15781417669302</c:v>
                </c:pt>
                <c:pt idx="5019">
                  <c:v>271.54858793686202</c:v>
                </c:pt>
                <c:pt idx="5020">
                  <c:v>270.52766107135102</c:v>
                </c:pt>
                <c:pt idx="5021">
                  <c:v>270.28470161763897</c:v>
                </c:pt>
                <c:pt idx="5022">
                  <c:v>270.55105990224399</c:v>
                </c:pt>
                <c:pt idx="5023">
                  <c:v>269.92587650329398</c:v>
                </c:pt>
                <c:pt idx="5024">
                  <c:v>268.43421703009898</c:v>
                </c:pt>
                <c:pt idx="5025">
                  <c:v>270.63462045558902</c:v>
                </c:pt>
                <c:pt idx="5026">
                  <c:v>269.924044794201</c:v>
                </c:pt>
                <c:pt idx="5027">
                  <c:v>270.26811688336699</c:v>
                </c:pt>
                <c:pt idx="5028">
                  <c:v>272.03571204786499</c:v>
                </c:pt>
                <c:pt idx="5029">
                  <c:v>271.83140073375102</c:v>
                </c:pt>
                <c:pt idx="5030">
                  <c:v>272.39111448738498</c:v>
                </c:pt>
                <c:pt idx="5031">
                  <c:v>272.286360773387</c:v>
                </c:pt>
                <c:pt idx="5032">
                  <c:v>274.96797419307399</c:v>
                </c:pt>
                <c:pt idx="5033">
                  <c:v>274.86562640298899</c:v>
                </c:pt>
                <c:pt idx="5034">
                  <c:v>277.11743013220303</c:v>
                </c:pt>
                <c:pt idx="5035">
                  <c:v>276.555972864409</c:v>
                </c:pt>
                <c:pt idx="5036">
                  <c:v>276.26512958394301</c:v>
                </c:pt>
                <c:pt idx="5037">
                  <c:v>275.23245185155997</c:v>
                </c:pt>
                <c:pt idx="5038">
                  <c:v>275.200639927444</c:v>
                </c:pt>
                <c:pt idx="5039">
                  <c:v>276.00758778009401</c:v>
                </c:pt>
                <c:pt idx="5040">
                  <c:v>277.52784177029099</c:v>
                </c:pt>
                <c:pt idx="5041">
                  <c:v>278.41633344262402</c:v>
                </c:pt>
                <c:pt idx="5042">
                  <c:v>278.84715602159901</c:v>
                </c:pt>
                <c:pt idx="5043">
                  <c:v>278.715217528133</c:v>
                </c:pt>
                <c:pt idx="5044">
                  <c:v>277.58137362457398</c:v>
                </c:pt>
                <c:pt idx="5045">
                  <c:v>280.07200975789698</c:v>
                </c:pt>
                <c:pt idx="5046">
                  <c:v>281.57402673333002</c:v>
                </c:pt>
                <c:pt idx="5047">
                  <c:v>280.66502297317697</c:v>
                </c:pt>
                <c:pt idx="5048">
                  <c:v>280.432079181924</c:v>
                </c:pt>
                <c:pt idx="5049">
                  <c:v>280.989028267489</c:v>
                </c:pt>
                <c:pt idx="5050">
                  <c:v>280.860087327965</c:v>
                </c:pt>
                <c:pt idx="5051">
                  <c:v>280.563584501268</c:v>
                </c:pt>
                <c:pt idx="5052">
                  <c:v>280.785003475427</c:v>
                </c:pt>
                <c:pt idx="5053">
                  <c:v>281.29975185142098</c:v>
                </c:pt>
                <c:pt idx="5054">
                  <c:v>279.842005772633</c:v>
                </c:pt>
                <c:pt idx="5055">
                  <c:v>282.16556121087899</c:v>
                </c:pt>
                <c:pt idx="5056">
                  <c:v>283.97121687196801</c:v>
                </c:pt>
                <c:pt idx="5057">
                  <c:v>285.11540667402602</c:v>
                </c:pt>
                <c:pt idx="5058">
                  <c:v>287.12034470352501</c:v>
                </c:pt>
                <c:pt idx="5059">
                  <c:v>287.59788919289599</c:v>
                </c:pt>
                <c:pt idx="5060">
                  <c:v>287.972079641194</c:v>
                </c:pt>
                <c:pt idx="5061">
                  <c:v>287.65182017611897</c:v>
                </c:pt>
                <c:pt idx="5062">
                  <c:v>289.67533408173102</c:v>
                </c:pt>
                <c:pt idx="5063">
                  <c:v>291.63116424393399</c:v>
                </c:pt>
                <c:pt idx="5064">
                  <c:v>290.60289130992999</c:v>
                </c:pt>
                <c:pt idx="5065">
                  <c:v>293.33845239615999</c:v>
                </c:pt>
                <c:pt idx="5066">
                  <c:v>292.86479558917898</c:v>
                </c:pt>
                <c:pt idx="5067">
                  <c:v>294.149328395645</c:v>
                </c:pt>
                <c:pt idx="5068">
                  <c:v>296.52230476999398</c:v>
                </c:pt>
                <c:pt idx="5069">
                  <c:v>297.16666966248903</c:v>
                </c:pt>
                <c:pt idx="5070">
                  <c:v>297.00062880607197</c:v>
                </c:pt>
                <c:pt idx="5071">
                  <c:v>297.179509232832</c:v>
                </c:pt>
                <c:pt idx="5072">
                  <c:v>300.69791074347103</c:v>
                </c:pt>
                <c:pt idx="5073">
                  <c:v>298.67368756964498</c:v>
                </c:pt>
                <c:pt idx="5074">
                  <c:v>295.41908603898599</c:v>
                </c:pt>
                <c:pt idx="5075">
                  <c:v>295.56310836878299</c:v>
                </c:pt>
                <c:pt idx="5076">
                  <c:v>295.37114221969301</c:v>
                </c:pt>
                <c:pt idx="5077">
                  <c:v>289.10669188535098</c:v>
                </c:pt>
                <c:pt idx="5078">
                  <c:v>277.25969044197501</c:v>
                </c:pt>
                <c:pt idx="5079">
                  <c:v>282.09590108642197</c:v>
                </c:pt>
                <c:pt idx="5080">
                  <c:v>280.68454418803299</c:v>
                </c:pt>
                <c:pt idx="5081">
                  <c:v>270.14857450577603</c:v>
                </c:pt>
                <c:pt idx="5082">
                  <c:v>274.18312695447901</c:v>
                </c:pt>
                <c:pt idx="5083">
                  <c:v>277.998485165273</c:v>
                </c:pt>
                <c:pt idx="5084">
                  <c:v>278.72544518778398</c:v>
                </c:pt>
                <c:pt idx="5085">
                  <c:v>282.46113277471397</c:v>
                </c:pt>
                <c:pt idx="5086">
                  <c:v>285.87022615820598</c:v>
                </c:pt>
                <c:pt idx="5087">
                  <c:v>285.97653724064702</c:v>
                </c:pt>
                <c:pt idx="5088">
                  <c:v>284.305583263416</c:v>
                </c:pt>
                <c:pt idx="5089">
                  <c:v>282.743227267534</c:v>
                </c:pt>
                <c:pt idx="5090">
                  <c:v>283.01876255600098</c:v>
                </c:pt>
                <c:pt idx="5091">
                  <c:v>287.55479895010399</c:v>
                </c:pt>
                <c:pt idx="5092">
                  <c:v>290.93531238117401</c:v>
                </c:pt>
                <c:pt idx="5093">
                  <c:v>287.23892511064901</c:v>
                </c:pt>
                <c:pt idx="5094">
                  <c:v>284.05176247894099</c:v>
                </c:pt>
                <c:pt idx="5095">
                  <c:v>280.26700189381199</c:v>
                </c:pt>
                <c:pt idx="5096">
                  <c:v>281.68858788744001</c:v>
                </c:pt>
                <c:pt idx="5097">
                  <c:v>284.79599092436399</c:v>
                </c:pt>
                <c:pt idx="5098">
                  <c:v>285.547624009142</c:v>
                </c:pt>
                <c:pt idx="5099">
                  <c:v>285.40939598587102</c:v>
                </c:pt>
                <c:pt idx="5100">
                  <c:v>286.683005039622</c:v>
                </c:pt>
                <c:pt idx="5101">
                  <c:v>291.66475850462098</c:v>
                </c:pt>
                <c:pt idx="5102">
                  <c:v>291.29362182675499</c:v>
                </c:pt>
                <c:pt idx="5103">
                  <c:v>289.43996787536099</c:v>
                </c:pt>
                <c:pt idx="5104">
                  <c:v>287.78336501120498</c:v>
                </c:pt>
                <c:pt idx="5105">
                  <c:v>287.558075150435</c:v>
                </c:pt>
                <c:pt idx="5106">
                  <c:v>288.048125136029</c:v>
                </c:pt>
                <c:pt idx="5107">
                  <c:v>283.95618259050599</c:v>
                </c:pt>
                <c:pt idx="5108">
                  <c:v>284.37745810059101</c:v>
                </c:pt>
                <c:pt idx="5109">
                  <c:v>283.85263640681302</c:v>
                </c:pt>
                <c:pt idx="5110">
                  <c:v>276.71050684253402</c:v>
                </c:pt>
                <c:pt idx="5111">
                  <c:v>270.90881223061803</c:v>
                </c:pt>
                <c:pt idx="5112">
                  <c:v>278.26608565557399</c:v>
                </c:pt>
                <c:pt idx="5113">
                  <c:v>273.458718572365</c:v>
                </c:pt>
                <c:pt idx="5114">
                  <c:v>272.66040375711498</c:v>
                </c:pt>
                <c:pt idx="5115">
                  <c:v>276.41469440331599</c:v>
                </c:pt>
                <c:pt idx="5116">
                  <c:v>270.24090534341298</c:v>
                </c:pt>
                <c:pt idx="5117">
                  <c:v>273.64932709282903</c:v>
                </c:pt>
                <c:pt idx="5118">
                  <c:v>276.814733211114</c:v>
                </c:pt>
                <c:pt idx="5119">
                  <c:v>278.714281157502</c:v>
                </c:pt>
                <c:pt idx="5120">
                  <c:v>272.60512712259901</c:v>
                </c:pt>
                <c:pt idx="5121">
                  <c:v>273.51463667165501</c:v>
                </c:pt>
                <c:pt idx="5122">
                  <c:v>278.08959396266198</c:v>
                </c:pt>
                <c:pt idx="5123">
                  <c:v>276.55329824644798</c:v>
                </c:pt>
                <c:pt idx="5124">
                  <c:v>278.83554536881701</c:v>
                </c:pt>
                <c:pt idx="5125">
                  <c:v>278.02982056245003</c:v>
                </c:pt>
                <c:pt idx="5126">
                  <c:v>280.28465175218901</c:v>
                </c:pt>
                <c:pt idx="5127">
                  <c:v>283.27246046877798</c:v>
                </c:pt>
                <c:pt idx="5128">
                  <c:v>283.50836852254298</c:v>
                </c:pt>
                <c:pt idx="5129">
                  <c:v>281.88462740550102</c:v>
                </c:pt>
                <c:pt idx="5130">
                  <c:v>279.47893611548898</c:v>
                </c:pt>
                <c:pt idx="5131">
                  <c:v>279.49450299306898</c:v>
                </c:pt>
                <c:pt idx="5132">
                  <c:v>275.75428641004697</c:v>
                </c:pt>
                <c:pt idx="5133">
                  <c:v>276.26073134169002</c:v>
                </c:pt>
                <c:pt idx="5134">
                  <c:v>279.14410548799202</c:v>
                </c:pt>
                <c:pt idx="5135">
                  <c:v>279.45428843573097</c:v>
                </c:pt>
                <c:pt idx="5136">
                  <c:v>277.16656528247</c:v>
                </c:pt>
                <c:pt idx="5137">
                  <c:v>277.87321036709301</c:v>
                </c:pt>
                <c:pt idx="5138">
                  <c:v>275.87068739790698</c:v>
                </c:pt>
                <c:pt idx="5139">
                  <c:v>275.24865140087701</c:v>
                </c:pt>
                <c:pt idx="5140">
                  <c:v>278.775417343561</c:v>
                </c:pt>
                <c:pt idx="5141">
                  <c:v>279.73921898503301</c:v>
                </c:pt>
                <c:pt idx="5142">
                  <c:v>279.66487981002399</c:v>
                </c:pt>
                <c:pt idx="5143">
                  <c:v>282.37299024332998</c:v>
                </c:pt>
                <c:pt idx="5144">
                  <c:v>285.01872543617998</c:v>
                </c:pt>
                <c:pt idx="5145">
                  <c:v>285.50512115928501</c:v>
                </c:pt>
                <c:pt idx="5146">
                  <c:v>285.75805499297701</c:v>
                </c:pt>
                <c:pt idx="5147">
                  <c:v>283.802127237143</c:v>
                </c:pt>
                <c:pt idx="5148">
                  <c:v>284.955233122621</c:v>
                </c:pt>
                <c:pt idx="5149">
                  <c:v>284.71082339948401</c:v>
                </c:pt>
                <c:pt idx="5150">
                  <c:v>283.96218479805702</c:v>
                </c:pt>
                <c:pt idx="5151">
                  <c:v>286.059327988767</c:v>
                </c:pt>
                <c:pt idx="5152">
                  <c:v>285.16265868871</c:v>
                </c:pt>
                <c:pt idx="5153">
                  <c:v>286.08847276892698</c:v>
                </c:pt>
                <c:pt idx="5154">
                  <c:v>285.51006852714602</c:v>
                </c:pt>
                <c:pt idx="5155">
                  <c:v>284.83650369191901</c:v>
                </c:pt>
                <c:pt idx="5156">
                  <c:v>281.54252134682702</c:v>
                </c:pt>
                <c:pt idx="5157">
                  <c:v>285.11721909484601</c:v>
                </c:pt>
                <c:pt idx="5158">
                  <c:v>283.15624362830499</c:v>
                </c:pt>
                <c:pt idx="5159">
                  <c:v>286.227638162456</c:v>
                </c:pt>
                <c:pt idx="5160">
                  <c:v>287.51006004551601</c:v>
                </c:pt>
                <c:pt idx="5161">
                  <c:v>287.71144922331598</c:v>
                </c:pt>
                <c:pt idx="5162">
                  <c:v>290.176448124704</c:v>
                </c:pt>
                <c:pt idx="5163">
                  <c:v>289.96986046582799</c:v>
                </c:pt>
                <c:pt idx="5164">
                  <c:v>290.87592533169902</c:v>
                </c:pt>
                <c:pt idx="5165">
                  <c:v>291.18744610265702</c:v>
                </c:pt>
                <c:pt idx="5166">
                  <c:v>291.69483703439801</c:v>
                </c:pt>
                <c:pt idx="5167">
                  <c:v>290.51986091154902</c:v>
                </c:pt>
                <c:pt idx="5168">
                  <c:v>291.23816269399299</c:v>
                </c:pt>
                <c:pt idx="5169">
                  <c:v>290.94233067694103</c:v>
                </c:pt>
                <c:pt idx="5170">
                  <c:v>290.32290567882097</c:v>
                </c:pt>
                <c:pt idx="5171">
                  <c:v>289.15581399547801</c:v>
                </c:pt>
                <c:pt idx="5172">
                  <c:v>289.65018892143701</c:v>
                </c:pt>
                <c:pt idx="5173">
                  <c:v>287.81222200450298</c:v>
                </c:pt>
                <c:pt idx="5174">
                  <c:v>288.34802125911199</c:v>
                </c:pt>
                <c:pt idx="5175">
                  <c:v>284.39127260321197</c:v>
                </c:pt>
                <c:pt idx="5176">
                  <c:v>285.01767695501599</c:v>
                </c:pt>
                <c:pt idx="5177">
                  <c:v>282.56502019771</c:v>
                </c:pt>
                <c:pt idx="5178">
                  <c:v>284.31127652437198</c:v>
                </c:pt>
                <c:pt idx="5179">
                  <c:v>284.527262405508</c:v>
                </c:pt>
                <c:pt idx="5180">
                  <c:v>285.40022653762901</c:v>
                </c:pt>
                <c:pt idx="5181">
                  <c:v>283.98795126616898</c:v>
                </c:pt>
                <c:pt idx="5182">
                  <c:v>286.43631685451197</c:v>
                </c:pt>
                <c:pt idx="5183">
                  <c:v>288.86559721845799</c:v>
                </c:pt>
                <c:pt idx="5184">
                  <c:v>291.41440656969598</c:v>
                </c:pt>
                <c:pt idx="5185">
                  <c:v>292.42612007174301</c:v>
                </c:pt>
                <c:pt idx="5186">
                  <c:v>290.35142122457</c:v>
                </c:pt>
                <c:pt idx="5187">
                  <c:v>292.89166028751299</c:v>
                </c:pt>
                <c:pt idx="5188">
                  <c:v>293.20822405921001</c:v>
                </c:pt>
                <c:pt idx="5189">
                  <c:v>292.90711787059797</c:v>
                </c:pt>
                <c:pt idx="5190">
                  <c:v>294.07071617661097</c:v>
                </c:pt>
                <c:pt idx="5191">
                  <c:v>294.70585978023598</c:v>
                </c:pt>
                <c:pt idx="5192">
                  <c:v>293.54128259960498</c:v>
                </c:pt>
                <c:pt idx="5193">
                  <c:v>293.26230773411299</c:v>
                </c:pt>
                <c:pt idx="5194">
                  <c:v>293.80185250838201</c:v>
                </c:pt>
                <c:pt idx="5195">
                  <c:v>295.206628607943</c:v>
                </c:pt>
                <c:pt idx="5196">
                  <c:v>297.89271963199201</c:v>
                </c:pt>
                <c:pt idx="5197">
                  <c:v>296.98974101255601</c:v>
                </c:pt>
                <c:pt idx="5198">
                  <c:v>295.04057214738901</c:v>
                </c:pt>
                <c:pt idx="5199">
                  <c:v>293.34325369929201</c:v>
                </c:pt>
                <c:pt idx="5200">
                  <c:v>294.77586676691601</c:v>
                </c:pt>
                <c:pt idx="5201">
                  <c:v>294.469846028154</c:v>
                </c:pt>
                <c:pt idx="5202">
                  <c:v>295.91985120223802</c:v>
                </c:pt>
                <c:pt idx="5203">
                  <c:v>297.29469901410602</c:v>
                </c:pt>
                <c:pt idx="5204">
                  <c:v>298.34588423743401</c:v>
                </c:pt>
                <c:pt idx="5205">
                  <c:v>299.18897942740199</c:v>
                </c:pt>
                <c:pt idx="5206">
                  <c:v>299.11079077121002</c:v>
                </c:pt>
                <c:pt idx="5207">
                  <c:v>298.67950050230098</c:v>
                </c:pt>
                <c:pt idx="5208">
                  <c:v>296.55470291837503</c:v>
                </c:pt>
                <c:pt idx="5209">
                  <c:v>295.36615388381398</c:v>
                </c:pt>
                <c:pt idx="5210">
                  <c:v>297.25302395519901</c:v>
                </c:pt>
                <c:pt idx="5211">
                  <c:v>294.99403599508298</c:v>
                </c:pt>
                <c:pt idx="5212">
                  <c:v>297.32970195423098</c:v>
                </c:pt>
                <c:pt idx="5213">
                  <c:v>298.31815068076799</c:v>
                </c:pt>
                <c:pt idx="5214">
                  <c:v>299.04270538352699</c:v>
                </c:pt>
                <c:pt idx="5215">
                  <c:v>299.66055977547597</c:v>
                </c:pt>
                <c:pt idx="5216">
                  <c:v>299.54203788090399</c:v>
                </c:pt>
                <c:pt idx="5217">
                  <c:v>299.035015835183</c:v>
                </c:pt>
                <c:pt idx="5218">
                  <c:v>300.88854342590002</c:v>
                </c:pt>
                <c:pt idx="5219">
                  <c:v>303.19611003805102</c:v>
                </c:pt>
                <c:pt idx="5220">
                  <c:v>303.278422112577</c:v>
                </c:pt>
                <c:pt idx="5221">
                  <c:v>305.00746969166102</c:v>
                </c:pt>
                <c:pt idx="5222">
                  <c:v>303.65570401957001</c:v>
                </c:pt>
                <c:pt idx="5223">
                  <c:v>303.69663774759402</c:v>
                </c:pt>
                <c:pt idx="5224">
                  <c:v>303.194817478147</c:v>
                </c:pt>
                <c:pt idx="5225">
                  <c:v>302.344756007716</c:v>
                </c:pt>
                <c:pt idx="5226">
                  <c:v>301.240572842056</c:v>
                </c:pt>
                <c:pt idx="5227">
                  <c:v>300.57374171049503</c:v>
                </c:pt>
                <c:pt idx="5228">
                  <c:v>301.14362004713502</c:v>
                </c:pt>
                <c:pt idx="5229">
                  <c:v>302.270650759928</c:v>
                </c:pt>
                <c:pt idx="5230">
                  <c:v>302.37771143280003</c:v>
                </c:pt>
                <c:pt idx="5231">
                  <c:v>303.97570235126602</c:v>
                </c:pt>
                <c:pt idx="5232">
                  <c:v>304.05854985360702</c:v>
                </c:pt>
                <c:pt idx="5233">
                  <c:v>302.36562120216303</c:v>
                </c:pt>
                <c:pt idx="5234">
                  <c:v>303.98897281326401</c:v>
                </c:pt>
                <c:pt idx="5235">
                  <c:v>304.36941534826002</c:v>
                </c:pt>
                <c:pt idx="5236">
                  <c:v>306.75592967338099</c:v>
                </c:pt>
                <c:pt idx="5237">
                  <c:v>306.64299723941002</c:v>
                </c:pt>
                <c:pt idx="5238">
                  <c:v>305.565537929512</c:v>
                </c:pt>
                <c:pt idx="5239">
                  <c:v>305.16687081601901</c:v>
                </c:pt>
                <c:pt idx="5240">
                  <c:v>304.16219255187002</c:v>
                </c:pt>
                <c:pt idx="5241">
                  <c:v>305.00295018901198</c:v>
                </c:pt>
                <c:pt idx="5242">
                  <c:v>305.00085198723298</c:v>
                </c:pt>
                <c:pt idx="5243">
                  <c:v>306.111674381993</c:v>
                </c:pt>
                <c:pt idx="5244">
                  <c:v>305.99052257319698</c:v>
                </c:pt>
                <c:pt idx="5245">
                  <c:v>306.20818899652801</c:v>
                </c:pt>
                <c:pt idx="5246">
                  <c:v>303.70645677744602</c:v>
                </c:pt>
                <c:pt idx="5247">
                  <c:v>302.02703080083501</c:v>
                </c:pt>
                <c:pt idx="5248">
                  <c:v>301.908381237377</c:v>
                </c:pt>
                <c:pt idx="5249">
                  <c:v>301.48039686703697</c:v>
                </c:pt>
                <c:pt idx="5250">
                  <c:v>291.572030468815</c:v>
                </c:pt>
                <c:pt idx="5251">
                  <c:v>285.57319358376401</c:v>
                </c:pt>
                <c:pt idx="5252">
                  <c:v>289.63010447781102</c:v>
                </c:pt>
                <c:pt idx="5253">
                  <c:v>287.91982843937598</c:v>
                </c:pt>
                <c:pt idx="5254">
                  <c:v>294.10882046815198</c:v>
                </c:pt>
                <c:pt idx="5255">
                  <c:v>294.03486312199101</c:v>
                </c:pt>
                <c:pt idx="5256">
                  <c:v>289.80370451283</c:v>
                </c:pt>
                <c:pt idx="5257">
                  <c:v>289.69860659887598</c:v>
                </c:pt>
                <c:pt idx="5258">
                  <c:v>288.45339736577398</c:v>
                </c:pt>
                <c:pt idx="5259">
                  <c:v>286.863343591405</c:v>
                </c:pt>
                <c:pt idx="5260">
                  <c:v>278.00954833303302</c:v>
                </c:pt>
                <c:pt idx="5261">
                  <c:v>283.18696681807</c:v>
                </c:pt>
                <c:pt idx="5262">
                  <c:v>278.27978994534402</c:v>
                </c:pt>
                <c:pt idx="5263">
                  <c:v>276.454377084648</c:v>
                </c:pt>
                <c:pt idx="5264">
                  <c:v>280.78616243339098</c:v>
                </c:pt>
                <c:pt idx="5265">
                  <c:v>283.833410938322</c:v>
                </c:pt>
                <c:pt idx="5266">
                  <c:v>286.82985740937499</c:v>
                </c:pt>
                <c:pt idx="5267">
                  <c:v>285.01761336846999</c:v>
                </c:pt>
                <c:pt idx="5268">
                  <c:v>286.61436869706398</c:v>
                </c:pt>
                <c:pt idx="5269">
                  <c:v>288.40808414419899</c:v>
                </c:pt>
                <c:pt idx="5270">
                  <c:v>294.52531027917303</c:v>
                </c:pt>
                <c:pt idx="5271">
                  <c:v>293.78595225068801</c:v>
                </c:pt>
                <c:pt idx="5272">
                  <c:v>291.08322762407499</c:v>
                </c:pt>
                <c:pt idx="5273">
                  <c:v>285.34810934729899</c:v>
                </c:pt>
                <c:pt idx="5274">
                  <c:v>284.92589382731802</c:v>
                </c:pt>
                <c:pt idx="5275">
                  <c:v>282.76911676790002</c:v>
                </c:pt>
                <c:pt idx="5276">
                  <c:v>285.76538834470398</c:v>
                </c:pt>
                <c:pt idx="5277">
                  <c:v>286.400354619599</c:v>
                </c:pt>
                <c:pt idx="5278">
                  <c:v>281.63399788906099</c:v>
                </c:pt>
                <c:pt idx="5279">
                  <c:v>276.52190684171302</c:v>
                </c:pt>
                <c:pt idx="5280">
                  <c:v>277.36331163075999</c:v>
                </c:pt>
                <c:pt idx="5281">
                  <c:v>275.54496908041699</c:v>
                </c:pt>
                <c:pt idx="5282">
                  <c:v>279.82493349310198</c:v>
                </c:pt>
                <c:pt idx="5283">
                  <c:v>280.73788262720001</c:v>
                </c:pt>
                <c:pt idx="5284">
                  <c:v>287.18706413193502</c:v>
                </c:pt>
                <c:pt idx="5285">
                  <c:v>286.55644701966702</c:v>
                </c:pt>
                <c:pt idx="5286">
                  <c:v>288.90247608992598</c:v>
                </c:pt>
                <c:pt idx="5287">
                  <c:v>292.06295563185103</c:v>
                </c:pt>
                <c:pt idx="5288">
                  <c:v>282.61088217697102</c:v>
                </c:pt>
                <c:pt idx="5289">
                  <c:v>282.17975243021198</c:v>
                </c:pt>
                <c:pt idx="5290">
                  <c:v>275.59962534928002</c:v>
                </c:pt>
                <c:pt idx="5291">
                  <c:v>276.08573065691098</c:v>
                </c:pt>
                <c:pt idx="5292">
                  <c:v>275.987414749827</c:v>
                </c:pt>
                <c:pt idx="5293">
                  <c:v>277.48248866042297</c:v>
                </c:pt>
                <c:pt idx="5294">
                  <c:v>277.42675079786699</c:v>
                </c:pt>
                <c:pt idx="5295">
                  <c:v>272.13254613039101</c:v>
                </c:pt>
                <c:pt idx="5296">
                  <c:v>266.47893749671999</c:v>
                </c:pt>
                <c:pt idx="5297">
                  <c:v>266.50210390362702</c:v>
                </c:pt>
                <c:pt idx="5298">
                  <c:v>262.39849438615698</c:v>
                </c:pt>
                <c:pt idx="5299">
                  <c:v>258.26025435842001</c:v>
                </c:pt>
                <c:pt idx="5300">
                  <c:v>252.94310081745201</c:v>
                </c:pt>
                <c:pt idx="5301">
                  <c:v>246.08536049680799</c:v>
                </c:pt>
                <c:pt idx="5302">
                  <c:v>258.29014703808298</c:v>
                </c:pt>
                <c:pt idx="5303">
                  <c:v>260.50109233770399</c:v>
                </c:pt>
                <c:pt idx="5304">
                  <c:v>260.17743516266898</c:v>
                </c:pt>
                <c:pt idx="5305">
                  <c:v>262.38718679372198</c:v>
                </c:pt>
                <c:pt idx="5306">
                  <c:v>262.72034056604599</c:v>
                </c:pt>
                <c:pt idx="5307">
                  <c:v>256.21660357085</c:v>
                </c:pt>
                <c:pt idx="5308">
                  <c:v>265.01396394756199</c:v>
                </c:pt>
                <c:pt idx="5309">
                  <c:v>266.871468887395</c:v>
                </c:pt>
                <c:pt idx="5310">
                  <c:v>269.45896615726502</c:v>
                </c:pt>
                <c:pt idx="5311">
                  <c:v>270.56349817960302</c:v>
                </c:pt>
                <c:pt idx="5312">
                  <c:v>271.78569268618702</c:v>
                </c:pt>
                <c:pt idx="5313">
                  <c:v>271.74558316558898</c:v>
                </c:pt>
                <c:pt idx="5314">
                  <c:v>270.31754889451503</c:v>
                </c:pt>
                <c:pt idx="5315">
                  <c:v>273.215675811903</c:v>
                </c:pt>
                <c:pt idx="5316">
                  <c:v>273.82218192847802</c:v>
                </c:pt>
                <c:pt idx="5317">
                  <c:v>275.90084556424802</c:v>
                </c:pt>
                <c:pt idx="5318">
                  <c:v>279.53859247551901</c:v>
                </c:pt>
                <c:pt idx="5319">
                  <c:v>275.58131943749402</c:v>
                </c:pt>
                <c:pt idx="5320">
                  <c:v>276.18765395643999</c:v>
                </c:pt>
                <c:pt idx="5321">
                  <c:v>276.56819829604399</c:v>
                </c:pt>
                <c:pt idx="5322">
                  <c:v>278.91569076547398</c:v>
                </c:pt>
                <c:pt idx="5323">
                  <c:v>276.72657380407401</c:v>
                </c:pt>
                <c:pt idx="5324">
                  <c:v>276.32454710897002</c:v>
                </c:pt>
                <c:pt idx="5325">
                  <c:v>280.62079613695101</c:v>
                </c:pt>
                <c:pt idx="5326">
                  <c:v>283.03334516459699</c:v>
                </c:pt>
                <c:pt idx="5327">
                  <c:v>283.28799036626998</c:v>
                </c:pt>
                <c:pt idx="5328">
                  <c:v>285.20691934472399</c:v>
                </c:pt>
                <c:pt idx="5329">
                  <c:v>286.55035909815001</c:v>
                </c:pt>
                <c:pt idx="5330">
                  <c:v>285.91322823913703</c:v>
                </c:pt>
                <c:pt idx="5331">
                  <c:v>283.237851705916</c:v>
                </c:pt>
                <c:pt idx="5332">
                  <c:v>283.42897057752901</c:v>
                </c:pt>
                <c:pt idx="5333">
                  <c:v>283.63029875451099</c:v>
                </c:pt>
                <c:pt idx="5334">
                  <c:v>287.28632217281199</c:v>
                </c:pt>
                <c:pt idx="5335">
                  <c:v>288.15507105385399</c:v>
                </c:pt>
                <c:pt idx="5336">
                  <c:v>287.39059920607701</c:v>
                </c:pt>
                <c:pt idx="5337">
                  <c:v>290.516757433848</c:v>
                </c:pt>
                <c:pt idx="5338">
                  <c:v>290.95228164273198</c:v>
                </c:pt>
                <c:pt idx="5339">
                  <c:v>291.46914133386701</c:v>
                </c:pt>
                <c:pt idx="5340">
                  <c:v>290.44129421648603</c:v>
                </c:pt>
                <c:pt idx="5341">
                  <c:v>292.30385411619301</c:v>
                </c:pt>
                <c:pt idx="5342">
                  <c:v>292.66344455860701</c:v>
                </c:pt>
                <c:pt idx="5343">
                  <c:v>292.43234033650401</c:v>
                </c:pt>
                <c:pt idx="5344">
                  <c:v>292.27340131961898</c:v>
                </c:pt>
                <c:pt idx="5345">
                  <c:v>291.44770342487698</c:v>
                </c:pt>
                <c:pt idx="5346">
                  <c:v>293.45764646777002</c:v>
                </c:pt>
                <c:pt idx="5347">
                  <c:v>292.31849505116702</c:v>
                </c:pt>
                <c:pt idx="5348">
                  <c:v>291.98775174302398</c:v>
                </c:pt>
                <c:pt idx="5349">
                  <c:v>290.08244109368201</c:v>
                </c:pt>
                <c:pt idx="5350">
                  <c:v>287.72511831018801</c:v>
                </c:pt>
                <c:pt idx="5351">
                  <c:v>287.11196035337298</c:v>
                </c:pt>
                <c:pt idx="5352">
                  <c:v>291.32248342705799</c:v>
                </c:pt>
                <c:pt idx="5353">
                  <c:v>292.18361739327599</c:v>
                </c:pt>
                <c:pt idx="5354">
                  <c:v>294.21368141769602</c:v>
                </c:pt>
                <c:pt idx="5355">
                  <c:v>293.95884317191502</c:v>
                </c:pt>
                <c:pt idx="5356">
                  <c:v>295.423555499212</c:v>
                </c:pt>
                <c:pt idx="5357">
                  <c:v>296.51879622319001</c:v>
                </c:pt>
                <c:pt idx="5358">
                  <c:v>296.47973473083101</c:v>
                </c:pt>
                <c:pt idx="5359">
                  <c:v>295.60663744315201</c:v>
                </c:pt>
                <c:pt idx="5360">
                  <c:v>298.81480737911102</c:v>
                </c:pt>
                <c:pt idx="5361">
                  <c:v>293.145535593349</c:v>
                </c:pt>
                <c:pt idx="5362">
                  <c:v>292.89948138015598</c:v>
                </c:pt>
                <c:pt idx="5363">
                  <c:v>295.00291872196198</c:v>
                </c:pt>
                <c:pt idx="5364">
                  <c:v>293.63336368271803</c:v>
                </c:pt>
                <c:pt idx="5365">
                  <c:v>294.68675894014598</c:v>
                </c:pt>
                <c:pt idx="5366">
                  <c:v>296.67153229800601</c:v>
                </c:pt>
                <c:pt idx="5367">
                  <c:v>300.10402860726299</c:v>
                </c:pt>
                <c:pt idx="5368">
                  <c:v>300.10848269101098</c:v>
                </c:pt>
                <c:pt idx="5369">
                  <c:v>300.75352189810002</c:v>
                </c:pt>
                <c:pt idx="5370">
                  <c:v>301.38065527708699</c:v>
                </c:pt>
                <c:pt idx="5371">
                  <c:v>302.77835431829999</c:v>
                </c:pt>
                <c:pt idx="5372">
                  <c:v>303.09510082225898</c:v>
                </c:pt>
                <c:pt idx="5373">
                  <c:v>301.256084486296</c:v>
                </c:pt>
                <c:pt idx="5374">
                  <c:v>302.30379076416102</c:v>
                </c:pt>
                <c:pt idx="5375">
                  <c:v>302.31520342956497</c:v>
                </c:pt>
                <c:pt idx="5376">
                  <c:v>304.31383536495701</c:v>
                </c:pt>
                <c:pt idx="5377">
                  <c:v>304.122176455844</c:v>
                </c:pt>
                <c:pt idx="5378">
                  <c:v>304.276486105304</c:v>
                </c:pt>
                <c:pt idx="5379">
                  <c:v>303.58521414956402</c:v>
                </c:pt>
                <c:pt idx="5380">
                  <c:v>304.06453006078198</c:v>
                </c:pt>
                <c:pt idx="5381">
                  <c:v>304.37227103086201</c:v>
                </c:pt>
                <c:pt idx="5382">
                  <c:v>307.06257258386199</c:v>
                </c:pt>
                <c:pt idx="5383">
                  <c:v>306.39024126900802</c:v>
                </c:pt>
                <c:pt idx="5384">
                  <c:v>306.277273959247</c:v>
                </c:pt>
                <c:pt idx="5385">
                  <c:v>307.712127826433</c:v>
                </c:pt>
                <c:pt idx="5386">
                  <c:v>308.04133553142998</c:v>
                </c:pt>
                <c:pt idx="5387">
                  <c:v>308.33482173391297</c:v>
                </c:pt>
                <c:pt idx="5388">
                  <c:v>306.02176451564799</c:v>
                </c:pt>
                <c:pt idx="5389">
                  <c:v>305.37119320481702</c:v>
                </c:pt>
                <c:pt idx="5390">
                  <c:v>308.314610644992</c:v>
                </c:pt>
                <c:pt idx="5391">
                  <c:v>306.93676461018498</c:v>
                </c:pt>
                <c:pt idx="5392">
                  <c:v>301.86835961861402</c:v>
                </c:pt>
                <c:pt idx="5393">
                  <c:v>301.38367612897099</c:v>
                </c:pt>
                <c:pt idx="5394">
                  <c:v>300.47279628684402</c:v>
                </c:pt>
                <c:pt idx="5395">
                  <c:v>301.59101008244397</c:v>
                </c:pt>
                <c:pt idx="5396">
                  <c:v>294.31289513297799</c:v>
                </c:pt>
                <c:pt idx="5397">
                  <c:v>296.672262942982</c:v>
                </c:pt>
                <c:pt idx="5398">
                  <c:v>298.40533117357199</c:v>
                </c:pt>
                <c:pt idx="5399">
                  <c:v>301.05892065061897</c:v>
                </c:pt>
                <c:pt idx="5400">
                  <c:v>299.30210872008399</c:v>
                </c:pt>
                <c:pt idx="5401">
                  <c:v>297.28209465994303</c:v>
                </c:pt>
                <c:pt idx="5402">
                  <c:v>299.80734868829899</c:v>
                </c:pt>
                <c:pt idx="5403">
                  <c:v>298.96107923741499</c:v>
                </c:pt>
                <c:pt idx="5404">
                  <c:v>295.39888590411999</c:v>
                </c:pt>
                <c:pt idx="5405">
                  <c:v>295.799108906855</c:v>
                </c:pt>
                <c:pt idx="5406">
                  <c:v>293.320621562969</c:v>
                </c:pt>
                <c:pt idx="5407">
                  <c:v>291.293523386765</c:v>
                </c:pt>
                <c:pt idx="5408">
                  <c:v>291.90547735166302</c:v>
                </c:pt>
                <c:pt idx="5409">
                  <c:v>288.05347353278</c:v>
                </c:pt>
                <c:pt idx="5410">
                  <c:v>287.25627414470398</c:v>
                </c:pt>
                <c:pt idx="5411">
                  <c:v>293.41349548007798</c:v>
                </c:pt>
                <c:pt idx="5412">
                  <c:v>295.80810127194798</c:v>
                </c:pt>
                <c:pt idx="5413">
                  <c:v>297.62302461601899</c:v>
                </c:pt>
                <c:pt idx="5414">
                  <c:v>300.74754046956701</c:v>
                </c:pt>
                <c:pt idx="5415">
                  <c:v>302.14927009989299</c:v>
                </c:pt>
                <c:pt idx="5416">
                  <c:v>302.04334794205198</c:v>
                </c:pt>
                <c:pt idx="5417">
                  <c:v>301.427303650005</c:v>
                </c:pt>
                <c:pt idx="5418">
                  <c:v>302.66281499935502</c:v>
                </c:pt>
                <c:pt idx="5419">
                  <c:v>302.175341216258</c:v>
                </c:pt>
                <c:pt idx="5420">
                  <c:v>302.45656037688002</c:v>
                </c:pt>
                <c:pt idx="5421">
                  <c:v>305.39572552366297</c:v>
                </c:pt>
                <c:pt idx="5422">
                  <c:v>306.306867808665</c:v>
                </c:pt>
                <c:pt idx="5423">
                  <c:v>309.20890442580401</c:v>
                </c:pt>
                <c:pt idx="5424">
                  <c:v>308.81882072541703</c:v>
                </c:pt>
                <c:pt idx="5425">
                  <c:v>308.28436216808399</c:v>
                </c:pt>
                <c:pt idx="5426">
                  <c:v>305.35724727175898</c:v>
                </c:pt>
                <c:pt idx="5427">
                  <c:v>304.97998515766199</c:v>
                </c:pt>
                <c:pt idx="5428">
                  <c:v>306.14624258194902</c:v>
                </c:pt>
                <c:pt idx="5429">
                  <c:v>307.90879604960497</c:v>
                </c:pt>
                <c:pt idx="5430">
                  <c:v>310.27138815871399</c:v>
                </c:pt>
                <c:pt idx="5431">
                  <c:v>311.17981238918702</c:v>
                </c:pt>
                <c:pt idx="5432">
                  <c:v>313.56736362122598</c:v>
                </c:pt>
                <c:pt idx="5433">
                  <c:v>313.000793660098</c:v>
                </c:pt>
                <c:pt idx="5434">
                  <c:v>311.48686427081498</c:v>
                </c:pt>
                <c:pt idx="5435">
                  <c:v>311.87207513805498</c:v>
                </c:pt>
                <c:pt idx="5436">
                  <c:v>313.27925036827003</c:v>
                </c:pt>
                <c:pt idx="5437">
                  <c:v>313.99486574179298</c:v>
                </c:pt>
                <c:pt idx="5438">
                  <c:v>315.446163813775</c:v>
                </c:pt>
                <c:pt idx="5439">
                  <c:v>315.501139335674</c:v>
                </c:pt>
                <c:pt idx="5440">
                  <c:v>314.42778981913602</c:v>
                </c:pt>
                <c:pt idx="5441">
                  <c:v>312.37423812956598</c:v>
                </c:pt>
                <c:pt idx="5442">
                  <c:v>313.49303585195298</c:v>
                </c:pt>
                <c:pt idx="5443">
                  <c:v>311.55631745732398</c:v>
                </c:pt>
                <c:pt idx="5444">
                  <c:v>312.43784334479898</c:v>
                </c:pt>
                <c:pt idx="5445">
                  <c:v>314.57750547474501</c:v>
                </c:pt>
                <c:pt idx="5446">
                  <c:v>316.05155541251798</c:v>
                </c:pt>
                <c:pt idx="5447">
                  <c:v>314.38886865290999</c:v>
                </c:pt>
                <c:pt idx="5448">
                  <c:v>316.711235934564</c:v>
                </c:pt>
                <c:pt idx="5449">
                  <c:v>316.19930112419598</c:v>
                </c:pt>
                <c:pt idx="5450">
                  <c:v>315.38432726208498</c:v>
                </c:pt>
                <c:pt idx="5451">
                  <c:v>311.95089538039201</c:v>
                </c:pt>
                <c:pt idx="5452">
                  <c:v>309.14382704901902</c:v>
                </c:pt>
                <c:pt idx="5453">
                  <c:v>306.891899456462</c:v>
                </c:pt>
                <c:pt idx="5454">
                  <c:v>297.754103861933</c:v>
                </c:pt>
                <c:pt idx="5455">
                  <c:v>301.630110341136</c:v>
                </c:pt>
                <c:pt idx="5456">
                  <c:v>301.86146295218902</c:v>
                </c:pt>
                <c:pt idx="5457">
                  <c:v>307.52507078286601</c:v>
                </c:pt>
                <c:pt idx="5458">
                  <c:v>305.48938685964902</c:v>
                </c:pt>
                <c:pt idx="5459">
                  <c:v>301.83687245883402</c:v>
                </c:pt>
                <c:pt idx="5460">
                  <c:v>306.29315165895099</c:v>
                </c:pt>
                <c:pt idx="5461">
                  <c:v>297.32031429987302</c:v>
                </c:pt>
                <c:pt idx="5462">
                  <c:v>298.052654777074</c:v>
                </c:pt>
                <c:pt idx="5463">
                  <c:v>302.35272989636701</c:v>
                </c:pt>
                <c:pt idx="5464">
                  <c:v>306.01300250477101</c:v>
                </c:pt>
                <c:pt idx="5465">
                  <c:v>303.59119402956799</c:v>
                </c:pt>
                <c:pt idx="5466">
                  <c:v>306.09486262194702</c:v>
                </c:pt>
                <c:pt idx="5467">
                  <c:v>305.94016722765298</c:v>
                </c:pt>
                <c:pt idx="5468">
                  <c:v>298.00198697486297</c:v>
                </c:pt>
                <c:pt idx="5469">
                  <c:v>301.275265317459</c:v>
                </c:pt>
                <c:pt idx="5470">
                  <c:v>300.30941085555003</c:v>
                </c:pt>
                <c:pt idx="5471">
                  <c:v>302.27536005906802</c:v>
                </c:pt>
                <c:pt idx="5472">
                  <c:v>306.11022596841798</c:v>
                </c:pt>
                <c:pt idx="5473">
                  <c:v>306.30710996534202</c:v>
                </c:pt>
                <c:pt idx="5474">
                  <c:v>304.19417065809603</c:v>
                </c:pt>
                <c:pt idx="5475">
                  <c:v>307.49204782211001</c:v>
                </c:pt>
                <c:pt idx="5476">
                  <c:v>311.492301187956</c:v>
                </c:pt>
                <c:pt idx="5477">
                  <c:v>311.775990225783</c:v>
                </c:pt>
                <c:pt idx="5478">
                  <c:v>311.74730961229</c:v>
                </c:pt>
                <c:pt idx="5479">
                  <c:v>311.84692760077399</c:v>
                </c:pt>
                <c:pt idx="5480">
                  <c:v>314.10156532722903</c:v>
                </c:pt>
                <c:pt idx="5481">
                  <c:v>315.00647636793099</c:v>
                </c:pt>
                <c:pt idx="5482">
                  <c:v>314.77782851452201</c:v>
                </c:pt>
                <c:pt idx="5483">
                  <c:v>313.791039483068</c:v>
                </c:pt>
                <c:pt idx="5484">
                  <c:v>314.60084380918198</c:v>
                </c:pt>
                <c:pt idx="5485">
                  <c:v>314.70902088134699</c:v>
                </c:pt>
                <c:pt idx="5486">
                  <c:v>314.715384323916</c:v>
                </c:pt>
                <c:pt idx="5487">
                  <c:v>313.174826617875</c:v>
                </c:pt>
                <c:pt idx="5488">
                  <c:v>313.14413161718397</c:v>
                </c:pt>
                <c:pt idx="5489">
                  <c:v>310.50826919741797</c:v>
                </c:pt>
                <c:pt idx="5490">
                  <c:v>312.42080103994499</c:v>
                </c:pt>
                <c:pt idx="5491">
                  <c:v>311.66186272525999</c:v>
                </c:pt>
                <c:pt idx="5492">
                  <c:v>310.00555958760299</c:v>
                </c:pt>
                <c:pt idx="5493">
                  <c:v>311.56973746538898</c:v>
                </c:pt>
                <c:pt idx="5494">
                  <c:v>307.75053260181102</c:v>
                </c:pt>
                <c:pt idx="5495">
                  <c:v>302.24058029756998</c:v>
                </c:pt>
                <c:pt idx="5496">
                  <c:v>304.65083112205701</c:v>
                </c:pt>
                <c:pt idx="5497">
                  <c:v>308.98132347083902</c:v>
                </c:pt>
                <c:pt idx="5498">
                  <c:v>307.597801248032</c:v>
                </c:pt>
                <c:pt idx="5499">
                  <c:v>302.810925348762</c:v>
                </c:pt>
                <c:pt idx="5500">
                  <c:v>305.56835853893199</c:v>
                </c:pt>
                <c:pt idx="5501">
                  <c:v>307.52903022972401</c:v>
                </c:pt>
                <c:pt idx="5502">
                  <c:v>310.89277212534398</c:v>
                </c:pt>
                <c:pt idx="5503">
                  <c:v>310.46163445471598</c:v>
                </c:pt>
                <c:pt idx="5504">
                  <c:v>313.55276669710997</c:v>
                </c:pt>
                <c:pt idx="5505">
                  <c:v>312.92587199535501</c:v>
                </c:pt>
                <c:pt idx="5506">
                  <c:v>313.79033768118802</c:v>
                </c:pt>
                <c:pt idx="5507">
                  <c:v>312.56054883947797</c:v>
                </c:pt>
                <c:pt idx="5508">
                  <c:v>314.70842393729703</c:v>
                </c:pt>
                <c:pt idx="5509">
                  <c:v>313.58519610729797</c:v>
                </c:pt>
                <c:pt idx="5510">
                  <c:v>314.47815893895302</c:v>
                </c:pt>
                <c:pt idx="5511">
                  <c:v>315.08114952879998</c:v>
                </c:pt>
                <c:pt idx="5512">
                  <c:v>316.36483605716103</c:v>
                </c:pt>
                <c:pt idx="5513">
                  <c:v>318.13061775409699</c:v>
                </c:pt>
                <c:pt idx="5514">
                  <c:v>317.86605061517997</c:v>
                </c:pt>
                <c:pt idx="5515">
                  <c:v>318.89953949880697</c:v>
                </c:pt>
                <c:pt idx="5516">
                  <c:v>317.93640729118198</c:v>
                </c:pt>
                <c:pt idx="5517">
                  <c:v>321.00845039057799</c:v>
                </c:pt>
                <c:pt idx="5518">
                  <c:v>322.19695725843002</c:v>
                </c:pt>
                <c:pt idx="5519">
                  <c:v>321.81451930682601</c:v>
                </c:pt>
                <c:pt idx="5520">
                  <c:v>322.04054247335199</c:v>
                </c:pt>
                <c:pt idx="5521">
                  <c:v>322.92043761090599</c:v>
                </c:pt>
                <c:pt idx="5522">
                  <c:v>323.747624373826</c:v>
                </c:pt>
                <c:pt idx="5523">
                  <c:v>323.11126415841898</c:v>
                </c:pt>
                <c:pt idx="5524">
                  <c:v>323.61723006320801</c:v>
                </c:pt>
                <c:pt idx="5525">
                  <c:v>323.84711536115901</c:v>
                </c:pt>
                <c:pt idx="5526">
                  <c:v>324.11902102705</c:v>
                </c:pt>
                <c:pt idx="5527">
                  <c:v>326.61297919546701</c:v>
                </c:pt>
                <c:pt idx="5528">
                  <c:v>326.77705742894801</c:v>
                </c:pt>
                <c:pt idx="5529">
                  <c:v>326.58376431519503</c:v>
                </c:pt>
                <c:pt idx="5530">
                  <c:v>325.35672495069701</c:v>
                </c:pt>
                <c:pt idx="5531">
                  <c:v>324.84162784364298</c:v>
                </c:pt>
                <c:pt idx="5532">
                  <c:v>325.54828855089301</c:v>
                </c:pt>
                <c:pt idx="5533">
                  <c:v>327.99275936049003</c:v>
                </c:pt>
                <c:pt idx="5534">
                  <c:v>328.71256688433499</c:v>
                </c:pt>
                <c:pt idx="5535">
                  <c:v>330.08457935378999</c:v>
                </c:pt>
                <c:pt idx="5536">
                  <c:v>328.76079419118003</c:v>
                </c:pt>
                <c:pt idx="5537">
                  <c:v>325.923553567608</c:v>
                </c:pt>
                <c:pt idx="5538">
                  <c:v>323.75977734072302</c:v>
                </c:pt>
                <c:pt idx="5539">
                  <c:v>325.80660931162203</c:v>
                </c:pt>
                <c:pt idx="5540">
                  <c:v>326.29564457889097</c:v>
                </c:pt>
                <c:pt idx="5541">
                  <c:v>329.27685013230303</c:v>
                </c:pt>
                <c:pt idx="5542">
                  <c:v>328.23543893470901</c:v>
                </c:pt>
                <c:pt idx="5543">
                  <c:v>327.87508964990701</c:v>
                </c:pt>
                <c:pt idx="5544">
                  <c:v>328.82841500557299</c:v>
                </c:pt>
                <c:pt idx="5545">
                  <c:v>331.64843738062001</c:v>
                </c:pt>
                <c:pt idx="5546">
                  <c:v>331.67255946805102</c:v>
                </c:pt>
                <c:pt idx="5547">
                  <c:v>334.04322995233002</c:v>
                </c:pt>
                <c:pt idx="5548">
                  <c:v>334.155178976711</c:v>
                </c:pt>
                <c:pt idx="5549">
                  <c:v>334.01109942692</c:v>
                </c:pt>
                <c:pt idx="5550">
                  <c:v>335.50014421367803</c:v>
                </c:pt>
                <c:pt idx="5551">
                  <c:v>337.15978470896198</c:v>
                </c:pt>
                <c:pt idx="5552">
                  <c:v>337.45131734405902</c:v>
                </c:pt>
                <c:pt idx="5553">
                  <c:v>337.38493826558198</c:v>
                </c:pt>
                <c:pt idx="5554">
                  <c:v>339.11525410782002</c:v>
                </c:pt>
                <c:pt idx="5555">
                  <c:v>339.12710471243503</c:v>
                </c:pt>
                <c:pt idx="5556">
                  <c:v>337.16682104185401</c:v>
                </c:pt>
                <c:pt idx="5557">
                  <c:v>338.16013712480901</c:v>
                </c:pt>
                <c:pt idx="5558">
                  <c:v>340.993069563701</c:v>
                </c:pt>
                <c:pt idx="5559">
                  <c:v>338.58578221039102</c:v>
                </c:pt>
                <c:pt idx="5560">
                  <c:v>339.78255774321002</c:v>
                </c:pt>
                <c:pt idx="5561">
                  <c:v>338.83006614705499</c:v>
                </c:pt>
                <c:pt idx="5562">
                  <c:v>340.49046928617997</c:v>
                </c:pt>
                <c:pt idx="5563">
                  <c:v>342.75739935462798</c:v>
                </c:pt>
                <c:pt idx="5564">
                  <c:v>341.77843158236999</c:v>
                </c:pt>
                <c:pt idx="5565">
                  <c:v>344.16302489196602</c:v>
                </c:pt>
                <c:pt idx="5566">
                  <c:v>343.64166300960602</c:v>
                </c:pt>
                <c:pt idx="5567">
                  <c:v>344.28434032789602</c:v>
                </c:pt>
                <c:pt idx="5568">
                  <c:v>347.164108390725</c:v>
                </c:pt>
                <c:pt idx="5569">
                  <c:v>348.50561630752998</c:v>
                </c:pt>
                <c:pt idx="5570">
                  <c:v>347.58120662121098</c:v>
                </c:pt>
                <c:pt idx="5571">
                  <c:v>347.68126996772003</c:v>
                </c:pt>
                <c:pt idx="5572">
                  <c:v>348.07858373671201</c:v>
                </c:pt>
                <c:pt idx="5573">
                  <c:v>344.93128002026401</c:v>
                </c:pt>
                <c:pt idx="5574">
                  <c:v>339.50473140372202</c:v>
                </c:pt>
                <c:pt idx="5575">
                  <c:v>342.91850950619698</c:v>
                </c:pt>
                <c:pt idx="5576">
                  <c:v>342.6211641941</c:v>
                </c:pt>
                <c:pt idx="5577">
                  <c:v>343.694687407272</c:v>
                </c:pt>
                <c:pt idx="5578">
                  <c:v>337.60899272180097</c:v>
                </c:pt>
                <c:pt idx="5579">
                  <c:v>340.05913725779402</c:v>
                </c:pt>
                <c:pt idx="5580">
                  <c:v>345.15262887686799</c:v>
                </c:pt>
                <c:pt idx="5581">
                  <c:v>349.03645457314201</c:v>
                </c:pt>
                <c:pt idx="5582">
                  <c:v>350.19686648230498</c:v>
                </c:pt>
                <c:pt idx="5583">
                  <c:v>348.30509397882702</c:v>
                </c:pt>
                <c:pt idx="5584">
                  <c:v>350.85764611059</c:v>
                </c:pt>
                <c:pt idx="5585">
                  <c:v>351.44936785999403</c:v>
                </c:pt>
                <c:pt idx="5586">
                  <c:v>353.721183815247</c:v>
                </c:pt>
                <c:pt idx="5587">
                  <c:v>353.143957600622</c:v>
                </c:pt>
                <c:pt idx="5588">
                  <c:v>353.79499429894599</c:v>
                </c:pt>
                <c:pt idx="5589">
                  <c:v>352.76182556743203</c:v>
                </c:pt>
                <c:pt idx="5590">
                  <c:v>354.42251605110101</c:v>
                </c:pt>
                <c:pt idx="5591">
                  <c:v>353.07007599656401</c:v>
                </c:pt>
                <c:pt idx="5592">
                  <c:v>349.355978425525</c:v>
                </c:pt>
                <c:pt idx="5593">
                  <c:v>337.64772893418001</c:v>
                </c:pt>
                <c:pt idx="5594">
                  <c:v>327.42375770431897</c:v>
                </c:pt>
                <c:pt idx="5595">
                  <c:v>326.18692163551702</c:v>
                </c:pt>
                <c:pt idx="5596">
                  <c:v>311.78122583824501</c:v>
                </c:pt>
                <c:pt idx="5597">
                  <c:v>309.21328075870099</c:v>
                </c:pt>
                <c:pt idx="5598">
                  <c:v>323.449114554613</c:v>
                </c:pt>
                <c:pt idx="5599">
                  <c:v>314.35683190630198</c:v>
                </c:pt>
                <c:pt idx="5600">
                  <c:v>327.62370512181798</c:v>
                </c:pt>
                <c:pt idx="5601">
                  <c:v>316.51039468133001</c:v>
                </c:pt>
                <c:pt idx="5602">
                  <c:v>311.11282260013098</c:v>
                </c:pt>
                <c:pt idx="5603">
                  <c:v>287.477451883029</c:v>
                </c:pt>
                <c:pt idx="5604">
                  <c:v>301.67736021126598</c:v>
                </c:pt>
                <c:pt idx="5605">
                  <c:v>286.93569065281099</c:v>
                </c:pt>
                <c:pt idx="5606">
                  <c:v>259.64423929167702</c:v>
                </c:pt>
                <c:pt idx="5607">
                  <c:v>283.75776568658398</c:v>
                </c:pt>
                <c:pt idx="5608">
                  <c:v>249.75234801787801</c:v>
                </c:pt>
                <c:pt idx="5609">
                  <c:v>264.726208788831</c:v>
                </c:pt>
                <c:pt idx="5610">
                  <c:v>251.00431448345799</c:v>
                </c:pt>
                <c:pt idx="5611">
                  <c:v>252.186162109295</c:v>
                </c:pt>
                <c:pt idx="5612">
                  <c:v>241.25144446334701</c:v>
                </c:pt>
                <c:pt idx="5613">
                  <c:v>234.184153036754</c:v>
                </c:pt>
                <c:pt idx="5614">
                  <c:v>256.15766878418998</c:v>
                </c:pt>
                <c:pt idx="5615">
                  <c:v>259.11223933964197</c:v>
                </c:pt>
                <c:pt idx="5616">
                  <c:v>275.28439985066001</c:v>
                </c:pt>
                <c:pt idx="5617">
                  <c:v>266.01105827726201</c:v>
                </c:pt>
                <c:pt idx="5618">
                  <c:v>274.92628862069603</c:v>
                </c:pt>
                <c:pt idx="5619">
                  <c:v>270.52446723197698</c:v>
                </c:pt>
                <c:pt idx="5620">
                  <c:v>258.58325411243499</c:v>
                </c:pt>
                <c:pt idx="5621">
                  <c:v>264.48636907115599</c:v>
                </c:pt>
                <c:pt idx="5622">
                  <c:v>260.48235801380503</c:v>
                </c:pt>
                <c:pt idx="5623">
                  <c:v>278.80298975755102</c:v>
                </c:pt>
                <c:pt idx="5624">
                  <c:v>278.355728707276</c:v>
                </c:pt>
                <c:pt idx="5625">
                  <c:v>287.83522040745697</c:v>
                </c:pt>
                <c:pt idx="5626">
                  <c:v>292.00516361540502</c:v>
                </c:pt>
                <c:pt idx="5627">
                  <c:v>289.05455410000701</c:v>
                </c:pt>
                <c:pt idx="5628">
                  <c:v>297.89209685408298</c:v>
                </c:pt>
                <c:pt idx="5629">
                  <c:v>291.32950565874103</c:v>
                </c:pt>
                <c:pt idx="5630">
                  <c:v>293.02410712055001</c:v>
                </c:pt>
                <c:pt idx="5631">
                  <c:v>300.87550266330197</c:v>
                </c:pt>
                <c:pt idx="5632">
                  <c:v>295.49470089530502</c:v>
                </c:pt>
                <c:pt idx="5633">
                  <c:v>286.43115416619202</c:v>
                </c:pt>
                <c:pt idx="5634">
                  <c:v>292.99924123265401</c:v>
                </c:pt>
                <c:pt idx="5635">
                  <c:v>292.84033983882802</c:v>
                </c:pt>
                <c:pt idx="5636">
                  <c:v>296.91644450989997</c:v>
                </c:pt>
                <c:pt idx="5637">
                  <c:v>301.285316678659</c:v>
                </c:pt>
                <c:pt idx="5638">
                  <c:v>299.70606870541098</c:v>
                </c:pt>
                <c:pt idx="5639">
                  <c:v>307.67274318898001</c:v>
                </c:pt>
                <c:pt idx="5640">
                  <c:v>304.83886588451901</c:v>
                </c:pt>
                <c:pt idx="5641">
                  <c:v>296.28480735077699</c:v>
                </c:pt>
                <c:pt idx="5642">
                  <c:v>297.54438606884401</c:v>
                </c:pt>
                <c:pt idx="5643">
                  <c:v>300.23397426398901</c:v>
                </c:pt>
                <c:pt idx="5644">
                  <c:v>298.13906892875099</c:v>
                </c:pt>
                <c:pt idx="5645">
                  <c:v>301.569127962989</c:v>
                </c:pt>
                <c:pt idx="5646">
                  <c:v>306.65738572709603</c:v>
                </c:pt>
                <c:pt idx="5647">
                  <c:v>306.71162167429799</c:v>
                </c:pt>
                <c:pt idx="5648">
                  <c:v>300.41002917977102</c:v>
                </c:pt>
                <c:pt idx="5649">
                  <c:v>295.16389436639599</c:v>
                </c:pt>
                <c:pt idx="5650">
                  <c:v>298.56648373341397</c:v>
                </c:pt>
                <c:pt idx="5651">
                  <c:v>299.738067750494</c:v>
                </c:pt>
                <c:pt idx="5652">
                  <c:v>309.18027484666402</c:v>
                </c:pt>
                <c:pt idx="5653">
                  <c:v>305.938840824252</c:v>
                </c:pt>
                <c:pt idx="5654">
                  <c:v>311.03330310176602</c:v>
                </c:pt>
                <c:pt idx="5655">
                  <c:v>308.614775761055</c:v>
                </c:pt>
                <c:pt idx="5656">
                  <c:v>309.34191841303902</c:v>
                </c:pt>
                <c:pt idx="5657">
                  <c:v>313.14266845789803</c:v>
                </c:pt>
                <c:pt idx="5658">
                  <c:v>317.78659996691698</c:v>
                </c:pt>
                <c:pt idx="5659">
                  <c:v>317.11671469740298</c:v>
                </c:pt>
                <c:pt idx="5660">
                  <c:v>318.64194629157998</c:v>
                </c:pt>
                <c:pt idx="5661">
                  <c:v>319.83806478458899</c:v>
                </c:pt>
                <c:pt idx="5662">
                  <c:v>322.46411636404599</c:v>
                </c:pt>
                <c:pt idx="5663">
                  <c:v>326.86520819446997</c:v>
                </c:pt>
                <c:pt idx="5664">
                  <c:v>325.76370480063298</c:v>
                </c:pt>
                <c:pt idx="5665">
                  <c:v>334.302675521509</c:v>
                </c:pt>
                <c:pt idx="5666">
                  <c:v>338.32800358918598</c:v>
                </c:pt>
                <c:pt idx="5667">
                  <c:v>335.68956001947498</c:v>
                </c:pt>
                <c:pt idx="5668">
                  <c:v>333.90580214475199</c:v>
                </c:pt>
                <c:pt idx="5669">
                  <c:v>314.22392214604099</c:v>
                </c:pt>
                <c:pt idx="5670">
                  <c:v>318.32869204874203</c:v>
                </c:pt>
                <c:pt idx="5671">
                  <c:v>320.97433977621603</c:v>
                </c:pt>
                <c:pt idx="5672">
                  <c:v>327.06090920061399</c:v>
                </c:pt>
                <c:pt idx="5673">
                  <c:v>325.88330140403701</c:v>
                </c:pt>
                <c:pt idx="5674">
                  <c:v>326.07753487190598</c:v>
                </c:pt>
                <c:pt idx="5675">
                  <c:v>324.23513611502801</c:v>
                </c:pt>
                <c:pt idx="5676">
                  <c:v>326.34088680261902</c:v>
                </c:pt>
                <c:pt idx="5677">
                  <c:v>327.74603606078699</c:v>
                </c:pt>
                <c:pt idx="5678">
                  <c:v>319.27305289462402</c:v>
                </c:pt>
                <c:pt idx="5679">
                  <c:v>322.77137158228999</c:v>
                </c:pt>
                <c:pt idx="5680">
                  <c:v>314.95210363814698</c:v>
                </c:pt>
                <c:pt idx="5681">
                  <c:v>319.57702454090298</c:v>
                </c:pt>
                <c:pt idx="5682">
                  <c:v>324.50126948498399</c:v>
                </c:pt>
                <c:pt idx="5683">
                  <c:v>326.13129798744802</c:v>
                </c:pt>
                <c:pt idx="5684">
                  <c:v>327.61279941274302</c:v>
                </c:pt>
                <c:pt idx="5685">
                  <c:v>332.81544416372702</c:v>
                </c:pt>
                <c:pt idx="5686">
                  <c:v>329.21477916407798</c:v>
                </c:pt>
                <c:pt idx="5687">
                  <c:v>331.79224995756499</c:v>
                </c:pt>
                <c:pt idx="5688">
                  <c:v>329.91926237797702</c:v>
                </c:pt>
                <c:pt idx="5689">
                  <c:v>333.37265176394902</c:v>
                </c:pt>
                <c:pt idx="5690">
                  <c:v>330.2515812451</c:v>
                </c:pt>
                <c:pt idx="5691">
                  <c:v>334.67891637628401</c:v>
                </c:pt>
                <c:pt idx="5692">
                  <c:v>337.71816230807298</c:v>
                </c:pt>
                <c:pt idx="5693">
                  <c:v>336.56835125570598</c:v>
                </c:pt>
                <c:pt idx="5694">
                  <c:v>337.52676388155697</c:v>
                </c:pt>
                <c:pt idx="5695">
                  <c:v>340.36446723366601</c:v>
                </c:pt>
                <c:pt idx="5696">
                  <c:v>340.93552550718198</c:v>
                </c:pt>
                <c:pt idx="5697">
                  <c:v>342.89470627057898</c:v>
                </c:pt>
                <c:pt idx="5698">
                  <c:v>338.67105382685702</c:v>
                </c:pt>
                <c:pt idx="5699">
                  <c:v>336.57418889505999</c:v>
                </c:pt>
                <c:pt idx="5700">
                  <c:v>339.06283257862299</c:v>
                </c:pt>
                <c:pt idx="5701">
                  <c:v>336.867828613212</c:v>
                </c:pt>
                <c:pt idx="5702">
                  <c:v>341.05494924118398</c:v>
                </c:pt>
                <c:pt idx="5703">
                  <c:v>339.77648832965002</c:v>
                </c:pt>
                <c:pt idx="5704">
                  <c:v>342.38275908135398</c:v>
                </c:pt>
                <c:pt idx="5705">
                  <c:v>344.84125666245501</c:v>
                </c:pt>
                <c:pt idx="5706">
                  <c:v>346.08619971905603</c:v>
                </c:pt>
                <c:pt idx="5707">
                  <c:v>348.31181406775499</c:v>
                </c:pt>
                <c:pt idx="5708">
                  <c:v>350.55013679108703</c:v>
                </c:pt>
                <c:pt idx="5709">
                  <c:v>350.77278977337602</c:v>
                </c:pt>
                <c:pt idx="5710">
                  <c:v>351.734639264132</c:v>
                </c:pt>
                <c:pt idx="5711">
                  <c:v>348.93124781715397</c:v>
                </c:pt>
                <c:pt idx="5712">
                  <c:v>353.81513132155197</c:v>
                </c:pt>
                <c:pt idx="5713">
                  <c:v>353.09040475498801</c:v>
                </c:pt>
                <c:pt idx="5714">
                  <c:v>353.02981242145103</c:v>
                </c:pt>
                <c:pt idx="5715">
                  <c:v>353.98733234311101</c:v>
                </c:pt>
                <c:pt idx="5716">
                  <c:v>354.80165570861197</c:v>
                </c:pt>
                <c:pt idx="5717">
                  <c:v>353.23950870541398</c:v>
                </c:pt>
                <c:pt idx="5718">
                  <c:v>354.35561234564398</c:v>
                </c:pt>
                <c:pt idx="5719">
                  <c:v>355.574390883935</c:v>
                </c:pt>
                <c:pt idx="5720">
                  <c:v>359.14612636237598</c:v>
                </c:pt>
                <c:pt idx="5721">
                  <c:v>360.437734168708</c:v>
                </c:pt>
                <c:pt idx="5722">
                  <c:v>364.112658990032</c:v>
                </c:pt>
                <c:pt idx="5723">
                  <c:v>364.72161300608599</c:v>
                </c:pt>
                <c:pt idx="5724">
                  <c:v>367.17759568307503</c:v>
                </c:pt>
                <c:pt idx="5725">
                  <c:v>366.37099856471599</c:v>
                </c:pt>
                <c:pt idx="5726">
                  <c:v>369.12825024743103</c:v>
                </c:pt>
                <c:pt idx="5727">
                  <c:v>374.80053732669199</c:v>
                </c:pt>
                <c:pt idx="5728">
                  <c:v>361.63543092606801</c:v>
                </c:pt>
                <c:pt idx="5729">
                  <c:v>358.69414986299603</c:v>
                </c:pt>
                <c:pt idx="5730">
                  <c:v>348.73799806764299</c:v>
                </c:pt>
                <c:pt idx="5731">
                  <c:v>355.76296204849001</c:v>
                </c:pt>
                <c:pt idx="5732">
                  <c:v>349.50649632066302</c:v>
                </c:pt>
                <c:pt idx="5733">
                  <c:v>349.69292178509301</c:v>
                </c:pt>
                <c:pt idx="5734">
                  <c:v>354.14921938191702</c:v>
                </c:pt>
                <c:pt idx="5735">
                  <c:v>355.99758914241102</c:v>
                </c:pt>
                <c:pt idx="5736">
                  <c:v>354.35325476623098</c:v>
                </c:pt>
                <c:pt idx="5737">
                  <c:v>351.37219694683199</c:v>
                </c:pt>
                <c:pt idx="5738">
                  <c:v>347.44251987063097</c:v>
                </c:pt>
                <c:pt idx="5739">
                  <c:v>343.42254777048902</c:v>
                </c:pt>
                <c:pt idx="5740">
                  <c:v>347.03436708465</c:v>
                </c:pt>
                <c:pt idx="5741">
                  <c:v>338.802641609879</c:v>
                </c:pt>
                <c:pt idx="5742">
                  <c:v>339.814488078426</c:v>
                </c:pt>
                <c:pt idx="5743">
                  <c:v>345.24354822607597</c:v>
                </c:pt>
                <c:pt idx="5744">
                  <c:v>350.80589939787598</c:v>
                </c:pt>
                <c:pt idx="5745">
                  <c:v>349.11816389679802</c:v>
                </c:pt>
                <c:pt idx="5746">
                  <c:v>351.99905669349499</c:v>
                </c:pt>
                <c:pt idx="5747">
                  <c:v>353.86210622819198</c:v>
                </c:pt>
                <c:pt idx="5748">
                  <c:v>350.475586024319</c:v>
                </c:pt>
                <c:pt idx="5749">
                  <c:v>356.77484026569198</c:v>
                </c:pt>
                <c:pt idx="5750">
                  <c:v>351.78480838420302</c:v>
                </c:pt>
                <c:pt idx="5751">
                  <c:v>357.907609771453</c:v>
                </c:pt>
                <c:pt idx="5752">
                  <c:v>360.77332723046698</c:v>
                </c:pt>
                <c:pt idx="5753">
                  <c:v>363.945390837731</c:v>
                </c:pt>
                <c:pt idx="5754">
                  <c:v>369.92002954291598</c:v>
                </c:pt>
                <c:pt idx="5755">
                  <c:v>367.58738960652198</c:v>
                </c:pt>
                <c:pt idx="5756">
                  <c:v>365.15240164459101</c:v>
                </c:pt>
                <c:pt idx="5757">
                  <c:v>364.59507832796101</c:v>
                </c:pt>
                <c:pt idx="5758">
                  <c:v>364.64390231069098</c:v>
                </c:pt>
                <c:pt idx="5759">
                  <c:v>358.68998162060802</c:v>
                </c:pt>
                <c:pt idx="5760">
                  <c:v>360.38483988170299</c:v>
                </c:pt>
                <c:pt idx="5761">
                  <c:v>359.59341234786399</c:v>
                </c:pt>
                <c:pt idx="5762">
                  <c:v>361.47060715090799</c:v>
                </c:pt>
                <c:pt idx="5763">
                  <c:v>362.71584841880099</c:v>
                </c:pt>
                <c:pt idx="5764">
                  <c:v>355.97322564423899</c:v>
                </c:pt>
                <c:pt idx="5765">
                  <c:v>354.89684194351798</c:v>
                </c:pt>
                <c:pt idx="5766">
                  <c:v>342.37255445181302</c:v>
                </c:pt>
                <c:pt idx="5767">
                  <c:v>346.46355469462901</c:v>
                </c:pt>
                <c:pt idx="5768">
                  <c:v>342.26073748594803</c:v>
                </c:pt>
                <c:pt idx="5769">
                  <c:v>346.47701848882002</c:v>
                </c:pt>
                <c:pt idx="5770">
                  <c:v>352.643564975375</c:v>
                </c:pt>
                <c:pt idx="5771">
                  <c:v>360.41836641674001</c:v>
                </c:pt>
                <c:pt idx="5772">
                  <c:v>367.43223292774798</c:v>
                </c:pt>
                <c:pt idx="5773">
                  <c:v>367.32640603302201</c:v>
                </c:pt>
                <c:pt idx="5774">
                  <c:v>371.62438965735902</c:v>
                </c:pt>
                <c:pt idx="5775">
                  <c:v>371.10457659664303</c:v>
                </c:pt>
                <c:pt idx="5776">
                  <c:v>373.94393782482598</c:v>
                </c:pt>
                <c:pt idx="5777">
                  <c:v>370.212421972806</c:v>
                </c:pt>
                <c:pt idx="5778">
                  <c:v>375.25157367212603</c:v>
                </c:pt>
                <c:pt idx="5779">
                  <c:v>379.621895032868</c:v>
                </c:pt>
                <c:pt idx="5780">
                  <c:v>377.80319293437498</c:v>
                </c:pt>
                <c:pt idx="5781">
                  <c:v>373.43406571652702</c:v>
                </c:pt>
                <c:pt idx="5782">
                  <c:v>374.90756250214901</c:v>
                </c:pt>
                <c:pt idx="5783">
                  <c:v>372.36171671024402</c:v>
                </c:pt>
                <c:pt idx="5784">
                  <c:v>374.45995819600898</c:v>
                </c:pt>
                <c:pt idx="5785">
                  <c:v>380.51143522674101</c:v>
                </c:pt>
                <c:pt idx="5786">
                  <c:v>379.90851720339299</c:v>
                </c:pt>
                <c:pt idx="5787">
                  <c:v>380.81992738651201</c:v>
                </c:pt>
                <c:pt idx="5788">
                  <c:v>379.06985877063499</c:v>
                </c:pt>
                <c:pt idx="5789">
                  <c:v>383.34239989893001</c:v>
                </c:pt>
                <c:pt idx="5790">
                  <c:v>384.02822128282298</c:v>
                </c:pt>
                <c:pt idx="5791">
                  <c:v>383.78857768607202</c:v>
                </c:pt>
                <c:pt idx="5792">
                  <c:v>387.18038332778298</c:v>
                </c:pt>
                <c:pt idx="5793">
                  <c:v>386.43118045363502</c:v>
                </c:pt>
                <c:pt idx="5794">
                  <c:v>387.50763946849901</c:v>
                </c:pt>
                <c:pt idx="5795">
                  <c:v>384.42743433015102</c:v>
                </c:pt>
                <c:pt idx="5796">
                  <c:v>383.93381960935398</c:v>
                </c:pt>
                <c:pt idx="5797">
                  <c:v>383.44755527607998</c:v>
                </c:pt>
                <c:pt idx="5798">
                  <c:v>381.77655527085301</c:v>
                </c:pt>
                <c:pt idx="5799">
                  <c:v>386.70944904963801</c:v>
                </c:pt>
                <c:pt idx="5800">
                  <c:v>387.395209076794</c:v>
                </c:pt>
                <c:pt idx="5801">
                  <c:v>389.625517417499</c:v>
                </c:pt>
                <c:pt idx="5802">
                  <c:v>388.25710440305897</c:v>
                </c:pt>
                <c:pt idx="5803">
                  <c:v>386.74060075356198</c:v>
                </c:pt>
                <c:pt idx="5804">
                  <c:v>385.93892396219002</c:v>
                </c:pt>
                <c:pt idx="5805">
                  <c:v>386.227108746309</c:v>
                </c:pt>
                <c:pt idx="5806">
                  <c:v>387.59240462859799</c:v>
                </c:pt>
                <c:pt idx="5807">
                  <c:v>390.97296694286399</c:v>
                </c:pt>
                <c:pt idx="5808">
                  <c:v>390.10258302493003</c:v>
                </c:pt>
                <c:pt idx="5809">
                  <c:v>390.62612492680603</c:v>
                </c:pt>
                <c:pt idx="5810">
                  <c:v>393.14124648913503</c:v>
                </c:pt>
                <c:pt idx="5811">
                  <c:v>387.34004921303301</c:v>
                </c:pt>
                <c:pt idx="5812">
                  <c:v>390.08329596443099</c:v>
                </c:pt>
                <c:pt idx="5813">
                  <c:v>392.31084600017198</c:v>
                </c:pt>
                <c:pt idx="5814">
                  <c:v>398.13590034185302</c:v>
                </c:pt>
                <c:pt idx="5815">
                  <c:v>400.32247689986701</c:v>
                </c:pt>
                <c:pt idx="5816">
                  <c:v>397.69784030284899</c:v>
                </c:pt>
                <c:pt idx="5817">
                  <c:v>397.86384156421798</c:v>
                </c:pt>
                <c:pt idx="5818">
                  <c:v>398.76944577236998</c:v>
                </c:pt>
                <c:pt idx="5819">
                  <c:v>397.27248960288603</c:v>
                </c:pt>
                <c:pt idx="5820">
                  <c:v>394.41556316611701</c:v>
                </c:pt>
                <c:pt idx="5821">
                  <c:v>397.62482003605601</c:v>
                </c:pt>
                <c:pt idx="5822">
                  <c:v>403.16578778321701</c:v>
                </c:pt>
                <c:pt idx="5823">
                  <c:v>403.294253477886</c:v>
                </c:pt>
                <c:pt idx="5824">
                  <c:v>402.07929356498101</c:v>
                </c:pt>
                <c:pt idx="5825">
                  <c:v>403.53315205778102</c:v>
                </c:pt>
                <c:pt idx="5826">
                  <c:v>402.93293545663101</c:v>
                </c:pt>
                <c:pt idx="5827">
                  <c:v>392.58668671119898</c:v>
                </c:pt>
                <c:pt idx="5828">
                  <c:v>396.41792503300002</c:v>
                </c:pt>
                <c:pt idx="5829">
                  <c:v>388.76310338880398</c:v>
                </c:pt>
                <c:pt idx="5830">
                  <c:v>395.00283693314299</c:v>
                </c:pt>
                <c:pt idx="5831">
                  <c:v>400.49329025392501</c:v>
                </c:pt>
                <c:pt idx="5832">
                  <c:v>400.897271876383</c:v>
                </c:pt>
                <c:pt idx="5833">
                  <c:v>405.24812686494403</c:v>
                </c:pt>
                <c:pt idx="5834">
                  <c:v>406.82768273814497</c:v>
                </c:pt>
                <c:pt idx="5835">
                  <c:v>409.83761514370798</c:v>
                </c:pt>
                <c:pt idx="5836">
                  <c:v>409.38116655616801</c:v>
                </c:pt>
                <c:pt idx="5837">
                  <c:v>409.24008243229503</c:v>
                </c:pt>
                <c:pt idx="5838">
                  <c:v>409.91992983253698</c:v>
                </c:pt>
                <c:pt idx="5839">
                  <c:v>411.85196491444498</c:v>
                </c:pt>
                <c:pt idx="5840">
                  <c:v>411.61704535430698</c:v>
                </c:pt>
                <c:pt idx="5841">
                  <c:v>411.485295767514</c:v>
                </c:pt>
                <c:pt idx="5842">
                  <c:v>409.66833706473602</c:v>
                </c:pt>
                <c:pt idx="5843">
                  <c:v>408.90808541122698</c:v>
                </c:pt>
                <c:pt idx="5844">
                  <c:v>405.74627212529202</c:v>
                </c:pt>
                <c:pt idx="5845">
                  <c:v>406.25590579840099</c:v>
                </c:pt>
                <c:pt idx="5846">
                  <c:v>410.86745317814001</c:v>
                </c:pt>
                <c:pt idx="5847">
                  <c:v>400.80972274553801</c:v>
                </c:pt>
                <c:pt idx="5848">
                  <c:v>398.90619108208898</c:v>
                </c:pt>
                <c:pt idx="5849">
                  <c:v>408.396021093299</c:v>
                </c:pt>
                <c:pt idx="5850">
                  <c:v>405.09669552218202</c:v>
                </c:pt>
                <c:pt idx="5851">
                  <c:v>399.80286094912202</c:v>
                </c:pt>
                <c:pt idx="5852">
                  <c:v>394.439362135968</c:v>
                </c:pt>
                <c:pt idx="5853">
                  <c:v>402.12909473926402</c:v>
                </c:pt>
                <c:pt idx="5854">
                  <c:v>399.97348537529098</c:v>
                </c:pt>
                <c:pt idx="5855">
                  <c:v>405.635594842415</c:v>
                </c:pt>
                <c:pt idx="5856">
                  <c:v>408.08091918442699</c:v>
                </c:pt>
                <c:pt idx="5857">
                  <c:v>412.32346590480302</c:v>
                </c:pt>
                <c:pt idx="5858">
                  <c:v>412.74259944020002</c:v>
                </c:pt>
                <c:pt idx="5859">
                  <c:v>415.42152112922201</c:v>
                </c:pt>
                <c:pt idx="5860">
                  <c:v>414.76947172078701</c:v>
                </c:pt>
                <c:pt idx="5861">
                  <c:v>415.96360754804101</c:v>
                </c:pt>
                <c:pt idx="5862">
                  <c:v>409.82429076741403</c:v>
                </c:pt>
                <c:pt idx="5863">
                  <c:v>409.57705726288998</c:v>
                </c:pt>
                <c:pt idx="5864">
                  <c:v>412.45397078393398</c:v>
                </c:pt>
                <c:pt idx="5865">
                  <c:v>409.306660642363</c:v>
                </c:pt>
                <c:pt idx="5866">
                  <c:v>407.06949784128</c:v>
                </c:pt>
                <c:pt idx="5867">
                  <c:v>409.20195816768103</c:v>
                </c:pt>
                <c:pt idx="5868">
                  <c:v>416.00762750593401</c:v>
                </c:pt>
                <c:pt idx="5869">
                  <c:v>415.64734566886</c:v>
                </c:pt>
                <c:pt idx="5870">
                  <c:v>414.33455461801702</c:v>
                </c:pt>
                <c:pt idx="5871">
                  <c:v>415.83548340278901</c:v>
                </c:pt>
                <c:pt idx="5872">
                  <c:v>420.75208760477898</c:v>
                </c:pt>
                <c:pt idx="5873">
                  <c:v>426.82789427409199</c:v>
                </c:pt>
                <c:pt idx="5874">
                  <c:v>426.41204391199199</c:v>
                </c:pt>
                <c:pt idx="5875">
                  <c:v>427.04133614737702</c:v>
                </c:pt>
                <c:pt idx="5876">
                  <c:v>428.84321189396502</c:v>
                </c:pt>
                <c:pt idx="5877">
                  <c:v>432.15428928717199</c:v>
                </c:pt>
                <c:pt idx="5878">
                  <c:v>432.06962886541601</c:v>
                </c:pt>
                <c:pt idx="5879">
                  <c:v>433.49317139317299</c:v>
                </c:pt>
                <c:pt idx="5880">
                  <c:v>431.72081114671499</c:v>
                </c:pt>
                <c:pt idx="5881">
                  <c:v>436.510654157506</c:v>
                </c:pt>
                <c:pt idx="5882">
                  <c:v>438.08548364633702</c:v>
                </c:pt>
                <c:pt idx="5883">
                  <c:v>435.76073847899102</c:v>
                </c:pt>
                <c:pt idx="5884">
                  <c:v>432.79667415357102</c:v>
                </c:pt>
                <c:pt idx="5885">
                  <c:v>436.82452993123002</c:v>
                </c:pt>
                <c:pt idx="5886">
                  <c:v>432.80109531908198</c:v>
                </c:pt>
                <c:pt idx="5887">
                  <c:v>437.53060250107001</c:v>
                </c:pt>
                <c:pt idx="5888">
                  <c:v>438.31039043720898</c:v>
                </c:pt>
                <c:pt idx="5889">
                  <c:v>438.21626777790999</c:v>
                </c:pt>
                <c:pt idx="5890">
                  <c:v>437.8462426163</c:v>
                </c:pt>
                <c:pt idx="5891">
                  <c:v>440.80750202678399</c:v>
                </c:pt>
                <c:pt idx="5892">
                  <c:v>437.63605771831499</c:v>
                </c:pt>
                <c:pt idx="5893">
                  <c:v>438.83793257040998</c:v>
                </c:pt>
                <c:pt idx="5894">
                  <c:v>435.90737246396202</c:v>
                </c:pt>
                <c:pt idx="5895">
                  <c:v>436.21391746415998</c:v>
                </c:pt>
                <c:pt idx="5896">
                  <c:v>439.77588232277202</c:v>
                </c:pt>
                <c:pt idx="5897">
                  <c:v>443.01877519963602</c:v>
                </c:pt>
                <c:pt idx="5898">
                  <c:v>438.395159069572</c:v>
                </c:pt>
                <c:pt idx="5899">
                  <c:v>434.59234962716198</c:v>
                </c:pt>
                <c:pt idx="5900">
                  <c:v>425.27086876572702</c:v>
                </c:pt>
                <c:pt idx="5901">
                  <c:v>430.447562733486</c:v>
                </c:pt>
                <c:pt idx="5902">
                  <c:v>436.86980262114599</c:v>
                </c:pt>
                <c:pt idx="5903">
                  <c:v>435.76412545519298</c:v>
                </c:pt>
                <c:pt idx="5904">
                  <c:v>432.05252514270802</c:v>
                </c:pt>
                <c:pt idx="5905">
                  <c:v>430.78048822614602</c:v>
                </c:pt>
                <c:pt idx="5906">
                  <c:v>435.32807390384397</c:v>
                </c:pt>
                <c:pt idx="5907">
                  <c:v>434.98616409158899</c:v>
                </c:pt>
                <c:pt idx="5908">
                  <c:v>439.29738872020198</c:v>
                </c:pt>
                <c:pt idx="5909">
                  <c:v>438.36446652538802</c:v>
                </c:pt>
                <c:pt idx="5910">
                  <c:v>439.18710841874798</c:v>
                </c:pt>
                <c:pt idx="5911">
                  <c:v>439.69811618230398</c:v>
                </c:pt>
                <c:pt idx="5912">
                  <c:v>440.03669098321501</c:v>
                </c:pt>
                <c:pt idx="5913">
                  <c:v>439.82013911834599</c:v>
                </c:pt>
                <c:pt idx="5914">
                  <c:v>440.45627166871998</c:v>
                </c:pt>
                <c:pt idx="5915">
                  <c:v>438.85857379501101</c:v>
                </c:pt>
                <c:pt idx="5916">
                  <c:v>442.73504334342999</c:v>
                </c:pt>
                <c:pt idx="5917">
                  <c:v>442.382266931532</c:v>
                </c:pt>
                <c:pt idx="5918">
                  <c:v>442.45917983327899</c:v>
                </c:pt>
                <c:pt idx="5919">
                  <c:v>441.65237916282598</c:v>
                </c:pt>
                <c:pt idx="5920">
                  <c:v>443.70778251518601</c:v>
                </c:pt>
                <c:pt idx="5921">
                  <c:v>444.57188452506</c:v>
                </c:pt>
                <c:pt idx="5922">
                  <c:v>445.37893341555002</c:v>
                </c:pt>
                <c:pt idx="5923">
                  <c:v>444.48335547742602</c:v>
                </c:pt>
                <c:pt idx="5924">
                  <c:v>442.08752266226998</c:v>
                </c:pt>
                <c:pt idx="5925">
                  <c:v>441.894319844618</c:v>
                </c:pt>
                <c:pt idx="5926">
                  <c:v>436.09516823684402</c:v>
                </c:pt>
                <c:pt idx="5927">
                  <c:v>442.20094239211301</c:v>
                </c:pt>
                <c:pt idx="5928">
                  <c:v>444.46671743486201</c:v>
                </c:pt>
                <c:pt idx="5929">
                  <c:v>443.98534527093602</c:v>
                </c:pt>
                <c:pt idx="5930">
                  <c:v>446.565394673009</c:v>
                </c:pt>
                <c:pt idx="5931">
                  <c:v>448.05342492224202</c:v>
                </c:pt>
                <c:pt idx="5932">
                  <c:v>449.090201450042</c:v>
                </c:pt>
                <c:pt idx="5933">
                  <c:v>449.21516182182302</c:v>
                </c:pt>
                <c:pt idx="5934">
                  <c:v>449.81124470189201</c:v>
                </c:pt>
                <c:pt idx="5935">
                  <c:v>452.16036012995102</c:v>
                </c:pt>
                <c:pt idx="5936">
                  <c:v>455.55148412135202</c:v>
                </c:pt>
                <c:pt idx="5937">
                  <c:v>454.63084252347602</c:v>
                </c:pt>
                <c:pt idx="5938">
                  <c:v>456.15796808578398</c:v>
                </c:pt>
                <c:pt idx="5939">
                  <c:v>452.25221332830398</c:v>
                </c:pt>
                <c:pt idx="5940">
                  <c:v>457.35304565435001</c:v>
                </c:pt>
                <c:pt idx="5941">
                  <c:v>458.93089023258699</c:v>
                </c:pt>
                <c:pt idx="5942">
                  <c:v>457.31732948682901</c:v>
                </c:pt>
                <c:pt idx="5943">
                  <c:v>457.849762712641</c:v>
                </c:pt>
                <c:pt idx="5944">
                  <c:v>456.356159140128</c:v>
                </c:pt>
                <c:pt idx="5945">
                  <c:v>452.91586286754102</c:v>
                </c:pt>
                <c:pt idx="5946">
                  <c:v>445.72876608220702</c:v>
                </c:pt>
                <c:pt idx="5947">
                  <c:v>452.48677037499101</c:v>
                </c:pt>
                <c:pt idx="5948">
                  <c:v>456.21658926355002</c:v>
                </c:pt>
                <c:pt idx="5949">
                  <c:v>457.13576097803099</c:v>
                </c:pt>
                <c:pt idx="5950">
                  <c:v>461.774379485287</c:v>
                </c:pt>
                <c:pt idx="5951">
                  <c:v>462.87455953231301</c:v>
                </c:pt>
                <c:pt idx="5952">
                  <c:v>460.69322359232098</c:v>
                </c:pt>
                <c:pt idx="5953">
                  <c:v>460.60660526664401</c:v>
                </c:pt>
                <c:pt idx="5954">
                  <c:v>462.54435468341302</c:v>
                </c:pt>
                <c:pt idx="5955">
                  <c:v>460.04437640393297</c:v>
                </c:pt>
                <c:pt idx="5956">
                  <c:v>459.19572384893598</c:v>
                </c:pt>
                <c:pt idx="5957">
                  <c:v>462.96353608844998</c:v>
                </c:pt>
                <c:pt idx="5958">
                  <c:v>460.81861507912799</c:v>
                </c:pt>
                <c:pt idx="5959">
                  <c:v>463.58624541981402</c:v>
                </c:pt>
                <c:pt idx="5960">
                  <c:v>464.36233585347401</c:v>
                </c:pt>
                <c:pt idx="5961">
                  <c:v>463.92641778049898</c:v>
                </c:pt>
                <c:pt idx="5962">
                  <c:v>464.38694569585698</c:v>
                </c:pt>
                <c:pt idx="5963">
                  <c:v>465.53313552955302</c:v>
                </c:pt>
                <c:pt idx="5964">
                  <c:v>466.90725551545802</c:v>
                </c:pt>
                <c:pt idx="5965">
                  <c:v>467.65786518636298</c:v>
                </c:pt>
                <c:pt idx="5966">
                  <c:v>468.88305633136201</c:v>
                </c:pt>
                <c:pt idx="5967">
                  <c:v>465.57205413977101</c:v>
                </c:pt>
                <c:pt idx="5968">
                  <c:v>460.56796478316602</c:v>
                </c:pt>
                <c:pt idx="5969">
                  <c:v>461.14746625529301</c:v>
                </c:pt>
                <c:pt idx="5970">
                  <c:v>464.90110760855401</c:v>
                </c:pt>
                <c:pt idx="5971">
                  <c:v>468.86439858991298</c:v>
                </c:pt>
                <c:pt idx="5972">
                  <c:v>469.56605998650298</c:v>
                </c:pt>
                <c:pt idx="5973">
                  <c:v>470.60821585072301</c:v>
                </c:pt>
                <c:pt idx="5974">
                  <c:v>467.86648038336898</c:v>
                </c:pt>
                <c:pt idx="5975">
                  <c:v>471.98755383917899</c:v>
                </c:pt>
                <c:pt idx="5976">
                  <c:v>474.02068909819002</c:v>
                </c:pt>
                <c:pt idx="5977">
                  <c:v>473.38079541182202</c:v>
                </c:pt>
                <c:pt idx="5978">
                  <c:v>473.52860281075903</c:v>
                </c:pt>
                <c:pt idx="5979">
                  <c:v>474.87399662915197</c:v>
                </c:pt>
                <c:pt idx="5980">
                  <c:v>474.71557933657101</c:v>
                </c:pt>
                <c:pt idx="5981">
                  <c:v>473.10317716917598</c:v>
                </c:pt>
                <c:pt idx="5982">
                  <c:v>472.47943535902601</c:v>
                </c:pt>
                <c:pt idx="5983">
                  <c:v>470.30398754898999</c:v>
                </c:pt>
                <c:pt idx="5984">
                  <c:v>466.67153595715001</c:v>
                </c:pt>
                <c:pt idx="5985">
                  <c:v>467.73354598759801</c:v>
                </c:pt>
                <c:pt idx="5986">
                  <c:v>465.04603987802801</c:v>
                </c:pt>
                <c:pt idx="5987">
                  <c:v>468.98696816572999</c:v>
                </c:pt>
                <c:pt idx="5988">
                  <c:v>468.25965581609103</c:v>
                </c:pt>
                <c:pt idx="5989">
                  <c:v>463.99282813790199</c:v>
                </c:pt>
                <c:pt idx="5990">
                  <c:v>456.11553970436103</c:v>
                </c:pt>
                <c:pt idx="5991">
                  <c:v>455.74511782402698</c:v>
                </c:pt>
                <c:pt idx="5992">
                  <c:v>460.083435089928</c:v>
                </c:pt>
                <c:pt idx="5993">
                  <c:v>465.66716070817898</c:v>
                </c:pt>
                <c:pt idx="5994">
                  <c:v>466.34686161642202</c:v>
                </c:pt>
                <c:pt idx="5995">
                  <c:v>465.05237602783097</c:v>
                </c:pt>
                <c:pt idx="5996">
                  <c:v>455.58241015669699</c:v>
                </c:pt>
                <c:pt idx="5997">
                  <c:v>456.29694970923998</c:v>
                </c:pt>
                <c:pt idx="5998">
                  <c:v>450.86233523023901</c:v>
                </c:pt>
                <c:pt idx="5999">
                  <c:v>456.04342425563499</c:v>
                </c:pt>
                <c:pt idx="6000">
                  <c:v>450.12131170371401</c:v>
                </c:pt>
                <c:pt idx="6001">
                  <c:v>454.85830228608302</c:v>
                </c:pt>
                <c:pt idx="6002">
                  <c:v>456.72442558833501</c:v>
                </c:pt>
                <c:pt idx="6003">
                  <c:v>460.51531378647098</c:v>
                </c:pt>
                <c:pt idx="6004">
                  <c:v>459.63345741746701</c:v>
                </c:pt>
                <c:pt idx="6005">
                  <c:v>456.47796590094703</c:v>
                </c:pt>
                <c:pt idx="6006">
                  <c:v>455.37429012688</c:v>
                </c:pt>
                <c:pt idx="6007">
                  <c:v>456.75157082503898</c:v>
                </c:pt>
                <c:pt idx="6008">
                  <c:v>464.54515177961099</c:v>
                </c:pt>
                <c:pt idx="6009">
                  <c:v>468.01009568952998</c:v>
                </c:pt>
                <c:pt idx="6010">
                  <c:v>469.58975218111402</c:v>
                </c:pt>
                <c:pt idx="6011">
                  <c:v>473.06160895354799</c:v>
                </c:pt>
                <c:pt idx="6012">
                  <c:v>474.79507428591597</c:v>
                </c:pt>
                <c:pt idx="6013">
                  <c:v>476.21743216435198</c:v>
                </c:pt>
                <c:pt idx="6014">
                  <c:v>475.70632747348901</c:v>
                </c:pt>
                <c:pt idx="6015">
                  <c:v>477.96504103714</c:v>
                </c:pt>
                <c:pt idx="6016">
                  <c:v>478.83492115636398</c:v>
                </c:pt>
                <c:pt idx="6017">
                  <c:v>476.41627960549903</c:v>
                </c:pt>
                <c:pt idx="6018">
                  <c:v>481.09850106802003</c:v>
                </c:pt>
                <c:pt idx="6019">
                  <c:v>482.03649237781002</c:v>
                </c:pt>
                <c:pt idx="6020">
                  <c:v>482.90485740404199</c:v>
                </c:pt>
                <c:pt idx="6021">
                  <c:v>484.68216045403801</c:v>
                </c:pt>
                <c:pt idx="6022">
                  <c:v>487.813437572037</c:v>
                </c:pt>
                <c:pt idx="6023">
                  <c:v>489.85302936585299</c:v>
                </c:pt>
                <c:pt idx="6024">
                  <c:v>491.68168363881398</c:v>
                </c:pt>
                <c:pt idx="6025">
                  <c:v>492.118698279537</c:v>
                </c:pt>
                <c:pt idx="6026">
                  <c:v>490.39681571674799</c:v>
                </c:pt>
                <c:pt idx="6027">
                  <c:v>486.36253585566601</c:v>
                </c:pt>
                <c:pt idx="6028">
                  <c:v>486.63064718805401</c:v>
                </c:pt>
                <c:pt idx="6029">
                  <c:v>490.14521623935201</c:v>
                </c:pt>
                <c:pt idx="6030">
                  <c:v>490.14062630456601</c:v>
                </c:pt>
                <c:pt idx="6031">
                  <c:v>492.03444939511297</c:v>
                </c:pt>
                <c:pt idx="6032">
                  <c:v>490.754731024497</c:v>
                </c:pt>
                <c:pt idx="6033">
                  <c:v>492.41594545818498</c:v>
                </c:pt>
                <c:pt idx="6034">
                  <c:v>491.72651312989001</c:v>
                </c:pt>
                <c:pt idx="6035">
                  <c:v>490.15532220772502</c:v>
                </c:pt>
                <c:pt idx="6036">
                  <c:v>490.96693019246999</c:v>
                </c:pt>
                <c:pt idx="6037">
                  <c:v>492.09387214566698</c:v>
                </c:pt>
                <c:pt idx="6038">
                  <c:v>480.91043306617399</c:v>
                </c:pt>
                <c:pt idx="6039">
                  <c:v>487.258759602797</c:v>
                </c:pt>
                <c:pt idx="6040">
                  <c:v>478.01983399719899</c:v>
                </c:pt>
                <c:pt idx="6041">
                  <c:v>472.371379043383</c:v>
                </c:pt>
                <c:pt idx="6042">
                  <c:v>479.07688215274999</c:v>
                </c:pt>
                <c:pt idx="6043">
                  <c:v>475.02908362324899</c:v>
                </c:pt>
                <c:pt idx="6044">
                  <c:v>480.60203004441797</c:v>
                </c:pt>
                <c:pt idx="6045">
                  <c:v>490.55321968517399</c:v>
                </c:pt>
                <c:pt idx="6046">
                  <c:v>492.06697343166002</c:v>
                </c:pt>
                <c:pt idx="6047">
                  <c:v>488.53401227048198</c:v>
                </c:pt>
                <c:pt idx="6048">
                  <c:v>493.19909317057898</c:v>
                </c:pt>
                <c:pt idx="6049">
                  <c:v>488.69291250935498</c:v>
                </c:pt>
                <c:pt idx="6050">
                  <c:v>485.04161766682199</c:v>
                </c:pt>
                <c:pt idx="6051">
                  <c:v>492.97193901856099</c:v>
                </c:pt>
                <c:pt idx="6052">
                  <c:v>488.661419033708</c:v>
                </c:pt>
                <c:pt idx="6053">
                  <c:v>483.63397375484197</c:v>
                </c:pt>
                <c:pt idx="6054">
                  <c:v>478.12615060491902</c:v>
                </c:pt>
                <c:pt idx="6055">
                  <c:v>486.62619230152802</c:v>
                </c:pt>
                <c:pt idx="6056">
                  <c:v>491.58065433508602</c:v>
                </c:pt>
                <c:pt idx="6057">
                  <c:v>494.63975740817102</c:v>
                </c:pt>
                <c:pt idx="6058">
                  <c:v>501.48544638896402</c:v>
                </c:pt>
                <c:pt idx="6059">
                  <c:v>500.97907862321603</c:v>
                </c:pt>
                <c:pt idx="6060">
                  <c:v>501.680774685708</c:v>
                </c:pt>
                <c:pt idx="6061">
                  <c:v>500.18075218465401</c:v>
                </c:pt>
                <c:pt idx="6062">
                  <c:v>498.867801175247</c:v>
                </c:pt>
                <c:pt idx="6063">
                  <c:v>502.04744064280999</c:v>
                </c:pt>
                <c:pt idx="6064">
                  <c:v>501.73092137446201</c:v>
                </c:pt>
                <c:pt idx="6065">
                  <c:v>492.00108524678001</c:v>
                </c:pt>
                <c:pt idx="6066">
                  <c:v>491.52750973670999</c:v>
                </c:pt>
                <c:pt idx="6067">
                  <c:v>489.53607460057901</c:v>
                </c:pt>
                <c:pt idx="6068">
                  <c:v>488.83089581603798</c:v>
                </c:pt>
                <c:pt idx="6069">
                  <c:v>493.30828155405999</c:v>
                </c:pt>
                <c:pt idx="6070">
                  <c:v>494.69810789464299</c:v>
                </c:pt>
                <c:pt idx="6071">
                  <c:v>487.65182020069</c:v>
                </c:pt>
                <c:pt idx="6072">
                  <c:v>488.05255587383101</c:v>
                </c:pt>
                <c:pt idx="6073">
                  <c:v>479.07770574945403</c:v>
                </c:pt>
                <c:pt idx="6074">
                  <c:v>474.43579897664398</c:v>
                </c:pt>
                <c:pt idx="6075">
                  <c:v>469.19903741202899</c:v>
                </c:pt>
                <c:pt idx="6076">
                  <c:v>460.324385024918</c:v>
                </c:pt>
                <c:pt idx="6077">
                  <c:v>461.60010738541399</c:v>
                </c:pt>
                <c:pt idx="6078">
                  <c:v>455.98219327700201</c:v>
                </c:pt>
                <c:pt idx="6079">
                  <c:v>455.29920832393401</c:v>
                </c:pt>
                <c:pt idx="6080">
                  <c:v>452.84840720060703</c:v>
                </c:pt>
                <c:pt idx="6081">
                  <c:v>463.873677937369</c:v>
                </c:pt>
                <c:pt idx="6082">
                  <c:v>472.634245198266</c:v>
                </c:pt>
                <c:pt idx="6083">
                  <c:v>475.87806426046001</c:v>
                </c:pt>
                <c:pt idx="6084">
                  <c:v>480.36179190574001</c:v>
                </c:pt>
                <c:pt idx="6085">
                  <c:v>468.64579798534601</c:v>
                </c:pt>
                <c:pt idx="6086">
                  <c:v>471.06253477073398</c:v>
                </c:pt>
                <c:pt idx="6087">
                  <c:v>469.31811730274802</c:v>
                </c:pt>
                <c:pt idx="6088">
                  <c:v>473.26134250588899</c:v>
                </c:pt>
                <c:pt idx="6089">
                  <c:v>480.13176569014098</c:v>
                </c:pt>
                <c:pt idx="6090">
                  <c:v>471.43445540441797</c:v>
                </c:pt>
                <c:pt idx="6091">
                  <c:v>462.49073865316598</c:v>
                </c:pt>
                <c:pt idx="6092">
                  <c:v>460.714567893008</c:v>
                </c:pt>
                <c:pt idx="6093">
                  <c:v>467.97930156537399</c:v>
                </c:pt>
                <c:pt idx="6094">
                  <c:v>468.391364833274</c:v>
                </c:pt>
                <c:pt idx="6095">
                  <c:v>458.47378716658699</c:v>
                </c:pt>
                <c:pt idx="6096">
                  <c:v>455.18831867109901</c:v>
                </c:pt>
                <c:pt idx="6097">
                  <c:v>450.57123741952103</c:v>
                </c:pt>
                <c:pt idx="6098">
                  <c:v>442.27599760076902</c:v>
                </c:pt>
                <c:pt idx="6099">
                  <c:v>448.89009969707502</c:v>
                </c:pt>
                <c:pt idx="6100">
                  <c:v>458.933901097025</c:v>
                </c:pt>
                <c:pt idx="6101">
                  <c:v>457.812345489265</c:v>
                </c:pt>
                <c:pt idx="6102">
                  <c:v>450.72837485720498</c:v>
                </c:pt>
                <c:pt idx="6103">
                  <c:v>459.13168212479297</c:v>
                </c:pt>
                <c:pt idx="6104">
                  <c:v>456.71831164117799</c:v>
                </c:pt>
                <c:pt idx="6105">
                  <c:v>453.095340847594</c:v>
                </c:pt>
                <c:pt idx="6106">
                  <c:v>439.72030494649601</c:v>
                </c:pt>
                <c:pt idx="6107">
                  <c:v>436.54009881595698</c:v>
                </c:pt>
                <c:pt idx="6108">
                  <c:v>447.75801784568898</c:v>
                </c:pt>
                <c:pt idx="6109">
                  <c:v>445.83682213114002</c:v>
                </c:pt>
                <c:pt idx="6110">
                  <c:v>440.05776121176598</c:v>
                </c:pt>
                <c:pt idx="6111">
                  <c:v>436.79210012965501</c:v>
                </c:pt>
                <c:pt idx="6112">
                  <c:v>446.14251687499598</c:v>
                </c:pt>
                <c:pt idx="6113">
                  <c:v>456.12906598404601</c:v>
                </c:pt>
                <c:pt idx="6114">
                  <c:v>461.761316301877</c:v>
                </c:pt>
                <c:pt idx="6115">
                  <c:v>467.146492619112</c:v>
                </c:pt>
                <c:pt idx="6116">
                  <c:v>466.94370281525698</c:v>
                </c:pt>
                <c:pt idx="6117">
                  <c:v>472.22170390126098</c:v>
                </c:pt>
                <c:pt idx="6118">
                  <c:v>466.42621386931802</c:v>
                </c:pt>
                <c:pt idx="6119">
                  <c:v>473.117178789045</c:v>
                </c:pt>
                <c:pt idx="6120">
                  <c:v>475.51354184507898</c:v>
                </c:pt>
                <c:pt idx="6121">
                  <c:v>478.91106602577003</c:v>
                </c:pt>
                <c:pt idx="6122">
                  <c:v>484.78175135484702</c:v>
                </c:pt>
                <c:pt idx="6123">
                  <c:v>481.73002011077301</c:v>
                </c:pt>
                <c:pt idx="6124">
                  <c:v>474.19022939956699</c:v>
                </c:pt>
                <c:pt idx="6125">
                  <c:v>475.806524743262</c:v>
                </c:pt>
                <c:pt idx="6126">
                  <c:v>479.656279436592</c:v>
                </c:pt>
                <c:pt idx="6127">
                  <c:v>473.63639422341402</c:v>
                </c:pt>
                <c:pt idx="6128">
                  <c:v>469.034261642361</c:v>
                </c:pt>
                <c:pt idx="6129">
                  <c:v>471.02882800848101</c:v>
                </c:pt>
                <c:pt idx="6130">
                  <c:v>469.78038009958902</c:v>
                </c:pt>
                <c:pt idx="6131">
                  <c:v>461.85145266420199</c:v>
                </c:pt>
                <c:pt idx="6132">
                  <c:v>460.27289472944102</c:v>
                </c:pt>
                <c:pt idx="6133">
                  <c:v>465.41676713948402</c:v>
                </c:pt>
                <c:pt idx="6134">
                  <c:v>459.76425188086102</c:v>
                </c:pt>
                <c:pt idx="6135">
                  <c:v>459.67033413298498</c:v>
                </c:pt>
                <c:pt idx="6136">
                  <c:v>467.05150506195503</c:v>
                </c:pt>
                <c:pt idx="6137">
                  <c:v>466.76264753392599</c:v>
                </c:pt>
                <c:pt idx="6138">
                  <c:v>459.87685525625801</c:v>
                </c:pt>
                <c:pt idx="6139">
                  <c:v>447.11907256722702</c:v>
                </c:pt>
                <c:pt idx="6140">
                  <c:v>449.666785165058</c:v>
                </c:pt>
                <c:pt idx="6141">
                  <c:v>437.01039099366199</c:v>
                </c:pt>
                <c:pt idx="6142">
                  <c:v>437.92707739132999</c:v>
                </c:pt>
                <c:pt idx="6143">
                  <c:v>448.76502649862601</c:v>
                </c:pt>
                <c:pt idx="6144">
                  <c:v>432.48130734536301</c:v>
                </c:pt>
                <c:pt idx="6145">
                  <c:v>434.93589798562903</c:v>
                </c:pt>
                <c:pt idx="6146">
                  <c:v>437.03953346782203</c:v>
                </c:pt>
                <c:pt idx="6147">
                  <c:v>450.09145551180001</c:v>
                </c:pt>
                <c:pt idx="6148">
                  <c:v>434.04517505095498</c:v>
                </c:pt>
                <c:pt idx="6149">
                  <c:v>431.58212791678102</c:v>
                </c:pt>
                <c:pt idx="6150">
                  <c:v>417.75563950366399</c:v>
                </c:pt>
                <c:pt idx="6151">
                  <c:v>418.78320027487803</c:v>
                </c:pt>
                <c:pt idx="6152">
                  <c:v>411.88869614316798</c:v>
                </c:pt>
                <c:pt idx="6153">
                  <c:v>411.35460573020498</c:v>
                </c:pt>
                <c:pt idx="6154">
                  <c:v>421.173463488641</c:v>
                </c:pt>
                <c:pt idx="6155">
                  <c:v>419.51125004489302</c:v>
                </c:pt>
                <c:pt idx="6156">
                  <c:v>427.97262001508699</c:v>
                </c:pt>
                <c:pt idx="6157">
                  <c:v>410.68450538486701</c:v>
                </c:pt>
                <c:pt idx="6158">
                  <c:v>408.28835451499702</c:v>
                </c:pt>
                <c:pt idx="6159">
                  <c:v>408.348396067853</c:v>
                </c:pt>
                <c:pt idx="6160">
                  <c:v>415.92543263758603</c:v>
                </c:pt>
                <c:pt idx="6161">
                  <c:v>412.54730408089699</c:v>
                </c:pt>
                <c:pt idx="6162">
                  <c:v>416.44679521188903</c:v>
                </c:pt>
                <c:pt idx="6163">
                  <c:v>424.72689765784799</c:v>
                </c:pt>
                <c:pt idx="6164">
                  <c:v>435.23533192982899</c:v>
                </c:pt>
                <c:pt idx="6165">
                  <c:v>432.50447791101999</c:v>
                </c:pt>
                <c:pt idx="6166">
                  <c:v>429.26834954727298</c:v>
                </c:pt>
                <c:pt idx="6167">
                  <c:v>437.18002333209699</c:v>
                </c:pt>
                <c:pt idx="6168">
                  <c:v>430.03301319615701</c:v>
                </c:pt>
                <c:pt idx="6169">
                  <c:v>431.38260738291001</c:v>
                </c:pt>
                <c:pt idx="6170">
                  <c:v>435.49124205898602</c:v>
                </c:pt>
                <c:pt idx="6171">
                  <c:v>430.79050354327001</c:v>
                </c:pt>
                <c:pt idx="6172">
                  <c:v>420.53783698776903</c:v>
                </c:pt>
                <c:pt idx="6173">
                  <c:v>408.29647014666</c:v>
                </c:pt>
                <c:pt idx="6174">
                  <c:v>392.46674554052902</c:v>
                </c:pt>
                <c:pt idx="6175">
                  <c:v>390.986302482665</c:v>
                </c:pt>
                <c:pt idx="6176">
                  <c:v>396.69105343977702</c:v>
                </c:pt>
                <c:pt idx="6177">
                  <c:v>383.79396084603297</c:v>
                </c:pt>
                <c:pt idx="6178">
                  <c:v>384.63903705725301</c:v>
                </c:pt>
                <c:pt idx="6179">
                  <c:v>394.053587058635</c:v>
                </c:pt>
                <c:pt idx="6180">
                  <c:v>393.54125104196902</c:v>
                </c:pt>
                <c:pt idx="6181">
                  <c:v>397.29196208143799</c:v>
                </c:pt>
                <c:pt idx="6182">
                  <c:v>409.43519482550698</c:v>
                </c:pt>
                <c:pt idx="6183">
                  <c:v>408.21793290685599</c:v>
                </c:pt>
                <c:pt idx="6184">
                  <c:v>399.99433319666502</c:v>
                </c:pt>
                <c:pt idx="6185">
                  <c:v>399.71035371130398</c:v>
                </c:pt>
                <c:pt idx="6186">
                  <c:v>396.20942494569101</c:v>
                </c:pt>
                <c:pt idx="6187">
                  <c:v>400.39000474846102</c:v>
                </c:pt>
                <c:pt idx="6188">
                  <c:v>401.02474372705899</c:v>
                </c:pt>
                <c:pt idx="6189">
                  <c:v>402.457737416741</c:v>
                </c:pt>
                <c:pt idx="6190">
                  <c:v>408.480478852315</c:v>
                </c:pt>
                <c:pt idx="6191">
                  <c:v>408.14079417994799</c:v>
                </c:pt>
                <c:pt idx="6192">
                  <c:v>403.43659862388</c:v>
                </c:pt>
                <c:pt idx="6193">
                  <c:v>399.70669701959201</c:v>
                </c:pt>
                <c:pt idx="6194">
                  <c:v>397.92554191890702</c:v>
                </c:pt>
                <c:pt idx="6195">
                  <c:v>396.73198474373999</c:v>
                </c:pt>
                <c:pt idx="6196">
                  <c:v>404.35030637680302</c:v>
                </c:pt>
                <c:pt idx="6197">
                  <c:v>400.96847932412902</c:v>
                </c:pt>
                <c:pt idx="6198">
                  <c:v>412.04621413595902</c:v>
                </c:pt>
                <c:pt idx="6199">
                  <c:v>414.47547835752903</c:v>
                </c:pt>
                <c:pt idx="6200">
                  <c:v>418.56305420137602</c:v>
                </c:pt>
                <c:pt idx="6201">
                  <c:v>414.65719920904598</c:v>
                </c:pt>
                <c:pt idx="6202">
                  <c:v>415.20253127922899</c:v>
                </c:pt>
                <c:pt idx="6203">
                  <c:v>410.40921200520398</c:v>
                </c:pt>
                <c:pt idx="6204">
                  <c:v>421.14427707979399</c:v>
                </c:pt>
                <c:pt idx="6205">
                  <c:v>426.25437515749701</c:v>
                </c:pt>
                <c:pt idx="6206">
                  <c:v>432.30958486698302</c:v>
                </c:pt>
                <c:pt idx="6207">
                  <c:v>431.08955052190203</c:v>
                </c:pt>
                <c:pt idx="6208">
                  <c:v>428.21698798401798</c:v>
                </c:pt>
                <c:pt idx="6209">
                  <c:v>434.91445844749097</c:v>
                </c:pt>
                <c:pt idx="6210">
                  <c:v>434.576531713164</c:v>
                </c:pt>
                <c:pt idx="6211">
                  <c:v>433.869486856663</c:v>
                </c:pt>
                <c:pt idx="6212">
                  <c:v>433.33246290858</c:v>
                </c:pt>
                <c:pt idx="6213">
                  <c:v>431.49108926661</c:v>
                </c:pt>
                <c:pt idx="6214">
                  <c:v>440.67830368242198</c:v>
                </c:pt>
                <c:pt idx="6215">
                  <c:v>440.36784928912198</c:v>
                </c:pt>
                <c:pt idx="6216">
                  <c:v>447.99565920171699</c:v>
                </c:pt>
                <c:pt idx="6217">
                  <c:v>449.77428098788101</c:v>
                </c:pt>
                <c:pt idx="6218">
                  <c:v>450.61747162709003</c:v>
                </c:pt>
                <c:pt idx="6219">
                  <c:v>447.35594021640497</c:v>
                </c:pt>
                <c:pt idx="6220">
                  <c:v>448.371658149599</c:v>
                </c:pt>
                <c:pt idx="6221">
                  <c:v>442.587239710625</c:v>
                </c:pt>
                <c:pt idx="6222">
                  <c:v>433.11548814532199</c:v>
                </c:pt>
                <c:pt idx="6223">
                  <c:v>432.14659947655099</c:v>
                </c:pt>
                <c:pt idx="6224">
                  <c:v>433.40678571834502</c:v>
                </c:pt>
                <c:pt idx="6225">
                  <c:v>439.51429631688899</c:v>
                </c:pt>
                <c:pt idx="6226">
                  <c:v>424.70829716204901</c:v>
                </c:pt>
                <c:pt idx="6227">
                  <c:v>421.87701444159501</c:v>
                </c:pt>
                <c:pt idx="6228">
                  <c:v>417.22439642958301</c:v>
                </c:pt>
                <c:pt idx="6229">
                  <c:v>413.96263355953198</c:v>
                </c:pt>
                <c:pt idx="6230">
                  <c:v>415.203083689545</c:v>
                </c:pt>
                <c:pt idx="6231">
                  <c:v>410.74519367091898</c:v>
                </c:pt>
                <c:pt idx="6232">
                  <c:v>409.06321832261102</c:v>
                </c:pt>
                <c:pt idx="6233">
                  <c:v>416.56634880288101</c:v>
                </c:pt>
                <c:pt idx="6234">
                  <c:v>419.319564282719</c:v>
                </c:pt>
                <c:pt idx="6235">
                  <c:v>425.72350058569702</c:v>
                </c:pt>
                <c:pt idx="6236">
                  <c:v>430.22902028634201</c:v>
                </c:pt>
                <c:pt idx="6237">
                  <c:v>411.62793593665498</c:v>
                </c:pt>
                <c:pt idx="6238">
                  <c:v>413.02202025493199</c:v>
                </c:pt>
                <c:pt idx="6239">
                  <c:v>408.34758581876503</c:v>
                </c:pt>
                <c:pt idx="6240">
                  <c:v>405.41493329912697</c:v>
                </c:pt>
                <c:pt idx="6241">
                  <c:v>408.19404873730502</c:v>
                </c:pt>
                <c:pt idx="6242">
                  <c:v>403.59371165632598</c:v>
                </c:pt>
                <c:pt idx="6243">
                  <c:v>396.685444952848</c:v>
                </c:pt>
                <c:pt idx="6244">
                  <c:v>393.34217899221898</c:v>
                </c:pt>
                <c:pt idx="6245">
                  <c:v>386.56411233465502</c:v>
                </c:pt>
                <c:pt idx="6246">
                  <c:v>382.56669614034797</c:v>
                </c:pt>
                <c:pt idx="6247">
                  <c:v>381.75527828051497</c:v>
                </c:pt>
                <c:pt idx="6248">
                  <c:v>389.26509626533499</c:v>
                </c:pt>
                <c:pt idx="6249">
                  <c:v>381.041253890382</c:v>
                </c:pt>
                <c:pt idx="6250">
                  <c:v>375.300827250228</c:v>
                </c:pt>
                <c:pt idx="6251">
                  <c:v>385.014529351607</c:v>
                </c:pt>
                <c:pt idx="6252">
                  <c:v>396.789706591575</c:v>
                </c:pt>
                <c:pt idx="6253">
                  <c:v>395.98925908782098</c:v>
                </c:pt>
                <c:pt idx="6254">
                  <c:v>391.93215744899601</c:v>
                </c:pt>
                <c:pt idx="6255">
                  <c:v>380.956670060899</c:v>
                </c:pt>
                <c:pt idx="6256">
                  <c:v>378.10210260806002</c:v>
                </c:pt>
                <c:pt idx="6257">
                  <c:v>375.63762903062502</c:v>
                </c:pt>
                <c:pt idx="6258">
                  <c:v>374.40147105800497</c:v>
                </c:pt>
                <c:pt idx="6259">
                  <c:v>384.12242674907202</c:v>
                </c:pt>
                <c:pt idx="6260">
                  <c:v>375.03340118952298</c:v>
                </c:pt>
                <c:pt idx="6261">
                  <c:v>384.964810217874</c:v>
                </c:pt>
                <c:pt idx="6262">
                  <c:v>389.36390159116303</c:v>
                </c:pt>
                <c:pt idx="6263">
                  <c:v>386.76524351781899</c:v>
                </c:pt>
                <c:pt idx="6264">
                  <c:v>383.69063217850498</c:v>
                </c:pt>
                <c:pt idx="6265">
                  <c:v>392.79336958606501</c:v>
                </c:pt>
                <c:pt idx="6266">
                  <c:v>397.46051611968699</c:v>
                </c:pt>
                <c:pt idx="6267">
                  <c:v>403.92647215947102</c:v>
                </c:pt>
                <c:pt idx="6268">
                  <c:v>400.94158052999899</c:v>
                </c:pt>
                <c:pt idx="6269">
                  <c:v>398.50304764988198</c:v>
                </c:pt>
                <c:pt idx="6270">
                  <c:v>408.31733272519102</c:v>
                </c:pt>
                <c:pt idx="6271">
                  <c:v>405.27289317738501</c:v>
                </c:pt>
                <c:pt idx="6272">
                  <c:v>403.61123984832602</c:v>
                </c:pt>
                <c:pt idx="6273">
                  <c:v>393.520040299931</c:v>
                </c:pt>
                <c:pt idx="6274">
                  <c:v>389.35454099283498</c:v>
                </c:pt>
                <c:pt idx="6275">
                  <c:v>394.65631546217003</c:v>
                </c:pt>
                <c:pt idx="6276">
                  <c:v>398.45143216044301</c:v>
                </c:pt>
                <c:pt idx="6277">
                  <c:v>400.681187777773</c:v>
                </c:pt>
                <c:pt idx="6278">
                  <c:v>392.35634827252198</c:v>
                </c:pt>
                <c:pt idx="6279">
                  <c:v>414.10616151881197</c:v>
                </c:pt>
                <c:pt idx="6280">
                  <c:v>417.93256637977902</c:v>
                </c:pt>
                <c:pt idx="6281">
                  <c:v>414.19855626490499</c:v>
                </c:pt>
                <c:pt idx="6282">
                  <c:v>417.80754968237397</c:v>
                </c:pt>
                <c:pt idx="6283">
                  <c:v>414.35978522730102</c:v>
                </c:pt>
                <c:pt idx="6284">
                  <c:v>413.07912754644599</c:v>
                </c:pt>
                <c:pt idx="6285">
                  <c:v>415.04493413117501</c:v>
                </c:pt>
                <c:pt idx="6286">
                  <c:v>413.43282142986197</c:v>
                </c:pt>
                <c:pt idx="6287">
                  <c:v>419.04735576812601</c:v>
                </c:pt>
                <c:pt idx="6288">
                  <c:v>421.526290890555</c:v>
                </c:pt>
                <c:pt idx="6289">
                  <c:v>421.40626946731697</c:v>
                </c:pt>
                <c:pt idx="6290">
                  <c:v>414.89866582597301</c:v>
                </c:pt>
                <c:pt idx="6291">
                  <c:v>414.23758562704103</c:v>
                </c:pt>
                <c:pt idx="6292">
                  <c:v>427.05741597019397</c:v>
                </c:pt>
                <c:pt idx="6293">
                  <c:v>426.68688222061297</c:v>
                </c:pt>
                <c:pt idx="6294">
                  <c:v>426.17752076357698</c:v>
                </c:pt>
                <c:pt idx="6295">
                  <c:v>418.55140167922002</c:v>
                </c:pt>
                <c:pt idx="6296">
                  <c:v>412.524598480343</c:v>
                </c:pt>
                <c:pt idx="6297">
                  <c:v>411.75674217162401</c:v>
                </c:pt>
                <c:pt idx="6298">
                  <c:v>414.85364432082099</c:v>
                </c:pt>
                <c:pt idx="6299">
                  <c:v>411.804110971775</c:v>
                </c:pt>
                <c:pt idx="6300">
                  <c:v>417.68447561175299</c:v>
                </c:pt>
                <c:pt idx="6301">
                  <c:v>420.72999453686401</c:v>
                </c:pt>
                <c:pt idx="6302">
                  <c:v>418.18282664117601</c:v>
                </c:pt>
                <c:pt idx="6303">
                  <c:v>407.76149758244799</c:v>
                </c:pt>
                <c:pt idx="6304">
                  <c:v>403.21996995923701</c:v>
                </c:pt>
                <c:pt idx="6305">
                  <c:v>399.58741459881202</c:v>
                </c:pt>
                <c:pt idx="6306">
                  <c:v>400.00202629943499</c:v>
                </c:pt>
                <c:pt idx="6307">
                  <c:v>405.94933787206202</c:v>
                </c:pt>
                <c:pt idx="6308">
                  <c:v>400.08234088438002</c:v>
                </c:pt>
                <c:pt idx="6309">
                  <c:v>402.42987537852702</c:v>
                </c:pt>
                <c:pt idx="6310">
                  <c:v>400.80063324520398</c:v>
                </c:pt>
                <c:pt idx="6311">
                  <c:v>395.98303487015897</c:v>
                </c:pt>
                <c:pt idx="6312">
                  <c:v>402.89755380447002</c:v>
                </c:pt>
                <c:pt idx="6313">
                  <c:v>401.87320354582403</c:v>
                </c:pt>
                <c:pt idx="6314">
                  <c:v>400.26566677288798</c:v>
                </c:pt>
                <c:pt idx="6315">
                  <c:v>403.282981801863</c:v>
                </c:pt>
                <c:pt idx="6316">
                  <c:v>398.58728350202603</c:v>
                </c:pt>
                <c:pt idx="6317">
                  <c:v>407.69055555709298</c:v>
                </c:pt>
                <c:pt idx="6318">
                  <c:v>407.37816877802499</c:v>
                </c:pt>
                <c:pt idx="6319">
                  <c:v>410.22121099788501</c:v>
                </c:pt>
                <c:pt idx="6320">
                  <c:v>415.49237036514398</c:v>
                </c:pt>
                <c:pt idx="6321">
                  <c:v>416.91087852714003</c:v>
                </c:pt>
                <c:pt idx="6322">
                  <c:v>418.57764663642803</c:v>
                </c:pt>
                <c:pt idx="6323">
                  <c:v>417.72766744257399</c:v>
                </c:pt>
                <c:pt idx="6324">
                  <c:v>411.22695704386001</c:v>
                </c:pt>
                <c:pt idx="6325">
                  <c:v>408.08611714841601</c:v>
                </c:pt>
                <c:pt idx="6326">
                  <c:v>415.80599255211598</c:v>
                </c:pt>
                <c:pt idx="6327">
                  <c:v>420.74671353745902</c:v>
                </c:pt>
                <c:pt idx="6328">
                  <c:v>420.44690323233198</c:v>
                </c:pt>
                <c:pt idx="6329">
                  <c:v>420.370445954741</c:v>
                </c:pt>
                <c:pt idx="6330">
                  <c:v>424.99762935332001</c:v>
                </c:pt>
                <c:pt idx="6331">
                  <c:v>426.05801675249802</c:v>
                </c:pt>
                <c:pt idx="6332">
                  <c:v>420.53303010042902</c:v>
                </c:pt>
                <c:pt idx="6333">
                  <c:v>426.690791229095</c:v>
                </c:pt>
                <c:pt idx="6334">
                  <c:v>431.15034586893597</c:v>
                </c:pt>
                <c:pt idx="6335">
                  <c:v>437.48750167529698</c:v>
                </c:pt>
                <c:pt idx="6336">
                  <c:v>432.95809086531199</c:v>
                </c:pt>
                <c:pt idx="6337">
                  <c:v>430.29944336712299</c:v>
                </c:pt>
                <c:pt idx="6338">
                  <c:v>435.83834533271801</c:v>
                </c:pt>
                <c:pt idx="6339">
                  <c:v>431.00950438182701</c:v>
                </c:pt>
                <c:pt idx="6340">
                  <c:v>427.20374870448001</c:v>
                </c:pt>
                <c:pt idx="6341">
                  <c:v>428.14129840149798</c:v>
                </c:pt>
                <c:pt idx="6342">
                  <c:v>433.04239590701002</c:v>
                </c:pt>
                <c:pt idx="6343">
                  <c:v>432.92160388368001</c:v>
                </c:pt>
                <c:pt idx="6344">
                  <c:v>434.12214031332098</c:v>
                </c:pt>
                <c:pt idx="6345">
                  <c:v>428.13575751004697</c:v>
                </c:pt>
                <c:pt idx="6346">
                  <c:v>426.95150327139902</c:v>
                </c:pt>
                <c:pt idx="6347">
                  <c:v>418.39405423756</c:v>
                </c:pt>
                <c:pt idx="6348">
                  <c:v>417.73578130286597</c:v>
                </c:pt>
                <c:pt idx="6349">
                  <c:v>419.96265185421902</c:v>
                </c:pt>
                <c:pt idx="6350">
                  <c:v>415.536610419851</c:v>
                </c:pt>
                <c:pt idx="6351">
                  <c:v>416.81392927965402</c:v>
                </c:pt>
                <c:pt idx="6352">
                  <c:v>415.54882169631901</c:v>
                </c:pt>
                <c:pt idx="6353">
                  <c:v>413.58533716928298</c:v>
                </c:pt>
                <c:pt idx="6354">
                  <c:v>416.72098403938298</c:v>
                </c:pt>
                <c:pt idx="6355">
                  <c:v>423.449617706271</c:v>
                </c:pt>
                <c:pt idx="6356">
                  <c:v>423.740612795738</c:v>
                </c:pt>
                <c:pt idx="6357">
                  <c:v>417.246469769339</c:v>
                </c:pt>
                <c:pt idx="6358">
                  <c:v>417.83684726615598</c:v>
                </c:pt>
                <c:pt idx="6359">
                  <c:v>410.123656728112</c:v>
                </c:pt>
                <c:pt idx="6360">
                  <c:v>404.18567180129401</c:v>
                </c:pt>
                <c:pt idx="6361">
                  <c:v>403.57566048281097</c:v>
                </c:pt>
                <c:pt idx="6362">
                  <c:v>410.224718320313</c:v>
                </c:pt>
                <c:pt idx="6363">
                  <c:v>407.36097431002997</c:v>
                </c:pt>
                <c:pt idx="6364">
                  <c:v>414.515504672617</c:v>
                </c:pt>
                <c:pt idx="6365">
                  <c:v>409.94737689524101</c:v>
                </c:pt>
                <c:pt idx="6366">
                  <c:v>413.603610802042</c:v>
                </c:pt>
                <c:pt idx="6367">
                  <c:v>418.973567612137</c:v>
                </c:pt>
                <c:pt idx="6368">
                  <c:v>412.07571616701699</c:v>
                </c:pt>
                <c:pt idx="6369">
                  <c:v>413.30581224194998</c:v>
                </c:pt>
                <c:pt idx="6370">
                  <c:v>415.63600710751803</c:v>
                </c:pt>
                <c:pt idx="6371">
                  <c:v>416.32071987582702</c:v>
                </c:pt>
                <c:pt idx="6372">
                  <c:v>415.665709951152</c:v>
                </c:pt>
                <c:pt idx="6373">
                  <c:v>421.58382201631798</c:v>
                </c:pt>
                <c:pt idx="6374">
                  <c:v>423.99299742693398</c:v>
                </c:pt>
                <c:pt idx="6375">
                  <c:v>430.11434421409501</c:v>
                </c:pt>
                <c:pt idx="6376">
                  <c:v>431.70462974584302</c:v>
                </c:pt>
                <c:pt idx="6377">
                  <c:v>429.20232356346003</c:v>
                </c:pt>
                <c:pt idx="6378">
                  <c:v>428.13222589120102</c:v>
                </c:pt>
                <c:pt idx="6379">
                  <c:v>429.66493015460799</c:v>
                </c:pt>
                <c:pt idx="6380">
                  <c:v>430.09340343174898</c:v>
                </c:pt>
                <c:pt idx="6381">
                  <c:v>430.075469151427</c:v>
                </c:pt>
                <c:pt idx="6382">
                  <c:v>428.297479748927</c:v>
                </c:pt>
                <c:pt idx="6383">
                  <c:v>433.97698187427301</c:v>
                </c:pt>
                <c:pt idx="6384">
                  <c:v>433.07920606412699</c:v>
                </c:pt>
                <c:pt idx="6385">
                  <c:v>434.51144977906802</c:v>
                </c:pt>
                <c:pt idx="6386">
                  <c:v>434.88278270182201</c:v>
                </c:pt>
                <c:pt idx="6387">
                  <c:v>434.84603206847498</c:v>
                </c:pt>
                <c:pt idx="6388">
                  <c:v>432.25794110635798</c:v>
                </c:pt>
                <c:pt idx="6389">
                  <c:v>432.64824370976902</c:v>
                </c:pt>
                <c:pt idx="6390">
                  <c:v>433.01701763123799</c:v>
                </c:pt>
                <c:pt idx="6391">
                  <c:v>426.17023506539698</c:v>
                </c:pt>
                <c:pt idx="6392">
                  <c:v>424.53294778911999</c:v>
                </c:pt>
                <c:pt idx="6393">
                  <c:v>432.83988163385197</c:v>
                </c:pt>
                <c:pt idx="6394">
                  <c:v>436.412120644335</c:v>
                </c:pt>
                <c:pt idx="6395">
                  <c:v>436.24313225737899</c:v>
                </c:pt>
                <c:pt idx="6396">
                  <c:v>431.18907735518098</c:v>
                </c:pt>
                <c:pt idx="6397">
                  <c:v>428.17167927537503</c:v>
                </c:pt>
                <c:pt idx="6398">
                  <c:v>425.08026885975403</c:v>
                </c:pt>
                <c:pt idx="6399">
                  <c:v>432.93420080994099</c:v>
                </c:pt>
                <c:pt idx="6400">
                  <c:v>433.12989107961903</c:v>
                </c:pt>
                <c:pt idx="6401">
                  <c:v>431.146469068356</c:v>
                </c:pt>
                <c:pt idx="6402">
                  <c:v>433.07956770200798</c:v>
                </c:pt>
                <c:pt idx="6403">
                  <c:v>432.34470056747301</c:v>
                </c:pt>
                <c:pt idx="6404">
                  <c:v>431.66014460120698</c:v>
                </c:pt>
                <c:pt idx="6405">
                  <c:v>432.93743084958101</c:v>
                </c:pt>
                <c:pt idx="6406">
                  <c:v>430.175529185703</c:v>
                </c:pt>
                <c:pt idx="6407">
                  <c:v>435.29105841964298</c:v>
                </c:pt>
                <c:pt idx="6408">
                  <c:v>439.40244386350003</c:v>
                </c:pt>
                <c:pt idx="6409">
                  <c:v>438.766986372497</c:v>
                </c:pt>
                <c:pt idx="6410">
                  <c:v>438.83511661452599</c:v>
                </c:pt>
                <c:pt idx="6411">
                  <c:v>433.90990004857503</c:v>
                </c:pt>
                <c:pt idx="6412">
                  <c:v>430.73462070389201</c:v>
                </c:pt>
                <c:pt idx="6413">
                  <c:v>434.50699955374398</c:v>
                </c:pt>
                <c:pt idx="6414">
                  <c:v>440.17715381178903</c:v>
                </c:pt>
                <c:pt idx="6415">
                  <c:v>440.18428867699902</c:v>
                </c:pt>
                <c:pt idx="6416">
                  <c:v>437.49481491180097</c:v>
                </c:pt>
                <c:pt idx="6417">
                  <c:v>441.80659574106897</c:v>
                </c:pt>
                <c:pt idx="6418">
                  <c:v>448.22750397560498</c:v>
                </c:pt>
                <c:pt idx="6419">
                  <c:v>447.330352442861</c:v>
                </c:pt>
                <c:pt idx="6420">
                  <c:v>448.38270725567298</c:v>
                </c:pt>
                <c:pt idx="6421">
                  <c:v>446.67348360644502</c:v>
                </c:pt>
                <c:pt idx="6422">
                  <c:v>449.43769821693002</c:v>
                </c:pt>
                <c:pt idx="6423">
                  <c:v>449.95366483639901</c:v>
                </c:pt>
                <c:pt idx="6424">
                  <c:v>454.14846527446099</c:v>
                </c:pt>
                <c:pt idx="6425">
                  <c:v>457.29604205365803</c:v>
                </c:pt>
                <c:pt idx="6426">
                  <c:v>457.67107417461699</c:v>
                </c:pt>
                <c:pt idx="6427">
                  <c:v>463.245160651655</c:v>
                </c:pt>
                <c:pt idx="6428">
                  <c:v>461.54431242786097</c:v>
                </c:pt>
                <c:pt idx="6429">
                  <c:v>459.358358346312</c:v>
                </c:pt>
                <c:pt idx="6430">
                  <c:v>456.948904448127</c:v>
                </c:pt>
                <c:pt idx="6431">
                  <c:v>458.64459668977099</c:v>
                </c:pt>
                <c:pt idx="6432">
                  <c:v>455.13195216131999</c:v>
                </c:pt>
                <c:pt idx="6433">
                  <c:v>453.08997364089498</c:v>
                </c:pt>
                <c:pt idx="6434">
                  <c:v>458.27981204128997</c:v>
                </c:pt>
                <c:pt idx="6435">
                  <c:v>458.11845417686101</c:v>
                </c:pt>
                <c:pt idx="6436">
                  <c:v>460.16782692504302</c:v>
                </c:pt>
                <c:pt idx="6437">
                  <c:v>465.81340923269897</c:v>
                </c:pt>
                <c:pt idx="6438">
                  <c:v>466.35899890801198</c:v>
                </c:pt>
                <c:pt idx="6439">
                  <c:v>465.44115287442497</c:v>
                </c:pt>
                <c:pt idx="6440">
                  <c:v>461.75326914781402</c:v>
                </c:pt>
                <c:pt idx="6441">
                  <c:v>460.43046471849101</c:v>
                </c:pt>
                <c:pt idx="6442">
                  <c:v>461.53713668962598</c:v>
                </c:pt>
                <c:pt idx="6443">
                  <c:v>464.648977606362</c:v>
                </c:pt>
                <c:pt idx="6444">
                  <c:v>468.09297943918699</c:v>
                </c:pt>
                <c:pt idx="6445">
                  <c:v>472.05796488709001</c:v>
                </c:pt>
                <c:pt idx="6446">
                  <c:v>471.57424527267398</c:v>
                </c:pt>
                <c:pt idx="6447">
                  <c:v>473.39262086271401</c:v>
                </c:pt>
                <c:pt idx="6448">
                  <c:v>476.76124616773802</c:v>
                </c:pt>
                <c:pt idx="6449">
                  <c:v>477.88535789490601</c:v>
                </c:pt>
                <c:pt idx="6450">
                  <c:v>474.65643226701502</c:v>
                </c:pt>
                <c:pt idx="6451">
                  <c:v>474.81039742678098</c:v>
                </c:pt>
                <c:pt idx="6452">
                  <c:v>476.726234194239</c:v>
                </c:pt>
                <c:pt idx="6453">
                  <c:v>478.068212689848</c:v>
                </c:pt>
                <c:pt idx="6454">
                  <c:v>477.99369028073301</c:v>
                </c:pt>
                <c:pt idx="6455">
                  <c:v>474.92274072238502</c:v>
                </c:pt>
                <c:pt idx="6456">
                  <c:v>479.61391305669599</c:v>
                </c:pt>
                <c:pt idx="6457">
                  <c:v>480.31831049799501</c:v>
                </c:pt>
                <c:pt idx="6458">
                  <c:v>479.03801027934298</c:v>
                </c:pt>
                <c:pt idx="6459">
                  <c:v>472.408819071126</c:v>
                </c:pt>
                <c:pt idx="6460">
                  <c:v>471.20427828640197</c:v>
                </c:pt>
                <c:pt idx="6461">
                  <c:v>468.70774995467298</c:v>
                </c:pt>
                <c:pt idx="6462">
                  <c:v>472.93734188751</c:v>
                </c:pt>
                <c:pt idx="6463">
                  <c:v>470.94172699902703</c:v>
                </c:pt>
                <c:pt idx="6464">
                  <c:v>467.62760023502199</c:v>
                </c:pt>
                <c:pt idx="6465">
                  <c:v>467.74489986549298</c:v>
                </c:pt>
                <c:pt idx="6466">
                  <c:v>467.24456380289001</c:v>
                </c:pt>
                <c:pt idx="6467">
                  <c:v>469.93074435068598</c:v>
                </c:pt>
                <c:pt idx="6468">
                  <c:v>464.50272645490497</c:v>
                </c:pt>
                <c:pt idx="6469">
                  <c:v>460.993664273067</c:v>
                </c:pt>
                <c:pt idx="6470">
                  <c:v>457.43772914923301</c:v>
                </c:pt>
                <c:pt idx="6471">
                  <c:v>457.36984515959801</c:v>
                </c:pt>
                <c:pt idx="6472">
                  <c:v>460.51592008853299</c:v>
                </c:pt>
                <c:pt idx="6473">
                  <c:v>459.23683276993302</c:v>
                </c:pt>
                <c:pt idx="6474">
                  <c:v>464.30937206722098</c:v>
                </c:pt>
                <c:pt idx="6475">
                  <c:v>458.06101611625598</c:v>
                </c:pt>
                <c:pt idx="6476">
                  <c:v>461.13729653056703</c:v>
                </c:pt>
                <c:pt idx="6477">
                  <c:v>464.026129931345</c:v>
                </c:pt>
                <c:pt idx="6478">
                  <c:v>470.75901876854198</c:v>
                </c:pt>
                <c:pt idx="6479">
                  <c:v>472.562827991826</c:v>
                </c:pt>
                <c:pt idx="6480">
                  <c:v>471.80885408826498</c:v>
                </c:pt>
                <c:pt idx="6481">
                  <c:v>472.65725310550403</c:v>
                </c:pt>
                <c:pt idx="6482">
                  <c:v>470.674825511302</c:v>
                </c:pt>
                <c:pt idx="6483">
                  <c:v>467.39426036235398</c:v>
                </c:pt>
                <c:pt idx="6484">
                  <c:v>465.89260810225699</c:v>
                </c:pt>
                <c:pt idx="6485">
                  <c:v>466.55739047157101</c:v>
                </c:pt>
                <c:pt idx="6486">
                  <c:v>469.694773086319</c:v>
                </c:pt>
                <c:pt idx="6487">
                  <c:v>467.01956426142499</c:v>
                </c:pt>
                <c:pt idx="6488">
                  <c:v>467.59911333208998</c:v>
                </c:pt>
                <c:pt idx="6489">
                  <c:v>471.54032662961998</c:v>
                </c:pt>
                <c:pt idx="6490">
                  <c:v>465.80660280324599</c:v>
                </c:pt>
                <c:pt idx="6491">
                  <c:v>466.14337423038501</c:v>
                </c:pt>
                <c:pt idx="6492">
                  <c:v>465.13999369966501</c:v>
                </c:pt>
                <c:pt idx="6493">
                  <c:v>460.77072853820101</c:v>
                </c:pt>
                <c:pt idx="6494">
                  <c:v>453.21382183869201</c:v>
                </c:pt>
                <c:pt idx="6495">
                  <c:v>452.17261111371801</c:v>
                </c:pt>
                <c:pt idx="6496">
                  <c:v>453.99256681846703</c:v>
                </c:pt>
                <c:pt idx="6497">
                  <c:v>447.30252404473799</c:v>
                </c:pt>
                <c:pt idx="6498">
                  <c:v>447.40521398708</c:v>
                </c:pt>
                <c:pt idx="6499">
                  <c:v>450.04207580205798</c:v>
                </c:pt>
                <c:pt idx="6500">
                  <c:v>448.82291423905298</c:v>
                </c:pt>
                <c:pt idx="6501">
                  <c:v>448.858143343834</c:v>
                </c:pt>
                <c:pt idx="6502">
                  <c:v>442.68924325448</c:v>
                </c:pt>
                <c:pt idx="6503">
                  <c:v>446.27916523519201</c:v>
                </c:pt>
                <c:pt idx="6504">
                  <c:v>445.69665125985</c:v>
                </c:pt>
                <c:pt idx="6505">
                  <c:v>450.96318392994601</c:v>
                </c:pt>
                <c:pt idx="6506">
                  <c:v>453.80547593535198</c:v>
                </c:pt>
                <c:pt idx="6507">
                  <c:v>456.16891969718199</c:v>
                </c:pt>
                <c:pt idx="6508">
                  <c:v>458.12698172424399</c:v>
                </c:pt>
                <c:pt idx="6509">
                  <c:v>455.26541514285299</c:v>
                </c:pt>
                <c:pt idx="6510">
                  <c:v>452.98126724369598</c:v>
                </c:pt>
                <c:pt idx="6511">
                  <c:v>457.78049057959601</c:v>
                </c:pt>
                <c:pt idx="6512">
                  <c:v>457.73456017249902</c:v>
                </c:pt>
                <c:pt idx="6513">
                  <c:v>451.601491852881</c:v>
                </c:pt>
                <c:pt idx="6514">
                  <c:v>447.77029837356002</c:v>
                </c:pt>
                <c:pt idx="6515">
                  <c:v>442.13517718936703</c:v>
                </c:pt>
                <c:pt idx="6516">
                  <c:v>441.39034840829299</c:v>
                </c:pt>
                <c:pt idx="6517">
                  <c:v>444.59669619150901</c:v>
                </c:pt>
                <c:pt idx="6518">
                  <c:v>438.22118989274998</c:v>
                </c:pt>
                <c:pt idx="6519">
                  <c:v>433.03651296259198</c:v>
                </c:pt>
                <c:pt idx="6520">
                  <c:v>430.958114749782</c:v>
                </c:pt>
                <c:pt idx="6521">
                  <c:v>436.13304805479203</c:v>
                </c:pt>
                <c:pt idx="6522">
                  <c:v>438.95760469410402</c:v>
                </c:pt>
                <c:pt idx="6523">
                  <c:v>443.568730254738</c:v>
                </c:pt>
                <c:pt idx="6524">
                  <c:v>451.93379475718802</c:v>
                </c:pt>
                <c:pt idx="6525">
                  <c:v>456.179106343331</c:v>
                </c:pt>
                <c:pt idx="6526">
                  <c:v>456.97906820964801</c:v>
                </c:pt>
                <c:pt idx="6527">
                  <c:v>458.27707174296</c:v>
                </c:pt>
                <c:pt idx="6528">
                  <c:v>458.73809750272198</c:v>
                </c:pt>
                <c:pt idx="6529">
                  <c:v>455.029235852336</c:v>
                </c:pt>
                <c:pt idx="6530">
                  <c:v>462.135722315561</c:v>
                </c:pt>
                <c:pt idx="6531">
                  <c:v>461.74951749621601</c:v>
                </c:pt>
                <c:pt idx="6532">
                  <c:v>470.55700116058398</c:v>
                </c:pt>
                <c:pt idx="6533">
                  <c:v>471.30823008289701</c:v>
                </c:pt>
                <c:pt idx="6534">
                  <c:v>471.86973995930299</c:v>
                </c:pt>
                <c:pt idx="6535">
                  <c:v>472.47413265992702</c:v>
                </c:pt>
                <c:pt idx="6536">
                  <c:v>475.96582439072199</c:v>
                </c:pt>
                <c:pt idx="6537">
                  <c:v>475.00436061390701</c:v>
                </c:pt>
                <c:pt idx="6538">
                  <c:v>476.93314024538898</c:v>
                </c:pt>
                <c:pt idx="6539">
                  <c:v>477.21741772387799</c:v>
                </c:pt>
                <c:pt idx="6540">
                  <c:v>476.28512099857198</c:v>
                </c:pt>
                <c:pt idx="6541">
                  <c:v>476.75220386191802</c:v>
                </c:pt>
                <c:pt idx="6542">
                  <c:v>476.30126823072902</c:v>
                </c:pt>
                <c:pt idx="6543">
                  <c:v>478.10327007279898</c:v>
                </c:pt>
                <c:pt idx="6544">
                  <c:v>480.91182546902201</c:v>
                </c:pt>
                <c:pt idx="6545">
                  <c:v>478.31081880604501</c:v>
                </c:pt>
                <c:pt idx="6546">
                  <c:v>478.038829188112</c:v>
                </c:pt>
                <c:pt idx="6547">
                  <c:v>476.17096312808098</c:v>
                </c:pt>
                <c:pt idx="6548">
                  <c:v>479.965060959406</c:v>
                </c:pt>
                <c:pt idx="6549">
                  <c:v>481.93136428311601</c:v>
                </c:pt>
                <c:pt idx="6550">
                  <c:v>483.82256375772698</c:v>
                </c:pt>
                <c:pt idx="6551">
                  <c:v>486.04791426216298</c:v>
                </c:pt>
                <c:pt idx="6552">
                  <c:v>492.68278857556601</c:v>
                </c:pt>
                <c:pt idx="6553">
                  <c:v>493.98701266030798</c:v>
                </c:pt>
                <c:pt idx="6554">
                  <c:v>493.949199178578</c:v>
                </c:pt>
                <c:pt idx="6555">
                  <c:v>496.18547346691702</c:v>
                </c:pt>
                <c:pt idx="6556">
                  <c:v>499.09622880171702</c:v>
                </c:pt>
                <c:pt idx="6557">
                  <c:v>491.76804985297002</c:v>
                </c:pt>
                <c:pt idx="6558">
                  <c:v>496.833330508762</c:v>
                </c:pt>
                <c:pt idx="6559">
                  <c:v>497.65872383022401</c:v>
                </c:pt>
                <c:pt idx="6560">
                  <c:v>499.76455887595102</c:v>
                </c:pt>
                <c:pt idx="6561">
                  <c:v>500.479255200588</c:v>
                </c:pt>
                <c:pt idx="6562">
                  <c:v>500.66436894506597</c:v>
                </c:pt>
                <c:pt idx="6563">
                  <c:v>499.24946732160998</c:v>
                </c:pt>
                <c:pt idx="6564">
                  <c:v>496.42343395857603</c:v>
                </c:pt>
                <c:pt idx="6565">
                  <c:v>492.44411648081399</c:v>
                </c:pt>
                <c:pt idx="6566">
                  <c:v>490.75528687825499</c:v>
                </c:pt>
                <c:pt idx="6567">
                  <c:v>491.65218126477401</c:v>
                </c:pt>
                <c:pt idx="6568">
                  <c:v>498.59088101972998</c:v>
                </c:pt>
                <c:pt idx="6569">
                  <c:v>497.85393959928598</c:v>
                </c:pt>
                <c:pt idx="6570">
                  <c:v>500.67501748433602</c:v>
                </c:pt>
                <c:pt idx="6571">
                  <c:v>500.339383272026</c:v>
                </c:pt>
                <c:pt idx="6572">
                  <c:v>500.71499550566898</c:v>
                </c:pt>
                <c:pt idx="6573">
                  <c:v>498.84614007507798</c:v>
                </c:pt>
                <c:pt idx="6574">
                  <c:v>496.04439411291702</c:v>
                </c:pt>
                <c:pt idx="6575">
                  <c:v>500.41214649549602</c:v>
                </c:pt>
                <c:pt idx="6576">
                  <c:v>506.57435884903299</c:v>
                </c:pt>
                <c:pt idx="6577">
                  <c:v>507.68533329229899</c:v>
                </c:pt>
                <c:pt idx="6578">
                  <c:v>509.16859092135502</c:v>
                </c:pt>
                <c:pt idx="6579">
                  <c:v>509.58278432453699</c:v>
                </c:pt>
                <c:pt idx="6580">
                  <c:v>512.26246367844203</c:v>
                </c:pt>
                <c:pt idx="6581">
                  <c:v>511.929088640271</c:v>
                </c:pt>
                <c:pt idx="6582">
                  <c:v>515.79744770360605</c:v>
                </c:pt>
                <c:pt idx="6583">
                  <c:v>515.488161242258</c:v>
                </c:pt>
                <c:pt idx="6584">
                  <c:v>507.18517644247902</c:v>
                </c:pt>
                <c:pt idx="6585">
                  <c:v>513.52250827993805</c:v>
                </c:pt>
                <c:pt idx="6586">
                  <c:v>519.00919949343097</c:v>
                </c:pt>
                <c:pt idx="6587">
                  <c:v>517.35460362592698</c:v>
                </c:pt>
                <c:pt idx="6588">
                  <c:v>518.55039828551799</c:v>
                </c:pt>
                <c:pt idx="6589">
                  <c:v>522.82351339272202</c:v>
                </c:pt>
                <c:pt idx="6590">
                  <c:v>523.12176768548204</c:v>
                </c:pt>
                <c:pt idx="6591">
                  <c:v>526.12608071825196</c:v>
                </c:pt>
                <c:pt idx="6592">
                  <c:v>525.62743099364695</c:v>
                </c:pt>
                <c:pt idx="6593">
                  <c:v>518.43918306242699</c:v>
                </c:pt>
                <c:pt idx="6594">
                  <c:v>523.40591095544903</c:v>
                </c:pt>
                <c:pt idx="6595">
                  <c:v>526.45328790042504</c:v>
                </c:pt>
                <c:pt idx="6596">
                  <c:v>523.92384872729394</c:v>
                </c:pt>
                <c:pt idx="6597">
                  <c:v>520.77781734405403</c:v>
                </c:pt>
                <c:pt idx="6598">
                  <c:v>521.43573349037501</c:v>
                </c:pt>
                <c:pt idx="6599">
                  <c:v>532.45053722488694</c:v>
                </c:pt>
                <c:pt idx="6600">
                  <c:v>532.63553983807901</c:v>
                </c:pt>
                <c:pt idx="6601">
                  <c:v>530.61864284936701</c:v>
                </c:pt>
                <c:pt idx="6602">
                  <c:v>531.52423255765302</c:v>
                </c:pt>
                <c:pt idx="6603">
                  <c:v>530.64229703373701</c:v>
                </c:pt>
                <c:pt idx="6604">
                  <c:v>533.41736444025901</c:v>
                </c:pt>
                <c:pt idx="6605">
                  <c:v>537.68932374927897</c:v>
                </c:pt>
                <c:pt idx="6606">
                  <c:v>537.04722134014798</c:v>
                </c:pt>
                <c:pt idx="6607">
                  <c:v>531.573581324987</c:v>
                </c:pt>
                <c:pt idx="6608">
                  <c:v>534.30575241979398</c:v>
                </c:pt>
                <c:pt idx="6609">
                  <c:v>539.811522155033</c:v>
                </c:pt>
                <c:pt idx="6610">
                  <c:v>536.28753316482403</c:v>
                </c:pt>
                <c:pt idx="6611">
                  <c:v>535.68523711614603</c:v>
                </c:pt>
                <c:pt idx="6612">
                  <c:v>541.68595530793402</c:v>
                </c:pt>
                <c:pt idx="6613">
                  <c:v>540.64390340662203</c:v>
                </c:pt>
                <c:pt idx="6614">
                  <c:v>539.09147154004995</c:v>
                </c:pt>
                <c:pt idx="6615">
                  <c:v>535.59642212113397</c:v>
                </c:pt>
                <c:pt idx="6616">
                  <c:v>538.98026654546504</c:v>
                </c:pt>
                <c:pt idx="6617">
                  <c:v>542.02525185841603</c:v>
                </c:pt>
                <c:pt idx="6618">
                  <c:v>546.85191917388204</c:v>
                </c:pt>
                <c:pt idx="6619">
                  <c:v>548.62181256196197</c:v>
                </c:pt>
                <c:pt idx="6620">
                  <c:v>547.85221473619401</c:v>
                </c:pt>
                <c:pt idx="6621">
                  <c:v>546.17821067067405</c:v>
                </c:pt>
                <c:pt idx="6622">
                  <c:v>544.64980144955496</c:v>
                </c:pt>
                <c:pt idx="6623">
                  <c:v>549.35033838094603</c:v>
                </c:pt>
                <c:pt idx="6624">
                  <c:v>549.96382680159195</c:v>
                </c:pt>
                <c:pt idx="6625">
                  <c:v>548.85628501095698</c:v>
                </c:pt>
                <c:pt idx="6626">
                  <c:v>544.88288531631599</c:v>
                </c:pt>
                <c:pt idx="6627">
                  <c:v>545.47687785770495</c:v>
                </c:pt>
                <c:pt idx="6628">
                  <c:v>538.74910826830796</c:v>
                </c:pt>
                <c:pt idx="6629">
                  <c:v>544.72840037938897</c:v>
                </c:pt>
                <c:pt idx="6630">
                  <c:v>544.52500835202102</c:v>
                </c:pt>
                <c:pt idx="6631">
                  <c:v>545.31199888815001</c:v>
                </c:pt>
                <c:pt idx="6632">
                  <c:v>540.15488660251503</c:v>
                </c:pt>
                <c:pt idx="6633">
                  <c:v>544.17592348604899</c:v>
                </c:pt>
                <c:pt idx="6634">
                  <c:v>536.25777916148695</c:v>
                </c:pt>
                <c:pt idx="6635">
                  <c:v>529.81112889347799</c:v>
                </c:pt>
                <c:pt idx="6636">
                  <c:v>528.72241419725299</c:v>
                </c:pt>
                <c:pt idx="6637">
                  <c:v>525.66548445134595</c:v>
                </c:pt>
                <c:pt idx="6638">
                  <c:v>524.50520772597497</c:v>
                </c:pt>
                <c:pt idx="6639">
                  <c:v>519.91154443532196</c:v>
                </c:pt>
                <c:pt idx="6640">
                  <c:v>524.45097807708999</c:v>
                </c:pt>
                <c:pt idx="6641">
                  <c:v>530.72547907130797</c:v>
                </c:pt>
                <c:pt idx="6642">
                  <c:v>530.83823228266897</c:v>
                </c:pt>
                <c:pt idx="6643">
                  <c:v>528.40859450301696</c:v>
                </c:pt>
                <c:pt idx="6644">
                  <c:v>533.80389898034502</c:v>
                </c:pt>
                <c:pt idx="6645">
                  <c:v>535.50005838018296</c:v>
                </c:pt>
                <c:pt idx="6646">
                  <c:v>527.07679280505704</c:v>
                </c:pt>
                <c:pt idx="6647">
                  <c:v>525.265333933791</c:v>
                </c:pt>
                <c:pt idx="6648">
                  <c:v>530.06021248495495</c:v>
                </c:pt>
                <c:pt idx="6649">
                  <c:v>536.71620541981599</c:v>
                </c:pt>
                <c:pt idx="6650">
                  <c:v>542.25881220157305</c:v>
                </c:pt>
                <c:pt idx="6651">
                  <c:v>542.98700667205105</c:v>
                </c:pt>
                <c:pt idx="6652">
                  <c:v>542.98416763131797</c:v>
                </c:pt>
                <c:pt idx="6653">
                  <c:v>545.74852681873995</c:v>
                </c:pt>
                <c:pt idx="6654">
                  <c:v>546.64803911958495</c:v>
                </c:pt>
                <c:pt idx="6655">
                  <c:v>546.51618537576599</c:v>
                </c:pt>
                <c:pt idx="6656">
                  <c:v>549.160615285071</c:v>
                </c:pt>
                <c:pt idx="6657">
                  <c:v>555.59447270353496</c:v>
                </c:pt>
                <c:pt idx="6658">
                  <c:v>554.43776999888405</c:v>
                </c:pt>
                <c:pt idx="6659">
                  <c:v>555.08369908031705</c:v>
                </c:pt>
                <c:pt idx="6660">
                  <c:v>555.59265925510897</c:v>
                </c:pt>
                <c:pt idx="6661">
                  <c:v>556.98262703370801</c:v>
                </c:pt>
                <c:pt idx="6662">
                  <c:v>555.47469360233401</c:v>
                </c:pt>
                <c:pt idx="6663">
                  <c:v>551.375137712173</c:v>
                </c:pt>
                <c:pt idx="6664">
                  <c:v>555.235252462944</c:v>
                </c:pt>
                <c:pt idx="6665">
                  <c:v>555.37413383117905</c:v>
                </c:pt>
                <c:pt idx="6666">
                  <c:v>551.28211832522197</c:v>
                </c:pt>
                <c:pt idx="6667">
                  <c:v>547.98799053336802</c:v>
                </c:pt>
                <c:pt idx="6668">
                  <c:v>552.38720381678604</c:v>
                </c:pt>
                <c:pt idx="6669">
                  <c:v>553.00364946092498</c:v>
                </c:pt>
                <c:pt idx="6670">
                  <c:v>553.83456201906995</c:v>
                </c:pt>
                <c:pt idx="6671">
                  <c:v>560.39655078182398</c:v>
                </c:pt>
                <c:pt idx="6672">
                  <c:v>560.28493182560499</c:v>
                </c:pt>
                <c:pt idx="6673">
                  <c:v>559.65962617498303</c:v>
                </c:pt>
                <c:pt idx="6674">
                  <c:v>561.10409168103797</c:v>
                </c:pt>
                <c:pt idx="6675">
                  <c:v>562.62467915531101</c:v>
                </c:pt>
                <c:pt idx="6676">
                  <c:v>567.40902754505998</c:v>
                </c:pt>
                <c:pt idx="6677">
                  <c:v>568.74012933892698</c:v>
                </c:pt>
                <c:pt idx="6678">
                  <c:v>568.51597763777602</c:v>
                </c:pt>
                <c:pt idx="6679">
                  <c:v>572.87347180626398</c:v>
                </c:pt>
                <c:pt idx="6680">
                  <c:v>574.31719606102604</c:v>
                </c:pt>
                <c:pt idx="6681">
                  <c:v>572.86673577073896</c:v>
                </c:pt>
                <c:pt idx="6682">
                  <c:v>571.97208926057101</c:v>
                </c:pt>
                <c:pt idx="6683">
                  <c:v>570.21903396182597</c:v>
                </c:pt>
                <c:pt idx="6684">
                  <c:v>572.46152712755202</c:v>
                </c:pt>
                <c:pt idx="6685">
                  <c:v>573.36232149298598</c:v>
                </c:pt>
                <c:pt idx="6686">
                  <c:v>573.88233042105503</c:v>
                </c:pt>
                <c:pt idx="6687">
                  <c:v>571.53889691747099</c:v>
                </c:pt>
                <c:pt idx="6688">
                  <c:v>573.06765232538805</c:v>
                </c:pt>
                <c:pt idx="6689">
                  <c:v>576.61828641744899</c:v>
                </c:pt>
                <c:pt idx="6690">
                  <c:v>579.54983600147295</c:v>
                </c:pt>
                <c:pt idx="6691">
                  <c:v>582.707807379879</c:v>
                </c:pt>
                <c:pt idx="6692">
                  <c:v>583.300209756664</c:v>
                </c:pt>
                <c:pt idx="6693">
                  <c:v>583.73293910598795</c:v>
                </c:pt>
                <c:pt idx="6694">
                  <c:v>589.69146039532802</c:v>
                </c:pt>
                <c:pt idx="6695">
                  <c:v>584.52421335198403</c:v>
                </c:pt>
                <c:pt idx="6696">
                  <c:v>587.74845712418698</c:v>
                </c:pt>
                <c:pt idx="6697">
                  <c:v>589.40925701878302</c:v>
                </c:pt>
                <c:pt idx="6698">
                  <c:v>593.175391666172</c:v>
                </c:pt>
                <c:pt idx="6699">
                  <c:v>584.91434900834599</c:v>
                </c:pt>
                <c:pt idx="6700">
                  <c:v>580.34260387171901</c:v>
                </c:pt>
                <c:pt idx="6701">
                  <c:v>576.19877473983001</c:v>
                </c:pt>
                <c:pt idx="6702">
                  <c:v>582.41709085178798</c:v>
                </c:pt>
                <c:pt idx="6703">
                  <c:v>581.50969971955101</c:v>
                </c:pt>
                <c:pt idx="6704">
                  <c:v>568.047694843062</c:v>
                </c:pt>
                <c:pt idx="6705">
                  <c:v>565.12690797357698</c:v>
                </c:pt>
                <c:pt idx="6706">
                  <c:v>571.39390827302304</c:v>
                </c:pt>
                <c:pt idx="6707">
                  <c:v>571.85874757531997</c:v>
                </c:pt>
                <c:pt idx="6708">
                  <c:v>569.02282820084895</c:v>
                </c:pt>
                <c:pt idx="6709">
                  <c:v>578.00940306621897</c:v>
                </c:pt>
                <c:pt idx="6710">
                  <c:v>570.09465326531995</c:v>
                </c:pt>
                <c:pt idx="6711">
                  <c:v>559.61516202775499</c:v>
                </c:pt>
                <c:pt idx="6712">
                  <c:v>542.84387817827201</c:v>
                </c:pt>
                <c:pt idx="6713">
                  <c:v>548.46411422731205</c:v>
                </c:pt>
                <c:pt idx="6714">
                  <c:v>544.22231186277997</c:v>
                </c:pt>
                <c:pt idx="6715">
                  <c:v>556.76241571945798</c:v>
                </c:pt>
                <c:pt idx="6716">
                  <c:v>559.36407331206897</c:v>
                </c:pt>
                <c:pt idx="6717">
                  <c:v>559.38718905574103</c:v>
                </c:pt>
                <c:pt idx="6718">
                  <c:v>568.81231187975698</c:v>
                </c:pt>
                <c:pt idx="6719">
                  <c:v>570.98723011465199</c:v>
                </c:pt>
                <c:pt idx="6720">
                  <c:v>580.19868477503405</c:v>
                </c:pt>
                <c:pt idx="6721">
                  <c:v>581.35347109493796</c:v>
                </c:pt>
                <c:pt idx="6722">
                  <c:v>587.00515594863998</c:v>
                </c:pt>
                <c:pt idx="6723">
                  <c:v>585.84098981877696</c:v>
                </c:pt>
                <c:pt idx="6724">
                  <c:v>588.324546268429</c:v>
                </c:pt>
                <c:pt idx="6725">
                  <c:v>583.06935045624402</c:v>
                </c:pt>
                <c:pt idx="6726">
                  <c:v>589.764061838982</c:v>
                </c:pt>
                <c:pt idx="6727">
                  <c:v>587.90410856739197</c:v>
                </c:pt>
                <c:pt idx="6728">
                  <c:v>588.84257494333497</c:v>
                </c:pt>
                <c:pt idx="6729">
                  <c:v>585.32313293968195</c:v>
                </c:pt>
                <c:pt idx="6730">
                  <c:v>585.30078733014204</c:v>
                </c:pt>
                <c:pt idx="6731">
                  <c:v>591.20758177901996</c:v>
                </c:pt>
                <c:pt idx="6732">
                  <c:v>578.70351718403799</c:v>
                </c:pt>
                <c:pt idx="6733">
                  <c:v>577.77557272886497</c:v>
                </c:pt>
                <c:pt idx="6734">
                  <c:v>576.03187870449995</c:v>
                </c:pt>
                <c:pt idx="6735">
                  <c:v>566.08982041067304</c:v>
                </c:pt>
                <c:pt idx="6736">
                  <c:v>572.64511690544703</c:v>
                </c:pt>
                <c:pt idx="6737">
                  <c:v>575.20613458016101</c:v>
                </c:pt>
                <c:pt idx="6738">
                  <c:v>581.34105316486102</c:v>
                </c:pt>
                <c:pt idx="6739">
                  <c:v>585.69850210634502</c:v>
                </c:pt>
                <c:pt idx="6740">
                  <c:v>588.86525021404805</c:v>
                </c:pt>
                <c:pt idx="6741">
                  <c:v>589.60516810202398</c:v>
                </c:pt>
                <c:pt idx="6742">
                  <c:v>589.76140296262497</c:v>
                </c:pt>
                <c:pt idx="6743">
                  <c:v>588.05306943365099</c:v>
                </c:pt>
                <c:pt idx="6744">
                  <c:v>598.03653837628201</c:v>
                </c:pt>
                <c:pt idx="6745">
                  <c:v>596.87540504952801</c:v>
                </c:pt>
                <c:pt idx="6746">
                  <c:v>598.55207124462402</c:v>
                </c:pt>
                <c:pt idx="6747">
                  <c:v>600.055196271353</c:v>
                </c:pt>
                <c:pt idx="6748">
                  <c:v>598.93872755700397</c:v>
                </c:pt>
                <c:pt idx="6749">
                  <c:v>601.35713721141701</c:v>
                </c:pt>
                <c:pt idx="6750">
                  <c:v>600.60412216393604</c:v>
                </c:pt>
                <c:pt idx="6751">
                  <c:v>603.14893064361695</c:v>
                </c:pt>
                <c:pt idx="6752">
                  <c:v>597.52475171873198</c:v>
                </c:pt>
                <c:pt idx="6753">
                  <c:v>597.60722656201006</c:v>
                </c:pt>
                <c:pt idx="6754">
                  <c:v>596.602653775269</c:v>
                </c:pt>
                <c:pt idx="6755">
                  <c:v>601.95396646930999</c:v>
                </c:pt>
                <c:pt idx="6756">
                  <c:v>596.18415523669296</c:v>
                </c:pt>
                <c:pt idx="6757">
                  <c:v>601.960738031049</c:v>
                </c:pt>
                <c:pt idx="6758">
                  <c:v>606.24256668292196</c:v>
                </c:pt>
                <c:pt idx="6759">
                  <c:v>604.98757496852704</c:v>
                </c:pt>
                <c:pt idx="6760">
                  <c:v>608.64909037563996</c:v>
                </c:pt>
                <c:pt idx="6761">
                  <c:v>613.33997797774896</c:v>
                </c:pt>
                <c:pt idx="6762">
                  <c:v>608.672800442876</c:v>
                </c:pt>
                <c:pt idx="6763">
                  <c:v>611.52130245238197</c:v>
                </c:pt>
                <c:pt idx="6764">
                  <c:v>611.41641321296095</c:v>
                </c:pt>
                <c:pt idx="6765">
                  <c:v>613.84424465301197</c:v>
                </c:pt>
                <c:pt idx="6766">
                  <c:v>612.72579355568598</c:v>
                </c:pt>
                <c:pt idx="6767">
                  <c:v>612.43482969992795</c:v>
                </c:pt>
                <c:pt idx="6768">
                  <c:v>606.80579737788605</c:v>
                </c:pt>
                <c:pt idx="6769">
                  <c:v>608.10751701759295</c:v>
                </c:pt>
                <c:pt idx="6770">
                  <c:v>607.92516284238002</c:v>
                </c:pt>
                <c:pt idx="6771">
                  <c:v>609.53713098242895</c:v>
                </c:pt>
                <c:pt idx="6772">
                  <c:v>610.52093862925096</c:v>
                </c:pt>
                <c:pt idx="6773">
                  <c:v>608.50635356150099</c:v>
                </c:pt>
                <c:pt idx="6774">
                  <c:v>597.17897432172094</c:v>
                </c:pt>
                <c:pt idx="6775">
                  <c:v>599.62333697870997</c:v>
                </c:pt>
                <c:pt idx="6776">
                  <c:v>597.936815599434</c:v>
                </c:pt>
                <c:pt idx="6777">
                  <c:v>605.27065206348198</c:v>
                </c:pt>
                <c:pt idx="6778">
                  <c:v>620.58239882405701</c:v>
                </c:pt>
                <c:pt idx="6779">
                  <c:v>625.19396680577995</c:v>
                </c:pt>
                <c:pt idx="6780">
                  <c:v>627.54211255795599</c:v>
                </c:pt>
                <c:pt idx="6781">
                  <c:v>628.15019790469296</c:v>
                </c:pt>
                <c:pt idx="6782">
                  <c:v>626.33345861052396</c:v>
                </c:pt>
                <c:pt idx="6783">
                  <c:v>626.478753782328</c:v>
                </c:pt>
                <c:pt idx="6784">
                  <c:v>622.68902257491402</c:v>
                </c:pt>
                <c:pt idx="6785">
                  <c:v>614.46686290807702</c:v>
                </c:pt>
                <c:pt idx="6786">
                  <c:v>616.87496883882602</c:v>
                </c:pt>
                <c:pt idx="6787">
                  <c:v>619.31937935067299</c:v>
                </c:pt>
                <c:pt idx="6788">
                  <c:v>619.33337370112895</c:v>
                </c:pt>
                <c:pt idx="6789">
                  <c:v>622.64048772722697</c:v>
                </c:pt>
                <c:pt idx="6790">
                  <c:v>624.80040658834901</c:v>
                </c:pt>
                <c:pt idx="6791">
                  <c:v>626.68686971677698</c:v>
                </c:pt>
                <c:pt idx="6792">
                  <c:v>630.27345545745402</c:v>
                </c:pt>
                <c:pt idx="6793">
                  <c:v>627.87712510454298</c:v>
                </c:pt>
                <c:pt idx="6794">
                  <c:v>631.39882900082898</c:v>
                </c:pt>
                <c:pt idx="6795">
                  <c:v>632.94388153860996</c:v>
                </c:pt>
                <c:pt idx="6796">
                  <c:v>633.23024428253598</c:v>
                </c:pt>
                <c:pt idx="6797">
                  <c:v>637.06167630675805</c:v>
                </c:pt>
                <c:pt idx="6798">
                  <c:v>635.87053279797703</c:v>
                </c:pt>
                <c:pt idx="6799">
                  <c:v>637.45765849423105</c:v>
                </c:pt>
                <c:pt idx="6800">
                  <c:v>633.54077413642096</c:v>
                </c:pt>
                <c:pt idx="6801">
                  <c:v>631.66341646009596</c:v>
                </c:pt>
                <c:pt idx="6802">
                  <c:v>636.82117302992003</c:v>
                </c:pt>
                <c:pt idx="6803">
                  <c:v>633.37317362284398</c:v>
                </c:pt>
                <c:pt idx="6804">
                  <c:v>633.35692106772001</c:v>
                </c:pt>
                <c:pt idx="6805">
                  <c:v>635.76339394532204</c:v>
                </c:pt>
                <c:pt idx="6806">
                  <c:v>633.30652533889099</c:v>
                </c:pt>
                <c:pt idx="6807">
                  <c:v>614.62841207842496</c:v>
                </c:pt>
                <c:pt idx="6808">
                  <c:v>614.09639880801205</c:v>
                </c:pt>
                <c:pt idx="6809">
                  <c:v>620.77141898617106</c:v>
                </c:pt>
                <c:pt idx="6810">
                  <c:v>625.29548554285395</c:v>
                </c:pt>
                <c:pt idx="6811">
                  <c:v>632.19966264656398</c:v>
                </c:pt>
                <c:pt idx="6812">
                  <c:v>631.94377827699805</c:v>
                </c:pt>
                <c:pt idx="6813">
                  <c:v>624.956839441792</c:v>
                </c:pt>
                <c:pt idx="6814">
                  <c:v>618.26832736332096</c:v>
                </c:pt>
                <c:pt idx="6815">
                  <c:v>615.61938959745498</c:v>
                </c:pt>
                <c:pt idx="6816">
                  <c:v>614.25071362881397</c:v>
                </c:pt>
                <c:pt idx="6817">
                  <c:v>621.98791075481995</c:v>
                </c:pt>
                <c:pt idx="6818">
                  <c:v>625.43181211403601</c:v>
                </c:pt>
                <c:pt idx="6819">
                  <c:v>618.48762303493697</c:v>
                </c:pt>
                <c:pt idx="6820">
                  <c:v>619.45235831702598</c:v>
                </c:pt>
                <c:pt idx="6821">
                  <c:v>609.90626268147503</c:v>
                </c:pt>
                <c:pt idx="6822">
                  <c:v>610.86642975054701</c:v>
                </c:pt>
                <c:pt idx="6823">
                  <c:v>611.56696056843805</c:v>
                </c:pt>
                <c:pt idx="6824">
                  <c:v>622.76649762162003</c:v>
                </c:pt>
                <c:pt idx="6825">
                  <c:v>621.45075223115998</c:v>
                </c:pt>
                <c:pt idx="6826">
                  <c:v>627.66011567083399</c:v>
                </c:pt>
                <c:pt idx="6827">
                  <c:v>633.16329108465698</c:v>
                </c:pt>
                <c:pt idx="6828">
                  <c:v>637.04936471394399</c:v>
                </c:pt>
                <c:pt idx="6829">
                  <c:v>640.43399055288398</c:v>
                </c:pt>
                <c:pt idx="6830">
                  <c:v>638.60612595460304</c:v>
                </c:pt>
                <c:pt idx="6831">
                  <c:v>629.29421431351</c:v>
                </c:pt>
                <c:pt idx="6832">
                  <c:v>635.09519490169998</c:v>
                </c:pt>
                <c:pt idx="6833">
                  <c:v>632.12387465048596</c:v>
                </c:pt>
                <c:pt idx="6834">
                  <c:v>635.45892215725098</c:v>
                </c:pt>
                <c:pt idx="6835">
                  <c:v>632.25098742745001</c:v>
                </c:pt>
                <c:pt idx="6836">
                  <c:v>627.44058565893999</c:v>
                </c:pt>
                <c:pt idx="6837">
                  <c:v>631.97374802481102</c:v>
                </c:pt>
                <c:pt idx="6838">
                  <c:v>634.44429080272505</c:v>
                </c:pt>
                <c:pt idx="6839">
                  <c:v>636.756136236369</c:v>
                </c:pt>
                <c:pt idx="6840">
                  <c:v>630.72979786699796</c:v>
                </c:pt>
                <c:pt idx="6841">
                  <c:v>634.96363215928102</c:v>
                </c:pt>
                <c:pt idx="6842">
                  <c:v>635.17937797786897</c:v>
                </c:pt>
                <c:pt idx="6843">
                  <c:v>633.448588360705</c:v>
                </c:pt>
                <c:pt idx="6844">
                  <c:v>640.05354490080299</c:v>
                </c:pt>
                <c:pt idx="6845">
                  <c:v>640.00748031224998</c:v>
                </c:pt>
                <c:pt idx="6846">
                  <c:v>641.57253835678102</c:v>
                </c:pt>
                <c:pt idx="6847">
                  <c:v>643.09734524327996</c:v>
                </c:pt>
                <c:pt idx="6848">
                  <c:v>640.30989557632404</c:v>
                </c:pt>
                <c:pt idx="6849">
                  <c:v>629.38328029785805</c:v>
                </c:pt>
                <c:pt idx="6850">
                  <c:v>626.25568876844295</c:v>
                </c:pt>
                <c:pt idx="6851">
                  <c:v>623.32556280754204</c:v>
                </c:pt>
                <c:pt idx="6852">
                  <c:v>623.40995292268406</c:v>
                </c:pt>
                <c:pt idx="6853">
                  <c:v>613.52036608268304</c:v>
                </c:pt>
                <c:pt idx="6854">
                  <c:v>623.24731284960001</c:v>
                </c:pt>
                <c:pt idx="6855">
                  <c:v>612.27961300721404</c:v>
                </c:pt>
                <c:pt idx="6856">
                  <c:v>604.788485227769</c:v>
                </c:pt>
                <c:pt idx="6857">
                  <c:v>611.53710364665005</c:v>
                </c:pt>
                <c:pt idx="6858">
                  <c:v>600.64043442211403</c:v>
                </c:pt>
                <c:pt idx="6859">
                  <c:v>603.95599832609798</c:v>
                </c:pt>
                <c:pt idx="6860">
                  <c:v>587.66627094194496</c:v>
                </c:pt>
                <c:pt idx="6861">
                  <c:v>583.21853898977997</c:v>
                </c:pt>
                <c:pt idx="6862">
                  <c:v>586.06868977062004</c:v>
                </c:pt>
                <c:pt idx="6863">
                  <c:v>577.92749628891795</c:v>
                </c:pt>
                <c:pt idx="6864">
                  <c:v>590.21772756866005</c:v>
                </c:pt>
                <c:pt idx="6865">
                  <c:v>594.00432508065103</c:v>
                </c:pt>
                <c:pt idx="6866">
                  <c:v>587.67657617670795</c:v>
                </c:pt>
                <c:pt idx="6867">
                  <c:v>594.02210244415005</c:v>
                </c:pt>
                <c:pt idx="6868">
                  <c:v>592.724568481809</c:v>
                </c:pt>
                <c:pt idx="6869">
                  <c:v>593.213760920033</c:v>
                </c:pt>
                <c:pt idx="6870">
                  <c:v>603.68087733322295</c:v>
                </c:pt>
                <c:pt idx="6871">
                  <c:v>604.63170341857199</c:v>
                </c:pt>
                <c:pt idx="6872">
                  <c:v>597.88606185546803</c:v>
                </c:pt>
                <c:pt idx="6873">
                  <c:v>595.90879778234398</c:v>
                </c:pt>
                <c:pt idx="6874">
                  <c:v>584.14732928311503</c:v>
                </c:pt>
                <c:pt idx="6875">
                  <c:v>587.38252112388795</c:v>
                </c:pt>
                <c:pt idx="6876">
                  <c:v>589.60327477343606</c:v>
                </c:pt>
                <c:pt idx="6877">
                  <c:v>593.57061161527099</c:v>
                </c:pt>
                <c:pt idx="6878">
                  <c:v>564.84370926966096</c:v>
                </c:pt>
                <c:pt idx="6879">
                  <c:v>531.09437215096705</c:v>
                </c:pt>
                <c:pt idx="6880">
                  <c:v>529.85613560868899</c:v>
                </c:pt>
                <c:pt idx="6881">
                  <c:v>521.53760867379299</c:v>
                </c:pt>
                <c:pt idx="6882">
                  <c:v>571.16398282776197</c:v>
                </c:pt>
                <c:pt idx="6883">
                  <c:v>551.397778519996</c:v>
                </c:pt>
                <c:pt idx="6884">
                  <c:v>561.37319236152996</c:v>
                </c:pt>
                <c:pt idx="6885">
                  <c:v>565.833283385801</c:v>
                </c:pt>
                <c:pt idx="6886">
                  <c:v>564.85604789911395</c:v>
                </c:pt>
                <c:pt idx="6887">
                  <c:v>552.19814268206505</c:v>
                </c:pt>
                <c:pt idx="6888">
                  <c:v>552.93081614123003</c:v>
                </c:pt>
                <c:pt idx="6889">
                  <c:v>539.899799514356</c:v>
                </c:pt>
                <c:pt idx="6890">
                  <c:v>553.46064559279398</c:v>
                </c:pt>
                <c:pt idx="6891">
                  <c:v>562.681999693325</c:v>
                </c:pt>
                <c:pt idx="6892">
                  <c:v>574.08141145444597</c:v>
                </c:pt>
                <c:pt idx="6893">
                  <c:v>578.31328417295595</c:v>
                </c:pt>
                <c:pt idx="6894">
                  <c:v>578.68387521107002</c:v>
                </c:pt>
                <c:pt idx="6895">
                  <c:v>582.04176398196296</c:v>
                </c:pt>
                <c:pt idx="6896">
                  <c:v>582.90398523621604</c:v>
                </c:pt>
                <c:pt idx="6897">
                  <c:v>586.57539609466505</c:v>
                </c:pt>
                <c:pt idx="6898">
                  <c:v>595.21402837020605</c:v>
                </c:pt>
                <c:pt idx="6899">
                  <c:v>591.41528933145196</c:v>
                </c:pt>
                <c:pt idx="6900">
                  <c:v>586.86485257644199</c:v>
                </c:pt>
                <c:pt idx="6901">
                  <c:v>589.41640268192702</c:v>
                </c:pt>
                <c:pt idx="6902">
                  <c:v>592.83434254435497</c:v>
                </c:pt>
                <c:pt idx="6903">
                  <c:v>592.41283770736197</c:v>
                </c:pt>
                <c:pt idx="6904">
                  <c:v>611.70051191405298</c:v>
                </c:pt>
                <c:pt idx="6905">
                  <c:v>616.13489720064399</c:v>
                </c:pt>
                <c:pt idx="6906">
                  <c:v>616.76622245223905</c:v>
                </c:pt>
                <c:pt idx="6907">
                  <c:v>619.31401277483303</c:v>
                </c:pt>
                <c:pt idx="6908">
                  <c:v>623.65245212488003</c:v>
                </c:pt>
                <c:pt idx="6909">
                  <c:v>624.19974384084503</c:v>
                </c:pt>
                <c:pt idx="6910">
                  <c:v>621.77765805049501</c:v>
                </c:pt>
                <c:pt idx="6911">
                  <c:v>611.74504153583302</c:v>
                </c:pt>
                <c:pt idx="6912">
                  <c:v>611.47250451607897</c:v>
                </c:pt>
                <c:pt idx="6913">
                  <c:v>607.37022020369295</c:v>
                </c:pt>
                <c:pt idx="6914">
                  <c:v>619.79698080169999</c:v>
                </c:pt>
                <c:pt idx="6915">
                  <c:v>616.34421025552797</c:v>
                </c:pt>
                <c:pt idx="6916">
                  <c:v>618.81648763717601</c:v>
                </c:pt>
                <c:pt idx="6917">
                  <c:v>618.76561891630001</c:v>
                </c:pt>
                <c:pt idx="6918">
                  <c:v>621.30426662528998</c:v>
                </c:pt>
                <c:pt idx="6919">
                  <c:v>624.90770828164102</c:v>
                </c:pt>
                <c:pt idx="6920">
                  <c:v>624.95428510803504</c:v>
                </c:pt>
                <c:pt idx="6921">
                  <c:v>621.65619891130098</c:v>
                </c:pt>
                <c:pt idx="6922">
                  <c:v>628.04638211221402</c:v>
                </c:pt>
                <c:pt idx="6923">
                  <c:v>628.62502191125498</c:v>
                </c:pt>
                <c:pt idx="6924">
                  <c:v>632.07094315482095</c:v>
                </c:pt>
                <c:pt idx="6925">
                  <c:v>630.33715794303896</c:v>
                </c:pt>
                <c:pt idx="6926">
                  <c:v>632.74604076673302</c:v>
                </c:pt>
                <c:pt idx="6927">
                  <c:v>625.59827014215898</c:v>
                </c:pt>
                <c:pt idx="6928">
                  <c:v>631.47438716528598</c:v>
                </c:pt>
                <c:pt idx="6929">
                  <c:v>626.20022949855604</c:v>
                </c:pt>
                <c:pt idx="6930">
                  <c:v>626.00643697202304</c:v>
                </c:pt>
                <c:pt idx="6931">
                  <c:v>624.64302926790401</c:v>
                </c:pt>
                <c:pt idx="6932">
                  <c:v>630.64413213382102</c:v>
                </c:pt>
                <c:pt idx="6933">
                  <c:v>637.65763581350302</c:v>
                </c:pt>
                <c:pt idx="6934">
                  <c:v>637.65557608978895</c:v>
                </c:pt>
                <c:pt idx="6935">
                  <c:v>642.76944496189606</c:v>
                </c:pt>
                <c:pt idx="6936">
                  <c:v>646.12450968894598</c:v>
                </c:pt>
                <c:pt idx="6937">
                  <c:v>649.46137245024204</c:v>
                </c:pt>
                <c:pt idx="6938">
                  <c:v>648.73424178074197</c:v>
                </c:pt>
                <c:pt idx="6939">
                  <c:v>651.81282101987495</c:v>
                </c:pt>
                <c:pt idx="6940">
                  <c:v>657.248374881931</c:v>
                </c:pt>
                <c:pt idx="6941">
                  <c:v>652.08053808149305</c:v>
                </c:pt>
                <c:pt idx="6942">
                  <c:v>651.61434029600196</c:v>
                </c:pt>
                <c:pt idx="6943">
                  <c:v>655.56461990520597</c:v>
                </c:pt>
                <c:pt idx="6944">
                  <c:v>657.36427651225404</c:v>
                </c:pt>
                <c:pt idx="6945">
                  <c:v>655.19640393356497</c:v>
                </c:pt>
                <c:pt idx="6946">
                  <c:v>656.11879985169503</c:v>
                </c:pt>
                <c:pt idx="6947">
                  <c:v>653.52268254774003</c:v>
                </c:pt>
                <c:pt idx="6948">
                  <c:v>655.60971755366302</c:v>
                </c:pt>
                <c:pt idx="6949">
                  <c:v>659.13354714679201</c:v>
                </c:pt>
                <c:pt idx="6950">
                  <c:v>659.07358608139896</c:v>
                </c:pt>
                <c:pt idx="6951">
                  <c:v>659.995308890297</c:v>
                </c:pt>
                <c:pt idx="6952">
                  <c:v>660.41696452651001</c:v>
                </c:pt>
                <c:pt idx="6953">
                  <c:v>665.57607182352399</c:v>
                </c:pt>
                <c:pt idx="6954">
                  <c:v>666.0403285072</c:v>
                </c:pt>
                <c:pt idx="6955">
                  <c:v>668.68793176057602</c:v>
                </c:pt>
                <c:pt idx="6956">
                  <c:v>668.80536778713099</c:v>
                </c:pt>
                <c:pt idx="6957">
                  <c:v>666.82659576925096</c:v>
                </c:pt>
                <c:pt idx="6958">
                  <c:v>665.99317142181599</c:v>
                </c:pt>
                <c:pt idx="6959">
                  <c:v>663.533029847791</c:v>
                </c:pt>
                <c:pt idx="6960">
                  <c:v>652.92093050512995</c:v>
                </c:pt>
                <c:pt idx="6961">
                  <c:v>662.54338494758895</c:v>
                </c:pt>
                <c:pt idx="6962">
                  <c:v>659.32530402320003</c:v>
                </c:pt>
                <c:pt idx="6963">
                  <c:v>664.12597263453404</c:v>
                </c:pt>
                <c:pt idx="6964">
                  <c:v>663.59616157353298</c:v>
                </c:pt>
                <c:pt idx="6965">
                  <c:v>668.77175110403402</c:v>
                </c:pt>
                <c:pt idx="6966">
                  <c:v>667.09790311832796</c:v>
                </c:pt>
                <c:pt idx="6967">
                  <c:v>674.66633827286</c:v>
                </c:pt>
                <c:pt idx="6968">
                  <c:v>676.84579102462305</c:v>
                </c:pt>
                <c:pt idx="6969">
                  <c:v>677.049946500381</c:v>
                </c:pt>
                <c:pt idx="6970">
                  <c:v>675.08861039119904</c:v>
                </c:pt>
                <c:pt idx="6971">
                  <c:v>675.02084511220198</c:v>
                </c:pt>
                <c:pt idx="6972">
                  <c:v>671.06704906961295</c:v>
                </c:pt>
                <c:pt idx="6973">
                  <c:v>669.43491594332602</c:v>
                </c:pt>
                <c:pt idx="6974">
                  <c:v>666.754518744606</c:v>
                </c:pt>
                <c:pt idx="6975">
                  <c:v>676.88015223854495</c:v>
                </c:pt>
                <c:pt idx="6976">
                  <c:v>673.99203279619599</c:v>
                </c:pt>
                <c:pt idx="6977">
                  <c:v>676.77781839192596</c:v>
                </c:pt>
                <c:pt idx="6978">
                  <c:v>678.39681679378998</c:v>
                </c:pt>
                <c:pt idx="6979">
                  <c:v>680.53793435196701</c:v>
                </c:pt>
                <c:pt idx="6980">
                  <c:v>676.184076514465</c:v>
                </c:pt>
                <c:pt idx="6981">
                  <c:v>671.50317609449905</c:v>
                </c:pt>
                <c:pt idx="6982">
                  <c:v>674.92786799542705</c:v>
                </c:pt>
                <c:pt idx="6983">
                  <c:v>680.56132684216402</c:v>
                </c:pt>
                <c:pt idx="6984">
                  <c:v>678.40648209142205</c:v>
                </c:pt>
                <c:pt idx="6985">
                  <c:v>679.83617637655402</c:v>
                </c:pt>
                <c:pt idx="6986">
                  <c:v>681.66325618119504</c:v>
                </c:pt>
                <c:pt idx="6987">
                  <c:v>683.69723092043898</c:v>
                </c:pt>
                <c:pt idx="6988">
                  <c:v>689.49873084919602</c:v>
                </c:pt>
                <c:pt idx="6989">
                  <c:v>689.16527307034505</c:v>
                </c:pt>
                <c:pt idx="6990">
                  <c:v>692.40912323642101</c:v>
                </c:pt>
                <c:pt idx="6991">
                  <c:v>691.51726360925102</c:v>
                </c:pt>
                <c:pt idx="6992">
                  <c:v>690.84646086985799</c:v>
                </c:pt>
                <c:pt idx="6993">
                  <c:v>694.15563023168397</c:v>
                </c:pt>
                <c:pt idx="6994">
                  <c:v>697.54707945103996</c:v>
                </c:pt>
                <c:pt idx="6995">
                  <c:v>700.62312509154799</c:v>
                </c:pt>
                <c:pt idx="6996">
                  <c:v>696.76783294750896</c:v>
                </c:pt>
                <c:pt idx="6997">
                  <c:v>694.78476746140495</c:v>
                </c:pt>
                <c:pt idx="6998">
                  <c:v>691.30387684745301</c:v>
                </c:pt>
                <c:pt idx="6999">
                  <c:v>695.38387531209503</c:v>
                </c:pt>
                <c:pt idx="7000">
                  <c:v>697.21659305235301</c:v>
                </c:pt>
                <c:pt idx="7001">
                  <c:v>700.06898020621304</c:v>
                </c:pt>
                <c:pt idx="7002">
                  <c:v>702.44964530929599</c:v>
                </c:pt>
                <c:pt idx="7003">
                  <c:v>702.88322117703296</c:v>
                </c:pt>
                <c:pt idx="7004">
                  <c:v>702.929585701169</c:v>
                </c:pt>
                <c:pt idx="7005">
                  <c:v>705.49313003265297</c:v>
                </c:pt>
                <c:pt idx="7006">
                  <c:v>702.80384349078599</c:v>
                </c:pt>
                <c:pt idx="7007">
                  <c:v>706.899420865499</c:v>
                </c:pt>
                <c:pt idx="7008">
                  <c:v>704.95193541787398</c:v>
                </c:pt>
                <c:pt idx="7009">
                  <c:v>685.83977897606599</c:v>
                </c:pt>
                <c:pt idx="7010">
                  <c:v>696.53748030614804</c:v>
                </c:pt>
                <c:pt idx="7011">
                  <c:v>695.44781218545802</c:v>
                </c:pt>
                <c:pt idx="7012">
                  <c:v>698.24767462397199</c:v>
                </c:pt>
                <c:pt idx="7013">
                  <c:v>693.85327922824695</c:v>
                </c:pt>
                <c:pt idx="7014">
                  <c:v>697.51004610489304</c:v>
                </c:pt>
                <c:pt idx="7015">
                  <c:v>704.95358080749099</c:v>
                </c:pt>
                <c:pt idx="7016">
                  <c:v>704.97712962261403</c:v>
                </c:pt>
                <c:pt idx="7017">
                  <c:v>701.21440214783695</c:v>
                </c:pt>
                <c:pt idx="7018">
                  <c:v>705.30015789611502</c:v>
                </c:pt>
                <c:pt idx="7019">
                  <c:v>710.87437850910305</c:v>
                </c:pt>
                <c:pt idx="7020">
                  <c:v>719.61030858144102</c:v>
                </c:pt>
                <c:pt idx="7021">
                  <c:v>721.25689443432304</c:v>
                </c:pt>
                <c:pt idx="7022">
                  <c:v>721.22535567708701</c:v>
                </c:pt>
                <c:pt idx="7023">
                  <c:v>714.08209485587497</c:v>
                </c:pt>
                <c:pt idx="7024">
                  <c:v>715.95130221762895</c:v>
                </c:pt>
                <c:pt idx="7025">
                  <c:v>717.18302897936303</c:v>
                </c:pt>
                <c:pt idx="7026">
                  <c:v>708.76569949734596</c:v>
                </c:pt>
                <c:pt idx="7027">
                  <c:v>711.35539314000005</c:v>
                </c:pt>
                <c:pt idx="7028">
                  <c:v>703.40382559547595</c:v>
                </c:pt>
                <c:pt idx="7029">
                  <c:v>704.29151230304797</c:v>
                </c:pt>
                <c:pt idx="7030">
                  <c:v>715.13817892867905</c:v>
                </c:pt>
                <c:pt idx="7031">
                  <c:v>716.62280002108901</c:v>
                </c:pt>
                <c:pt idx="7032">
                  <c:v>717.07310909640796</c:v>
                </c:pt>
                <c:pt idx="7033">
                  <c:v>705.20082910787596</c:v>
                </c:pt>
                <c:pt idx="7034">
                  <c:v>704.84725442562205</c:v>
                </c:pt>
                <c:pt idx="7035">
                  <c:v>698.38932739128097</c:v>
                </c:pt>
                <c:pt idx="7036">
                  <c:v>692.62299155577398</c:v>
                </c:pt>
                <c:pt idx="7037">
                  <c:v>695.22278706919201</c:v>
                </c:pt>
                <c:pt idx="7038">
                  <c:v>684.40053078478695</c:v>
                </c:pt>
                <c:pt idx="7039">
                  <c:v>691.12270589103605</c:v>
                </c:pt>
                <c:pt idx="7040">
                  <c:v>701.81254836560095</c:v>
                </c:pt>
                <c:pt idx="7041">
                  <c:v>708.17207160471901</c:v>
                </c:pt>
                <c:pt idx="7042">
                  <c:v>713.06396177973102</c:v>
                </c:pt>
                <c:pt idx="7043">
                  <c:v>716.88165923659801</c:v>
                </c:pt>
                <c:pt idx="7044">
                  <c:v>713.06529771508997</c:v>
                </c:pt>
                <c:pt idx="7045">
                  <c:v>714.81793774112396</c:v>
                </c:pt>
                <c:pt idx="7046">
                  <c:v>716.94815942935702</c:v>
                </c:pt>
                <c:pt idx="7047">
                  <c:v>717.72238792229302</c:v>
                </c:pt>
                <c:pt idx="7048">
                  <c:v>719.11285439386302</c:v>
                </c:pt>
                <c:pt idx="7049">
                  <c:v>716.611489134566</c:v>
                </c:pt>
                <c:pt idx="7050">
                  <c:v>715.98384137245796</c:v>
                </c:pt>
                <c:pt idx="7051">
                  <c:v>720.81672474494405</c:v>
                </c:pt>
                <c:pt idx="7052">
                  <c:v>722.31475714962698</c:v>
                </c:pt>
                <c:pt idx="7053">
                  <c:v>714.61235757398902</c:v>
                </c:pt>
                <c:pt idx="7054">
                  <c:v>713.47166658078004</c:v>
                </c:pt>
                <c:pt idx="7055">
                  <c:v>711.77069461861799</c:v>
                </c:pt>
                <c:pt idx="7056">
                  <c:v>703.51994435824304</c:v>
                </c:pt>
                <c:pt idx="7057">
                  <c:v>709.10169245030102</c:v>
                </c:pt>
                <c:pt idx="7058">
                  <c:v>715.35442603864999</c:v>
                </c:pt>
                <c:pt idx="7059">
                  <c:v>719.95912455689097</c:v>
                </c:pt>
                <c:pt idx="7060">
                  <c:v>723.23551035888295</c:v>
                </c:pt>
                <c:pt idx="7061">
                  <c:v>725.565122081906</c:v>
                </c:pt>
                <c:pt idx="7062">
                  <c:v>725.34395247601196</c:v>
                </c:pt>
                <c:pt idx="7063">
                  <c:v>722.81181218593701</c:v>
                </c:pt>
                <c:pt idx="7064">
                  <c:v>721.81722191634196</c:v>
                </c:pt>
                <c:pt idx="7065">
                  <c:v>716.50666800895704</c:v>
                </c:pt>
              </c:numCache>
            </c:numRef>
          </c:val>
          <c:smooth val="0"/>
          <c:extLst>
            <c:ext xmlns:c16="http://schemas.microsoft.com/office/drawing/2014/chart" uri="{C3380CC4-5D6E-409C-BE32-E72D297353CC}">
              <c16:uniqueId val="{00000000-ABFA-4DDD-AB5C-E2C8A9852141}"/>
            </c:ext>
          </c:extLst>
        </c:ser>
        <c:ser>
          <c:idx val="1"/>
          <c:order val="1"/>
          <c:tx>
            <c:strRef>
              <c:f>'Sp 500'!$C$3</c:f>
              <c:strCache>
                <c:ptCount val="1"/>
                <c:pt idx="0">
                  <c:v>S&amp;P 500 Momentum</c:v>
                </c:pt>
              </c:strCache>
            </c:strRef>
          </c:tx>
          <c:spPr>
            <a:ln w="28575" cap="rnd">
              <a:solidFill>
                <a:schemeClr val="tx2"/>
              </a:solidFill>
              <a:round/>
            </a:ln>
            <a:effectLst/>
          </c:spPr>
          <c:marker>
            <c:symbol val="none"/>
          </c:marker>
          <c:cat>
            <c:numRef>
              <c:f>'Sp 500'!$A$4:$A$7069</c:f>
              <c:numCache>
                <c:formatCode>m/d/yyyy</c:formatCode>
                <c:ptCount val="7066"/>
                <c:pt idx="0">
                  <c:v>35762</c:v>
                </c:pt>
                <c:pt idx="1">
                  <c:v>35765</c:v>
                </c:pt>
                <c:pt idx="2">
                  <c:v>35766</c:v>
                </c:pt>
                <c:pt idx="3">
                  <c:v>35767</c:v>
                </c:pt>
                <c:pt idx="4">
                  <c:v>35768</c:v>
                </c:pt>
                <c:pt idx="5">
                  <c:v>35769</c:v>
                </c:pt>
                <c:pt idx="6">
                  <c:v>35772</c:v>
                </c:pt>
                <c:pt idx="7">
                  <c:v>35773</c:v>
                </c:pt>
                <c:pt idx="8">
                  <c:v>35774</c:v>
                </c:pt>
                <c:pt idx="9">
                  <c:v>35775</c:v>
                </c:pt>
                <c:pt idx="10">
                  <c:v>35776</c:v>
                </c:pt>
                <c:pt idx="11">
                  <c:v>35779</c:v>
                </c:pt>
                <c:pt idx="12">
                  <c:v>35780</c:v>
                </c:pt>
                <c:pt idx="13">
                  <c:v>35781</c:v>
                </c:pt>
                <c:pt idx="14">
                  <c:v>35782</c:v>
                </c:pt>
                <c:pt idx="15">
                  <c:v>35783</c:v>
                </c:pt>
                <c:pt idx="16">
                  <c:v>35786</c:v>
                </c:pt>
                <c:pt idx="17">
                  <c:v>35787</c:v>
                </c:pt>
                <c:pt idx="18">
                  <c:v>35788</c:v>
                </c:pt>
                <c:pt idx="19">
                  <c:v>35790</c:v>
                </c:pt>
                <c:pt idx="20">
                  <c:v>35793</c:v>
                </c:pt>
                <c:pt idx="21">
                  <c:v>35794</c:v>
                </c:pt>
                <c:pt idx="22">
                  <c:v>35795</c:v>
                </c:pt>
                <c:pt idx="23">
                  <c:v>35797</c:v>
                </c:pt>
                <c:pt idx="24">
                  <c:v>35800</c:v>
                </c:pt>
                <c:pt idx="25">
                  <c:v>35801</c:v>
                </c:pt>
                <c:pt idx="26">
                  <c:v>35802</c:v>
                </c:pt>
                <c:pt idx="27">
                  <c:v>35803</c:v>
                </c:pt>
                <c:pt idx="28">
                  <c:v>35804</c:v>
                </c:pt>
                <c:pt idx="29">
                  <c:v>35807</c:v>
                </c:pt>
                <c:pt idx="30">
                  <c:v>35808</c:v>
                </c:pt>
                <c:pt idx="31">
                  <c:v>35809</c:v>
                </c:pt>
                <c:pt idx="32">
                  <c:v>35810</c:v>
                </c:pt>
                <c:pt idx="33">
                  <c:v>35811</c:v>
                </c:pt>
                <c:pt idx="34">
                  <c:v>35815</c:v>
                </c:pt>
                <c:pt idx="35">
                  <c:v>35816</c:v>
                </c:pt>
                <c:pt idx="36">
                  <c:v>35817</c:v>
                </c:pt>
                <c:pt idx="37">
                  <c:v>35818</c:v>
                </c:pt>
                <c:pt idx="38">
                  <c:v>35821</c:v>
                </c:pt>
                <c:pt idx="39">
                  <c:v>35822</c:v>
                </c:pt>
                <c:pt idx="40">
                  <c:v>35823</c:v>
                </c:pt>
                <c:pt idx="41">
                  <c:v>35824</c:v>
                </c:pt>
                <c:pt idx="42">
                  <c:v>35825</c:v>
                </c:pt>
                <c:pt idx="43">
                  <c:v>35828</c:v>
                </c:pt>
                <c:pt idx="44">
                  <c:v>35829</c:v>
                </c:pt>
                <c:pt idx="45">
                  <c:v>35830</c:v>
                </c:pt>
                <c:pt idx="46">
                  <c:v>35831</c:v>
                </c:pt>
                <c:pt idx="47">
                  <c:v>35832</c:v>
                </c:pt>
                <c:pt idx="48">
                  <c:v>35835</c:v>
                </c:pt>
                <c:pt idx="49">
                  <c:v>35836</c:v>
                </c:pt>
                <c:pt idx="50">
                  <c:v>35837</c:v>
                </c:pt>
                <c:pt idx="51">
                  <c:v>35838</c:v>
                </c:pt>
                <c:pt idx="52">
                  <c:v>35839</c:v>
                </c:pt>
                <c:pt idx="53">
                  <c:v>35843</c:v>
                </c:pt>
                <c:pt idx="54">
                  <c:v>35844</c:v>
                </c:pt>
                <c:pt idx="55">
                  <c:v>35845</c:v>
                </c:pt>
                <c:pt idx="56">
                  <c:v>35846</c:v>
                </c:pt>
                <c:pt idx="57">
                  <c:v>35849</c:v>
                </c:pt>
                <c:pt idx="58">
                  <c:v>35850</c:v>
                </c:pt>
                <c:pt idx="59">
                  <c:v>35851</c:v>
                </c:pt>
                <c:pt idx="60">
                  <c:v>35852</c:v>
                </c:pt>
                <c:pt idx="61">
                  <c:v>35853</c:v>
                </c:pt>
                <c:pt idx="62">
                  <c:v>35856</c:v>
                </c:pt>
                <c:pt idx="63">
                  <c:v>35857</c:v>
                </c:pt>
                <c:pt idx="64">
                  <c:v>35858</c:v>
                </c:pt>
                <c:pt idx="65">
                  <c:v>35859</c:v>
                </c:pt>
                <c:pt idx="66">
                  <c:v>35860</c:v>
                </c:pt>
                <c:pt idx="67">
                  <c:v>35863</c:v>
                </c:pt>
                <c:pt idx="68">
                  <c:v>35864</c:v>
                </c:pt>
                <c:pt idx="69">
                  <c:v>35865</c:v>
                </c:pt>
                <c:pt idx="70">
                  <c:v>35866</c:v>
                </c:pt>
                <c:pt idx="71">
                  <c:v>35867</c:v>
                </c:pt>
                <c:pt idx="72">
                  <c:v>35870</c:v>
                </c:pt>
                <c:pt idx="73">
                  <c:v>35871</c:v>
                </c:pt>
                <c:pt idx="74">
                  <c:v>35872</c:v>
                </c:pt>
                <c:pt idx="75">
                  <c:v>35873</c:v>
                </c:pt>
                <c:pt idx="76">
                  <c:v>35874</c:v>
                </c:pt>
                <c:pt idx="77">
                  <c:v>35877</c:v>
                </c:pt>
                <c:pt idx="78">
                  <c:v>35878</c:v>
                </c:pt>
                <c:pt idx="79">
                  <c:v>35879</c:v>
                </c:pt>
                <c:pt idx="80">
                  <c:v>35880</c:v>
                </c:pt>
                <c:pt idx="81">
                  <c:v>35881</c:v>
                </c:pt>
                <c:pt idx="82">
                  <c:v>35884</c:v>
                </c:pt>
                <c:pt idx="83">
                  <c:v>35885</c:v>
                </c:pt>
                <c:pt idx="84">
                  <c:v>35886</c:v>
                </c:pt>
                <c:pt idx="85">
                  <c:v>35887</c:v>
                </c:pt>
                <c:pt idx="86">
                  <c:v>35888</c:v>
                </c:pt>
                <c:pt idx="87">
                  <c:v>35891</c:v>
                </c:pt>
                <c:pt idx="88">
                  <c:v>35892</c:v>
                </c:pt>
                <c:pt idx="89">
                  <c:v>35893</c:v>
                </c:pt>
                <c:pt idx="90">
                  <c:v>35894</c:v>
                </c:pt>
                <c:pt idx="91">
                  <c:v>35898</c:v>
                </c:pt>
                <c:pt idx="92">
                  <c:v>35899</c:v>
                </c:pt>
                <c:pt idx="93">
                  <c:v>35900</c:v>
                </c:pt>
                <c:pt idx="94">
                  <c:v>35901</c:v>
                </c:pt>
                <c:pt idx="95">
                  <c:v>35902</c:v>
                </c:pt>
                <c:pt idx="96">
                  <c:v>35905</c:v>
                </c:pt>
                <c:pt idx="97">
                  <c:v>35906</c:v>
                </c:pt>
                <c:pt idx="98">
                  <c:v>35907</c:v>
                </c:pt>
                <c:pt idx="99">
                  <c:v>35908</c:v>
                </c:pt>
                <c:pt idx="100">
                  <c:v>35909</c:v>
                </c:pt>
                <c:pt idx="101">
                  <c:v>35912</c:v>
                </c:pt>
                <c:pt idx="102">
                  <c:v>35913</c:v>
                </c:pt>
                <c:pt idx="103">
                  <c:v>35914</c:v>
                </c:pt>
                <c:pt idx="104">
                  <c:v>35915</c:v>
                </c:pt>
                <c:pt idx="105">
                  <c:v>35916</c:v>
                </c:pt>
                <c:pt idx="106">
                  <c:v>35919</c:v>
                </c:pt>
                <c:pt idx="107">
                  <c:v>35920</c:v>
                </c:pt>
                <c:pt idx="108">
                  <c:v>35921</c:v>
                </c:pt>
                <c:pt idx="109">
                  <c:v>35922</c:v>
                </c:pt>
                <c:pt idx="110">
                  <c:v>35923</c:v>
                </c:pt>
                <c:pt idx="111">
                  <c:v>35926</c:v>
                </c:pt>
                <c:pt idx="112">
                  <c:v>35927</c:v>
                </c:pt>
                <c:pt idx="113">
                  <c:v>35928</c:v>
                </c:pt>
                <c:pt idx="114">
                  <c:v>35929</c:v>
                </c:pt>
                <c:pt idx="115">
                  <c:v>35930</c:v>
                </c:pt>
                <c:pt idx="116">
                  <c:v>35933</c:v>
                </c:pt>
                <c:pt idx="117">
                  <c:v>35934</c:v>
                </c:pt>
                <c:pt idx="118">
                  <c:v>35935</c:v>
                </c:pt>
                <c:pt idx="119">
                  <c:v>35936</c:v>
                </c:pt>
                <c:pt idx="120">
                  <c:v>35937</c:v>
                </c:pt>
                <c:pt idx="121">
                  <c:v>35941</c:v>
                </c:pt>
                <c:pt idx="122">
                  <c:v>35942</c:v>
                </c:pt>
                <c:pt idx="123">
                  <c:v>35943</c:v>
                </c:pt>
                <c:pt idx="124">
                  <c:v>35944</c:v>
                </c:pt>
                <c:pt idx="125">
                  <c:v>35947</c:v>
                </c:pt>
                <c:pt idx="126">
                  <c:v>35948</c:v>
                </c:pt>
                <c:pt idx="127">
                  <c:v>35949</c:v>
                </c:pt>
                <c:pt idx="128">
                  <c:v>35950</c:v>
                </c:pt>
                <c:pt idx="129">
                  <c:v>35951</c:v>
                </c:pt>
                <c:pt idx="130">
                  <c:v>35954</c:v>
                </c:pt>
                <c:pt idx="131">
                  <c:v>35955</c:v>
                </c:pt>
                <c:pt idx="132">
                  <c:v>35956</c:v>
                </c:pt>
                <c:pt idx="133">
                  <c:v>35957</c:v>
                </c:pt>
                <c:pt idx="134">
                  <c:v>35958</c:v>
                </c:pt>
                <c:pt idx="135">
                  <c:v>35961</c:v>
                </c:pt>
                <c:pt idx="136">
                  <c:v>35962</c:v>
                </c:pt>
                <c:pt idx="137">
                  <c:v>35963</c:v>
                </c:pt>
                <c:pt idx="138">
                  <c:v>35964</c:v>
                </c:pt>
                <c:pt idx="139">
                  <c:v>35965</c:v>
                </c:pt>
                <c:pt idx="140">
                  <c:v>35968</c:v>
                </c:pt>
                <c:pt idx="141">
                  <c:v>35969</c:v>
                </c:pt>
                <c:pt idx="142">
                  <c:v>35970</c:v>
                </c:pt>
                <c:pt idx="143">
                  <c:v>35971</c:v>
                </c:pt>
                <c:pt idx="144">
                  <c:v>35972</c:v>
                </c:pt>
                <c:pt idx="145">
                  <c:v>35975</c:v>
                </c:pt>
                <c:pt idx="146">
                  <c:v>35976</c:v>
                </c:pt>
                <c:pt idx="147">
                  <c:v>35977</c:v>
                </c:pt>
                <c:pt idx="148">
                  <c:v>35978</c:v>
                </c:pt>
                <c:pt idx="149">
                  <c:v>35982</c:v>
                </c:pt>
                <c:pt idx="150">
                  <c:v>35983</c:v>
                </c:pt>
                <c:pt idx="151">
                  <c:v>35984</c:v>
                </c:pt>
                <c:pt idx="152">
                  <c:v>35985</c:v>
                </c:pt>
                <c:pt idx="153">
                  <c:v>35986</c:v>
                </c:pt>
                <c:pt idx="154">
                  <c:v>35989</c:v>
                </c:pt>
                <c:pt idx="155">
                  <c:v>35990</c:v>
                </c:pt>
                <c:pt idx="156">
                  <c:v>35991</c:v>
                </c:pt>
                <c:pt idx="157">
                  <c:v>35992</c:v>
                </c:pt>
                <c:pt idx="158">
                  <c:v>35993</c:v>
                </c:pt>
                <c:pt idx="159">
                  <c:v>35996</c:v>
                </c:pt>
                <c:pt idx="160">
                  <c:v>35997</c:v>
                </c:pt>
                <c:pt idx="161">
                  <c:v>35998</c:v>
                </c:pt>
                <c:pt idx="162">
                  <c:v>35999</c:v>
                </c:pt>
                <c:pt idx="163">
                  <c:v>36000</c:v>
                </c:pt>
                <c:pt idx="164">
                  <c:v>36003</c:v>
                </c:pt>
                <c:pt idx="165">
                  <c:v>36004</c:v>
                </c:pt>
                <c:pt idx="166">
                  <c:v>36005</c:v>
                </c:pt>
                <c:pt idx="167">
                  <c:v>36006</c:v>
                </c:pt>
                <c:pt idx="168">
                  <c:v>36007</c:v>
                </c:pt>
                <c:pt idx="169">
                  <c:v>36010</c:v>
                </c:pt>
                <c:pt idx="170">
                  <c:v>36011</c:v>
                </c:pt>
                <c:pt idx="171">
                  <c:v>36012</c:v>
                </c:pt>
                <c:pt idx="172">
                  <c:v>36013</c:v>
                </c:pt>
                <c:pt idx="173">
                  <c:v>36014</c:v>
                </c:pt>
                <c:pt idx="174">
                  <c:v>36017</c:v>
                </c:pt>
                <c:pt idx="175">
                  <c:v>36018</c:v>
                </c:pt>
                <c:pt idx="176">
                  <c:v>36019</c:v>
                </c:pt>
                <c:pt idx="177">
                  <c:v>36020</c:v>
                </c:pt>
                <c:pt idx="178">
                  <c:v>36021</c:v>
                </c:pt>
                <c:pt idx="179">
                  <c:v>36024</c:v>
                </c:pt>
                <c:pt idx="180">
                  <c:v>36025</c:v>
                </c:pt>
                <c:pt idx="181">
                  <c:v>36026</c:v>
                </c:pt>
                <c:pt idx="182">
                  <c:v>36027</c:v>
                </c:pt>
                <c:pt idx="183">
                  <c:v>36028</c:v>
                </c:pt>
                <c:pt idx="184">
                  <c:v>36031</c:v>
                </c:pt>
                <c:pt idx="185">
                  <c:v>36032</c:v>
                </c:pt>
                <c:pt idx="186">
                  <c:v>36033</c:v>
                </c:pt>
                <c:pt idx="187">
                  <c:v>36034</c:v>
                </c:pt>
                <c:pt idx="188">
                  <c:v>36035</c:v>
                </c:pt>
                <c:pt idx="189">
                  <c:v>36038</c:v>
                </c:pt>
                <c:pt idx="190">
                  <c:v>36039</c:v>
                </c:pt>
                <c:pt idx="191">
                  <c:v>36040</c:v>
                </c:pt>
                <c:pt idx="192">
                  <c:v>36041</c:v>
                </c:pt>
                <c:pt idx="193">
                  <c:v>36042</c:v>
                </c:pt>
                <c:pt idx="194">
                  <c:v>36046</c:v>
                </c:pt>
                <c:pt idx="195">
                  <c:v>36047</c:v>
                </c:pt>
                <c:pt idx="196">
                  <c:v>36048</c:v>
                </c:pt>
                <c:pt idx="197">
                  <c:v>36049</c:v>
                </c:pt>
                <c:pt idx="198">
                  <c:v>36052</c:v>
                </c:pt>
                <c:pt idx="199">
                  <c:v>36053</c:v>
                </c:pt>
                <c:pt idx="200">
                  <c:v>36054</c:v>
                </c:pt>
                <c:pt idx="201">
                  <c:v>36055</c:v>
                </c:pt>
                <c:pt idx="202">
                  <c:v>36056</c:v>
                </c:pt>
                <c:pt idx="203">
                  <c:v>36059</c:v>
                </c:pt>
                <c:pt idx="204">
                  <c:v>36060</c:v>
                </c:pt>
                <c:pt idx="205">
                  <c:v>36061</c:v>
                </c:pt>
                <c:pt idx="206">
                  <c:v>36062</c:v>
                </c:pt>
                <c:pt idx="207">
                  <c:v>36063</c:v>
                </c:pt>
                <c:pt idx="208">
                  <c:v>36066</c:v>
                </c:pt>
                <c:pt idx="209">
                  <c:v>36067</c:v>
                </c:pt>
                <c:pt idx="210">
                  <c:v>36068</c:v>
                </c:pt>
                <c:pt idx="211">
                  <c:v>36069</c:v>
                </c:pt>
                <c:pt idx="212">
                  <c:v>36070</c:v>
                </c:pt>
                <c:pt idx="213">
                  <c:v>36073</c:v>
                </c:pt>
                <c:pt idx="214">
                  <c:v>36074</c:v>
                </c:pt>
                <c:pt idx="215">
                  <c:v>36075</c:v>
                </c:pt>
                <c:pt idx="216">
                  <c:v>36076</c:v>
                </c:pt>
                <c:pt idx="217">
                  <c:v>36077</c:v>
                </c:pt>
                <c:pt idx="218">
                  <c:v>36080</c:v>
                </c:pt>
                <c:pt idx="219">
                  <c:v>36081</c:v>
                </c:pt>
                <c:pt idx="220">
                  <c:v>36082</c:v>
                </c:pt>
                <c:pt idx="221">
                  <c:v>36083</c:v>
                </c:pt>
                <c:pt idx="222">
                  <c:v>36084</c:v>
                </c:pt>
                <c:pt idx="223">
                  <c:v>36087</c:v>
                </c:pt>
                <c:pt idx="224">
                  <c:v>36088</c:v>
                </c:pt>
                <c:pt idx="225">
                  <c:v>36089</c:v>
                </c:pt>
                <c:pt idx="226">
                  <c:v>36090</c:v>
                </c:pt>
                <c:pt idx="227">
                  <c:v>36091</c:v>
                </c:pt>
                <c:pt idx="228">
                  <c:v>36094</c:v>
                </c:pt>
                <c:pt idx="229">
                  <c:v>36095</c:v>
                </c:pt>
                <c:pt idx="230">
                  <c:v>36096</c:v>
                </c:pt>
                <c:pt idx="231">
                  <c:v>36097</c:v>
                </c:pt>
                <c:pt idx="232">
                  <c:v>36098</c:v>
                </c:pt>
                <c:pt idx="233">
                  <c:v>36101</c:v>
                </c:pt>
                <c:pt idx="234">
                  <c:v>36102</c:v>
                </c:pt>
                <c:pt idx="235">
                  <c:v>36103</c:v>
                </c:pt>
                <c:pt idx="236">
                  <c:v>36104</c:v>
                </c:pt>
                <c:pt idx="237">
                  <c:v>36105</c:v>
                </c:pt>
                <c:pt idx="238">
                  <c:v>36108</c:v>
                </c:pt>
                <c:pt idx="239">
                  <c:v>36109</c:v>
                </c:pt>
                <c:pt idx="240">
                  <c:v>36110</c:v>
                </c:pt>
                <c:pt idx="241">
                  <c:v>36111</c:v>
                </c:pt>
                <c:pt idx="242">
                  <c:v>36112</c:v>
                </c:pt>
                <c:pt idx="243">
                  <c:v>36115</c:v>
                </c:pt>
                <c:pt idx="244">
                  <c:v>36116</c:v>
                </c:pt>
                <c:pt idx="245">
                  <c:v>36117</c:v>
                </c:pt>
                <c:pt idx="246">
                  <c:v>36118</c:v>
                </c:pt>
                <c:pt idx="247">
                  <c:v>36119</c:v>
                </c:pt>
                <c:pt idx="248">
                  <c:v>36122</c:v>
                </c:pt>
                <c:pt idx="249">
                  <c:v>36123</c:v>
                </c:pt>
                <c:pt idx="250">
                  <c:v>36124</c:v>
                </c:pt>
                <c:pt idx="251">
                  <c:v>36126</c:v>
                </c:pt>
                <c:pt idx="252">
                  <c:v>36129</c:v>
                </c:pt>
                <c:pt idx="253">
                  <c:v>36130</c:v>
                </c:pt>
                <c:pt idx="254">
                  <c:v>36131</c:v>
                </c:pt>
                <c:pt idx="255">
                  <c:v>36132</c:v>
                </c:pt>
                <c:pt idx="256">
                  <c:v>36133</c:v>
                </c:pt>
                <c:pt idx="257">
                  <c:v>36136</c:v>
                </c:pt>
                <c:pt idx="258">
                  <c:v>36137</c:v>
                </c:pt>
                <c:pt idx="259">
                  <c:v>36138</c:v>
                </c:pt>
                <c:pt idx="260">
                  <c:v>36139</c:v>
                </c:pt>
                <c:pt idx="261">
                  <c:v>36140</c:v>
                </c:pt>
                <c:pt idx="262">
                  <c:v>36143</c:v>
                </c:pt>
                <c:pt idx="263">
                  <c:v>36144</c:v>
                </c:pt>
                <c:pt idx="264">
                  <c:v>36145</c:v>
                </c:pt>
                <c:pt idx="265">
                  <c:v>36146</c:v>
                </c:pt>
                <c:pt idx="266">
                  <c:v>36147</c:v>
                </c:pt>
                <c:pt idx="267">
                  <c:v>36150</c:v>
                </c:pt>
                <c:pt idx="268">
                  <c:v>36151</c:v>
                </c:pt>
                <c:pt idx="269">
                  <c:v>36152</c:v>
                </c:pt>
                <c:pt idx="270">
                  <c:v>36153</c:v>
                </c:pt>
                <c:pt idx="271">
                  <c:v>36157</c:v>
                </c:pt>
                <c:pt idx="272">
                  <c:v>36158</c:v>
                </c:pt>
                <c:pt idx="273">
                  <c:v>36159</c:v>
                </c:pt>
                <c:pt idx="274">
                  <c:v>36160</c:v>
                </c:pt>
                <c:pt idx="275">
                  <c:v>36164</c:v>
                </c:pt>
                <c:pt idx="276">
                  <c:v>36165</c:v>
                </c:pt>
                <c:pt idx="277">
                  <c:v>36166</c:v>
                </c:pt>
                <c:pt idx="278">
                  <c:v>36167</c:v>
                </c:pt>
                <c:pt idx="279">
                  <c:v>36168</c:v>
                </c:pt>
                <c:pt idx="280">
                  <c:v>36171</c:v>
                </c:pt>
                <c:pt idx="281">
                  <c:v>36172</c:v>
                </c:pt>
                <c:pt idx="282">
                  <c:v>36173</c:v>
                </c:pt>
                <c:pt idx="283">
                  <c:v>36174</c:v>
                </c:pt>
                <c:pt idx="284">
                  <c:v>36175</c:v>
                </c:pt>
                <c:pt idx="285">
                  <c:v>36179</c:v>
                </c:pt>
                <c:pt idx="286">
                  <c:v>36180</c:v>
                </c:pt>
                <c:pt idx="287">
                  <c:v>36181</c:v>
                </c:pt>
                <c:pt idx="288">
                  <c:v>36182</c:v>
                </c:pt>
                <c:pt idx="289">
                  <c:v>36185</c:v>
                </c:pt>
                <c:pt idx="290">
                  <c:v>36186</c:v>
                </c:pt>
                <c:pt idx="291">
                  <c:v>36187</c:v>
                </c:pt>
                <c:pt idx="292">
                  <c:v>36188</c:v>
                </c:pt>
                <c:pt idx="293">
                  <c:v>36189</c:v>
                </c:pt>
                <c:pt idx="294">
                  <c:v>36192</c:v>
                </c:pt>
                <c:pt idx="295">
                  <c:v>36193</c:v>
                </c:pt>
                <c:pt idx="296">
                  <c:v>36194</c:v>
                </c:pt>
                <c:pt idx="297">
                  <c:v>36195</c:v>
                </c:pt>
                <c:pt idx="298">
                  <c:v>36196</c:v>
                </c:pt>
                <c:pt idx="299">
                  <c:v>36199</c:v>
                </c:pt>
                <c:pt idx="300">
                  <c:v>36200</c:v>
                </c:pt>
                <c:pt idx="301">
                  <c:v>36201</c:v>
                </c:pt>
                <c:pt idx="302">
                  <c:v>36202</c:v>
                </c:pt>
                <c:pt idx="303">
                  <c:v>36203</c:v>
                </c:pt>
                <c:pt idx="304">
                  <c:v>36207</c:v>
                </c:pt>
                <c:pt idx="305">
                  <c:v>36208</c:v>
                </c:pt>
                <c:pt idx="306">
                  <c:v>36209</c:v>
                </c:pt>
                <c:pt idx="307">
                  <c:v>36210</c:v>
                </c:pt>
                <c:pt idx="308">
                  <c:v>36213</c:v>
                </c:pt>
                <c:pt idx="309">
                  <c:v>36214</c:v>
                </c:pt>
                <c:pt idx="310">
                  <c:v>36215</c:v>
                </c:pt>
                <c:pt idx="311">
                  <c:v>36216</c:v>
                </c:pt>
                <c:pt idx="312">
                  <c:v>36217</c:v>
                </c:pt>
                <c:pt idx="313">
                  <c:v>36220</c:v>
                </c:pt>
                <c:pt idx="314">
                  <c:v>36221</c:v>
                </c:pt>
                <c:pt idx="315">
                  <c:v>36222</c:v>
                </c:pt>
                <c:pt idx="316">
                  <c:v>36223</c:v>
                </c:pt>
                <c:pt idx="317">
                  <c:v>36224</c:v>
                </c:pt>
                <c:pt idx="318">
                  <c:v>36227</c:v>
                </c:pt>
                <c:pt idx="319">
                  <c:v>36228</c:v>
                </c:pt>
                <c:pt idx="320">
                  <c:v>36229</c:v>
                </c:pt>
                <c:pt idx="321">
                  <c:v>36230</c:v>
                </c:pt>
                <c:pt idx="322">
                  <c:v>36231</c:v>
                </c:pt>
                <c:pt idx="323">
                  <c:v>36234</c:v>
                </c:pt>
                <c:pt idx="324">
                  <c:v>36235</c:v>
                </c:pt>
                <c:pt idx="325">
                  <c:v>36236</c:v>
                </c:pt>
                <c:pt idx="326">
                  <c:v>36237</c:v>
                </c:pt>
                <c:pt idx="327">
                  <c:v>36238</c:v>
                </c:pt>
                <c:pt idx="328">
                  <c:v>36241</c:v>
                </c:pt>
                <c:pt idx="329">
                  <c:v>36242</c:v>
                </c:pt>
                <c:pt idx="330">
                  <c:v>36243</c:v>
                </c:pt>
                <c:pt idx="331">
                  <c:v>36244</c:v>
                </c:pt>
                <c:pt idx="332">
                  <c:v>36245</c:v>
                </c:pt>
                <c:pt idx="333">
                  <c:v>36248</c:v>
                </c:pt>
                <c:pt idx="334">
                  <c:v>36249</c:v>
                </c:pt>
                <c:pt idx="335">
                  <c:v>36250</c:v>
                </c:pt>
                <c:pt idx="336">
                  <c:v>36251</c:v>
                </c:pt>
                <c:pt idx="337">
                  <c:v>36255</c:v>
                </c:pt>
                <c:pt idx="338">
                  <c:v>36256</c:v>
                </c:pt>
                <c:pt idx="339">
                  <c:v>36257</c:v>
                </c:pt>
                <c:pt idx="340">
                  <c:v>36258</c:v>
                </c:pt>
                <c:pt idx="341">
                  <c:v>36259</c:v>
                </c:pt>
                <c:pt idx="342">
                  <c:v>36262</c:v>
                </c:pt>
                <c:pt idx="343">
                  <c:v>36263</c:v>
                </c:pt>
                <c:pt idx="344">
                  <c:v>36264</c:v>
                </c:pt>
                <c:pt idx="345">
                  <c:v>36265</c:v>
                </c:pt>
                <c:pt idx="346">
                  <c:v>36266</c:v>
                </c:pt>
                <c:pt idx="347">
                  <c:v>36269</c:v>
                </c:pt>
                <c:pt idx="348">
                  <c:v>36270</c:v>
                </c:pt>
                <c:pt idx="349">
                  <c:v>36271</c:v>
                </c:pt>
                <c:pt idx="350">
                  <c:v>36272</c:v>
                </c:pt>
                <c:pt idx="351">
                  <c:v>36273</c:v>
                </c:pt>
                <c:pt idx="352">
                  <c:v>36276</c:v>
                </c:pt>
                <c:pt idx="353">
                  <c:v>36277</c:v>
                </c:pt>
                <c:pt idx="354">
                  <c:v>36278</c:v>
                </c:pt>
                <c:pt idx="355">
                  <c:v>36279</c:v>
                </c:pt>
                <c:pt idx="356">
                  <c:v>36280</c:v>
                </c:pt>
                <c:pt idx="357">
                  <c:v>36283</c:v>
                </c:pt>
                <c:pt idx="358">
                  <c:v>36284</c:v>
                </c:pt>
                <c:pt idx="359">
                  <c:v>36285</c:v>
                </c:pt>
                <c:pt idx="360">
                  <c:v>36286</c:v>
                </c:pt>
                <c:pt idx="361">
                  <c:v>36287</c:v>
                </c:pt>
                <c:pt idx="362">
                  <c:v>36290</c:v>
                </c:pt>
                <c:pt idx="363">
                  <c:v>36291</c:v>
                </c:pt>
                <c:pt idx="364">
                  <c:v>36292</c:v>
                </c:pt>
                <c:pt idx="365">
                  <c:v>36293</c:v>
                </c:pt>
                <c:pt idx="366">
                  <c:v>36294</c:v>
                </c:pt>
                <c:pt idx="367">
                  <c:v>36297</c:v>
                </c:pt>
                <c:pt idx="368">
                  <c:v>36298</c:v>
                </c:pt>
                <c:pt idx="369">
                  <c:v>36299</c:v>
                </c:pt>
                <c:pt idx="370">
                  <c:v>36300</c:v>
                </c:pt>
                <c:pt idx="371">
                  <c:v>36301</c:v>
                </c:pt>
                <c:pt idx="372">
                  <c:v>36304</c:v>
                </c:pt>
                <c:pt idx="373">
                  <c:v>36305</c:v>
                </c:pt>
                <c:pt idx="374">
                  <c:v>36306</c:v>
                </c:pt>
                <c:pt idx="375">
                  <c:v>36307</c:v>
                </c:pt>
                <c:pt idx="376">
                  <c:v>36308</c:v>
                </c:pt>
                <c:pt idx="377">
                  <c:v>36312</c:v>
                </c:pt>
                <c:pt idx="378">
                  <c:v>36313</c:v>
                </c:pt>
                <c:pt idx="379">
                  <c:v>36314</c:v>
                </c:pt>
                <c:pt idx="380">
                  <c:v>36315</c:v>
                </c:pt>
                <c:pt idx="381">
                  <c:v>36318</c:v>
                </c:pt>
                <c:pt idx="382">
                  <c:v>36319</c:v>
                </c:pt>
                <c:pt idx="383">
                  <c:v>36320</c:v>
                </c:pt>
                <c:pt idx="384">
                  <c:v>36321</c:v>
                </c:pt>
                <c:pt idx="385">
                  <c:v>36322</c:v>
                </c:pt>
                <c:pt idx="386">
                  <c:v>36325</c:v>
                </c:pt>
                <c:pt idx="387">
                  <c:v>36326</c:v>
                </c:pt>
                <c:pt idx="388">
                  <c:v>36327</c:v>
                </c:pt>
                <c:pt idx="389">
                  <c:v>36328</c:v>
                </c:pt>
                <c:pt idx="390">
                  <c:v>36329</c:v>
                </c:pt>
                <c:pt idx="391">
                  <c:v>36332</c:v>
                </c:pt>
                <c:pt idx="392">
                  <c:v>36333</c:v>
                </c:pt>
                <c:pt idx="393">
                  <c:v>36334</c:v>
                </c:pt>
                <c:pt idx="394">
                  <c:v>36335</c:v>
                </c:pt>
                <c:pt idx="395">
                  <c:v>36336</c:v>
                </c:pt>
                <c:pt idx="396">
                  <c:v>36339</c:v>
                </c:pt>
                <c:pt idx="397">
                  <c:v>36340</c:v>
                </c:pt>
                <c:pt idx="398">
                  <c:v>36341</c:v>
                </c:pt>
                <c:pt idx="399">
                  <c:v>36342</c:v>
                </c:pt>
                <c:pt idx="400">
                  <c:v>36343</c:v>
                </c:pt>
                <c:pt idx="401">
                  <c:v>36347</c:v>
                </c:pt>
                <c:pt idx="402">
                  <c:v>36348</c:v>
                </c:pt>
                <c:pt idx="403">
                  <c:v>36349</c:v>
                </c:pt>
                <c:pt idx="404">
                  <c:v>36350</c:v>
                </c:pt>
                <c:pt idx="405">
                  <c:v>36353</c:v>
                </c:pt>
                <c:pt idx="406">
                  <c:v>36354</c:v>
                </c:pt>
                <c:pt idx="407">
                  <c:v>36355</c:v>
                </c:pt>
                <c:pt idx="408">
                  <c:v>36356</c:v>
                </c:pt>
                <c:pt idx="409">
                  <c:v>36357</c:v>
                </c:pt>
                <c:pt idx="410">
                  <c:v>36360</c:v>
                </c:pt>
                <c:pt idx="411">
                  <c:v>36361</c:v>
                </c:pt>
                <c:pt idx="412">
                  <c:v>36362</c:v>
                </c:pt>
                <c:pt idx="413">
                  <c:v>36363</c:v>
                </c:pt>
                <c:pt idx="414">
                  <c:v>36364</c:v>
                </c:pt>
                <c:pt idx="415">
                  <c:v>36367</c:v>
                </c:pt>
                <c:pt idx="416">
                  <c:v>36368</c:v>
                </c:pt>
                <c:pt idx="417">
                  <c:v>36369</c:v>
                </c:pt>
                <c:pt idx="418">
                  <c:v>36370</c:v>
                </c:pt>
                <c:pt idx="419">
                  <c:v>36371</c:v>
                </c:pt>
                <c:pt idx="420">
                  <c:v>36374</c:v>
                </c:pt>
                <c:pt idx="421">
                  <c:v>36375</c:v>
                </c:pt>
                <c:pt idx="422">
                  <c:v>36376</c:v>
                </c:pt>
                <c:pt idx="423">
                  <c:v>36377</c:v>
                </c:pt>
                <c:pt idx="424">
                  <c:v>36378</c:v>
                </c:pt>
                <c:pt idx="425">
                  <c:v>36381</c:v>
                </c:pt>
                <c:pt idx="426">
                  <c:v>36382</c:v>
                </c:pt>
                <c:pt idx="427">
                  <c:v>36383</c:v>
                </c:pt>
                <c:pt idx="428">
                  <c:v>36384</c:v>
                </c:pt>
                <c:pt idx="429">
                  <c:v>36385</c:v>
                </c:pt>
                <c:pt idx="430">
                  <c:v>36388</c:v>
                </c:pt>
                <c:pt idx="431">
                  <c:v>36389</c:v>
                </c:pt>
                <c:pt idx="432">
                  <c:v>36390</c:v>
                </c:pt>
                <c:pt idx="433">
                  <c:v>36391</c:v>
                </c:pt>
                <c:pt idx="434">
                  <c:v>36392</c:v>
                </c:pt>
                <c:pt idx="435">
                  <c:v>36395</c:v>
                </c:pt>
                <c:pt idx="436">
                  <c:v>36396</c:v>
                </c:pt>
                <c:pt idx="437">
                  <c:v>36397</c:v>
                </c:pt>
                <c:pt idx="438">
                  <c:v>36398</c:v>
                </c:pt>
                <c:pt idx="439">
                  <c:v>36399</c:v>
                </c:pt>
                <c:pt idx="440">
                  <c:v>36402</c:v>
                </c:pt>
                <c:pt idx="441">
                  <c:v>36403</c:v>
                </c:pt>
                <c:pt idx="442">
                  <c:v>36404</c:v>
                </c:pt>
                <c:pt idx="443">
                  <c:v>36405</c:v>
                </c:pt>
                <c:pt idx="444">
                  <c:v>36406</c:v>
                </c:pt>
                <c:pt idx="445">
                  <c:v>36410</c:v>
                </c:pt>
                <c:pt idx="446">
                  <c:v>36411</c:v>
                </c:pt>
                <c:pt idx="447">
                  <c:v>36412</c:v>
                </c:pt>
                <c:pt idx="448">
                  <c:v>36413</c:v>
                </c:pt>
                <c:pt idx="449">
                  <c:v>36416</c:v>
                </c:pt>
                <c:pt idx="450">
                  <c:v>36417</c:v>
                </c:pt>
                <c:pt idx="451">
                  <c:v>36418</c:v>
                </c:pt>
                <c:pt idx="452">
                  <c:v>36419</c:v>
                </c:pt>
                <c:pt idx="453">
                  <c:v>36420</c:v>
                </c:pt>
                <c:pt idx="454">
                  <c:v>36423</c:v>
                </c:pt>
                <c:pt idx="455">
                  <c:v>36424</c:v>
                </c:pt>
                <c:pt idx="456">
                  <c:v>36425</c:v>
                </c:pt>
                <c:pt idx="457">
                  <c:v>36426</c:v>
                </c:pt>
                <c:pt idx="458">
                  <c:v>36427</c:v>
                </c:pt>
                <c:pt idx="459">
                  <c:v>36430</c:v>
                </c:pt>
                <c:pt idx="460">
                  <c:v>36431</c:v>
                </c:pt>
                <c:pt idx="461">
                  <c:v>36432</c:v>
                </c:pt>
                <c:pt idx="462">
                  <c:v>36433</c:v>
                </c:pt>
                <c:pt idx="463">
                  <c:v>36434</c:v>
                </c:pt>
                <c:pt idx="464">
                  <c:v>36437</c:v>
                </c:pt>
                <c:pt idx="465">
                  <c:v>36438</c:v>
                </c:pt>
                <c:pt idx="466">
                  <c:v>36439</c:v>
                </c:pt>
                <c:pt idx="467">
                  <c:v>36440</c:v>
                </c:pt>
                <c:pt idx="468">
                  <c:v>36441</c:v>
                </c:pt>
                <c:pt idx="469">
                  <c:v>36444</c:v>
                </c:pt>
                <c:pt idx="470">
                  <c:v>36445</c:v>
                </c:pt>
                <c:pt idx="471">
                  <c:v>36446</c:v>
                </c:pt>
                <c:pt idx="472">
                  <c:v>36447</c:v>
                </c:pt>
                <c:pt idx="473">
                  <c:v>36448</c:v>
                </c:pt>
                <c:pt idx="474">
                  <c:v>36451</c:v>
                </c:pt>
                <c:pt idx="475">
                  <c:v>36452</c:v>
                </c:pt>
                <c:pt idx="476">
                  <c:v>36453</c:v>
                </c:pt>
                <c:pt idx="477">
                  <c:v>36454</c:v>
                </c:pt>
                <c:pt idx="478">
                  <c:v>36455</c:v>
                </c:pt>
                <c:pt idx="479">
                  <c:v>36458</c:v>
                </c:pt>
                <c:pt idx="480">
                  <c:v>36459</c:v>
                </c:pt>
                <c:pt idx="481">
                  <c:v>36460</c:v>
                </c:pt>
                <c:pt idx="482">
                  <c:v>36461</c:v>
                </c:pt>
                <c:pt idx="483">
                  <c:v>36462</c:v>
                </c:pt>
                <c:pt idx="484">
                  <c:v>36465</c:v>
                </c:pt>
                <c:pt idx="485">
                  <c:v>36466</c:v>
                </c:pt>
                <c:pt idx="486">
                  <c:v>36467</c:v>
                </c:pt>
                <c:pt idx="487">
                  <c:v>36468</c:v>
                </c:pt>
                <c:pt idx="488">
                  <c:v>36469</c:v>
                </c:pt>
                <c:pt idx="489">
                  <c:v>36472</c:v>
                </c:pt>
                <c:pt idx="490">
                  <c:v>36473</c:v>
                </c:pt>
                <c:pt idx="491">
                  <c:v>36474</c:v>
                </c:pt>
                <c:pt idx="492">
                  <c:v>36475</c:v>
                </c:pt>
                <c:pt idx="493">
                  <c:v>36476</c:v>
                </c:pt>
                <c:pt idx="494">
                  <c:v>36479</c:v>
                </c:pt>
                <c:pt idx="495">
                  <c:v>36480</c:v>
                </c:pt>
                <c:pt idx="496">
                  <c:v>36481</c:v>
                </c:pt>
                <c:pt idx="497">
                  <c:v>36482</c:v>
                </c:pt>
                <c:pt idx="498">
                  <c:v>36483</c:v>
                </c:pt>
                <c:pt idx="499">
                  <c:v>36486</c:v>
                </c:pt>
                <c:pt idx="500">
                  <c:v>36487</c:v>
                </c:pt>
                <c:pt idx="501">
                  <c:v>36488</c:v>
                </c:pt>
                <c:pt idx="502">
                  <c:v>36490</c:v>
                </c:pt>
                <c:pt idx="503">
                  <c:v>36493</c:v>
                </c:pt>
                <c:pt idx="504">
                  <c:v>36494</c:v>
                </c:pt>
                <c:pt idx="505">
                  <c:v>36495</c:v>
                </c:pt>
                <c:pt idx="506">
                  <c:v>36496</c:v>
                </c:pt>
                <c:pt idx="507">
                  <c:v>36497</c:v>
                </c:pt>
                <c:pt idx="508">
                  <c:v>36500</c:v>
                </c:pt>
                <c:pt idx="509">
                  <c:v>36501</c:v>
                </c:pt>
                <c:pt idx="510">
                  <c:v>36502</c:v>
                </c:pt>
                <c:pt idx="511">
                  <c:v>36503</c:v>
                </c:pt>
                <c:pt idx="512">
                  <c:v>36504</c:v>
                </c:pt>
                <c:pt idx="513">
                  <c:v>36507</c:v>
                </c:pt>
                <c:pt idx="514">
                  <c:v>36508</c:v>
                </c:pt>
                <c:pt idx="515">
                  <c:v>36509</c:v>
                </c:pt>
                <c:pt idx="516">
                  <c:v>36510</c:v>
                </c:pt>
                <c:pt idx="517">
                  <c:v>36511</c:v>
                </c:pt>
                <c:pt idx="518">
                  <c:v>36514</c:v>
                </c:pt>
                <c:pt idx="519">
                  <c:v>36515</c:v>
                </c:pt>
                <c:pt idx="520">
                  <c:v>36516</c:v>
                </c:pt>
                <c:pt idx="521">
                  <c:v>36517</c:v>
                </c:pt>
                <c:pt idx="522">
                  <c:v>36521</c:v>
                </c:pt>
                <c:pt idx="523">
                  <c:v>36522</c:v>
                </c:pt>
                <c:pt idx="524">
                  <c:v>36523</c:v>
                </c:pt>
                <c:pt idx="525">
                  <c:v>36524</c:v>
                </c:pt>
                <c:pt idx="526">
                  <c:v>36525</c:v>
                </c:pt>
                <c:pt idx="527">
                  <c:v>36528</c:v>
                </c:pt>
                <c:pt idx="528">
                  <c:v>36529</c:v>
                </c:pt>
                <c:pt idx="529">
                  <c:v>36530</c:v>
                </c:pt>
                <c:pt idx="530">
                  <c:v>36531</c:v>
                </c:pt>
                <c:pt idx="531">
                  <c:v>36532</c:v>
                </c:pt>
                <c:pt idx="532">
                  <c:v>36535</c:v>
                </c:pt>
                <c:pt idx="533">
                  <c:v>36536</c:v>
                </c:pt>
                <c:pt idx="534">
                  <c:v>36537</c:v>
                </c:pt>
                <c:pt idx="535">
                  <c:v>36538</c:v>
                </c:pt>
                <c:pt idx="536">
                  <c:v>36539</c:v>
                </c:pt>
                <c:pt idx="537">
                  <c:v>36543</c:v>
                </c:pt>
                <c:pt idx="538">
                  <c:v>36544</c:v>
                </c:pt>
                <c:pt idx="539">
                  <c:v>36545</c:v>
                </c:pt>
                <c:pt idx="540">
                  <c:v>36546</c:v>
                </c:pt>
                <c:pt idx="541">
                  <c:v>36549</c:v>
                </c:pt>
                <c:pt idx="542">
                  <c:v>36550</c:v>
                </c:pt>
                <c:pt idx="543">
                  <c:v>36551</c:v>
                </c:pt>
                <c:pt idx="544">
                  <c:v>36552</c:v>
                </c:pt>
                <c:pt idx="545">
                  <c:v>36553</c:v>
                </c:pt>
                <c:pt idx="546">
                  <c:v>36556</c:v>
                </c:pt>
                <c:pt idx="547">
                  <c:v>36557</c:v>
                </c:pt>
                <c:pt idx="548">
                  <c:v>36558</c:v>
                </c:pt>
                <c:pt idx="549">
                  <c:v>36559</c:v>
                </c:pt>
                <c:pt idx="550">
                  <c:v>36560</c:v>
                </c:pt>
                <c:pt idx="551">
                  <c:v>36563</c:v>
                </c:pt>
                <c:pt idx="552">
                  <c:v>36564</c:v>
                </c:pt>
                <c:pt idx="553">
                  <c:v>36565</c:v>
                </c:pt>
                <c:pt idx="554">
                  <c:v>36566</c:v>
                </c:pt>
                <c:pt idx="555">
                  <c:v>36567</c:v>
                </c:pt>
                <c:pt idx="556">
                  <c:v>36570</c:v>
                </c:pt>
                <c:pt idx="557">
                  <c:v>36571</c:v>
                </c:pt>
                <c:pt idx="558">
                  <c:v>36572</c:v>
                </c:pt>
                <c:pt idx="559">
                  <c:v>36573</c:v>
                </c:pt>
                <c:pt idx="560">
                  <c:v>36574</c:v>
                </c:pt>
                <c:pt idx="561">
                  <c:v>36578</c:v>
                </c:pt>
                <c:pt idx="562">
                  <c:v>36579</c:v>
                </c:pt>
                <c:pt idx="563">
                  <c:v>36580</c:v>
                </c:pt>
                <c:pt idx="564">
                  <c:v>36581</c:v>
                </c:pt>
                <c:pt idx="565">
                  <c:v>36584</c:v>
                </c:pt>
                <c:pt idx="566">
                  <c:v>36585</c:v>
                </c:pt>
                <c:pt idx="567">
                  <c:v>36586</c:v>
                </c:pt>
                <c:pt idx="568">
                  <c:v>36587</c:v>
                </c:pt>
                <c:pt idx="569">
                  <c:v>36588</c:v>
                </c:pt>
                <c:pt idx="570">
                  <c:v>36591</c:v>
                </c:pt>
                <c:pt idx="571">
                  <c:v>36592</c:v>
                </c:pt>
                <c:pt idx="572">
                  <c:v>36593</c:v>
                </c:pt>
                <c:pt idx="573">
                  <c:v>36594</c:v>
                </c:pt>
                <c:pt idx="574">
                  <c:v>36595</c:v>
                </c:pt>
                <c:pt idx="575">
                  <c:v>36598</c:v>
                </c:pt>
                <c:pt idx="576">
                  <c:v>36599</c:v>
                </c:pt>
                <c:pt idx="577">
                  <c:v>36600</c:v>
                </c:pt>
                <c:pt idx="578">
                  <c:v>36601</c:v>
                </c:pt>
                <c:pt idx="579">
                  <c:v>36602</c:v>
                </c:pt>
                <c:pt idx="580">
                  <c:v>36605</c:v>
                </c:pt>
                <c:pt idx="581">
                  <c:v>36606</c:v>
                </c:pt>
                <c:pt idx="582">
                  <c:v>36607</c:v>
                </c:pt>
                <c:pt idx="583">
                  <c:v>36608</c:v>
                </c:pt>
                <c:pt idx="584">
                  <c:v>36609</c:v>
                </c:pt>
                <c:pt idx="585">
                  <c:v>36612</c:v>
                </c:pt>
                <c:pt idx="586">
                  <c:v>36613</c:v>
                </c:pt>
                <c:pt idx="587">
                  <c:v>36614</c:v>
                </c:pt>
                <c:pt idx="588">
                  <c:v>36615</c:v>
                </c:pt>
                <c:pt idx="589">
                  <c:v>36616</c:v>
                </c:pt>
                <c:pt idx="590">
                  <c:v>36619</c:v>
                </c:pt>
                <c:pt idx="591">
                  <c:v>36620</c:v>
                </c:pt>
                <c:pt idx="592">
                  <c:v>36621</c:v>
                </c:pt>
                <c:pt idx="593">
                  <c:v>36622</c:v>
                </c:pt>
                <c:pt idx="594">
                  <c:v>36623</c:v>
                </c:pt>
                <c:pt idx="595">
                  <c:v>36626</c:v>
                </c:pt>
                <c:pt idx="596">
                  <c:v>36627</c:v>
                </c:pt>
                <c:pt idx="597">
                  <c:v>36628</c:v>
                </c:pt>
                <c:pt idx="598">
                  <c:v>36629</c:v>
                </c:pt>
                <c:pt idx="599">
                  <c:v>36630</c:v>
                </c:pt>
                <c:pt idx="600">
                  <c:v>36633</c:v>
                </c:pt>
                <c:pt idx="601">
                  <c:v>36634</c:v>
                </c:pt>
                <c:pt idx="602">
                  <c:v>36635</c:v>
                </c:pt>
                <c:pt idx="603">
                  <c:v>36636</c:v>
                </c:pt>
                <c:pt idx="604">
                  <c:v>36640</c:v>
                </c:pt>
                <c:pt idx="605">
                  <c:v>36641</c:v>
                </c:pt>
                <c:pt idx="606">
                  <c:v>36642</c:v>
                </c:pt>
                <c:pt idx="607">
                  <c:v>36643</c:v>
                </c:pt>
                <c:pt idx="608">
                  <c:v>36644</c:v>
                </c:pt>
                <c:pt idx="609">
                  <c:v>36647</c:v>
                </c:pt>
                <c:pt idx="610">
                  <c:v>36648</c:v>
                </c:pt>
                <c:pt idx="611">
                  <c:v>36649</c:v>
                </c:pt>
                <c:pt idx="612">
                  <c:v>36650</c:v>
                </c:pt>
                <c:pt idx="613">
                  <c:v>36651</c:v>
                </c:pt>
                <c:pt idx="614">
                  <c:v>36654</c:v>
                </c:pt>
                <c:pt idx="615">
                  <c:v>36655</c:v>
                </c:pt>
                <c:pt idx="616">
                  <c:v>36656</c:v>
                </c:pt>
                <c:pt idx="617">
                  <c:v>36657</c:v>
                </c:pt>
                <c:pt idx="618">
                  <c:v>36658</c:v>
                </c:pt>
                <c:pt idx="619">
                  <c:v>36661</c:v>
                </c:pt>
                <c:pt idx="620">
                  <c:v>36662</c:v>
                </c:pt>
                <c:pt idx="621">
                  <c:v>36663</c:v>
                </c:pt>
                <c:pt idx="622">
                  <c:v>36664</c:v>
                </c:pt>
                <c:pt idx="623">
                  <c:v>36665</c:v>
                </c:pt>
                <c:pt idx="624">
                  <c:v>36668</c:v>
                </c:pt>
                <c:pt idx="625">
                  <c:v>36669</c:v>
                </c:pt>
                <c:pt idx="626">
                  <c:v>36670</c:v>
                </c:pt>
                <c:pt idx="627">
                  <c:v>36671</c:v>
                </c:pt>
                <c:pt idx="628">
                  <c:v>36672</c:v>
                </c:pt>
                <c:pt idx="629">
                  <c:v>36676</c:v>
                </c:pt>
                <c:pt idx="630">
                  <c:v>36677</c:v>
                </c:pt>
                <c:pt idx="631">
                  <c:v>36678</c:v>
                </c:pt>
                <c:pt idx="632">
                  <c:v>36679</c:v>
                </c:pt>
                <c:pt idx="633">
                  <c:v>36682</c:v>
                </c:pt>
                <c:pt idx="634">
                  <c:v>36683</c:v>
                </c:pt>
                <c:pt idx="635">
                  <c:v>36684</c:v>
                </c:pt>
                <c:pt idx="636">
                  <c:v>36685</c:v>
                </c:pt>
                <c:pt idx="637">
                  <c:v>36686</c:v>
                </c:pt>
                <c:pt idx="638">
                  <c:v>36689</c:v>
                </c:pt>
                <c:pt idx="639">
                  <c:v>36690</c:v>
                </c:pt>
                <c:pt idx="640">
                  <c:v>36691</c:v>
                </c:pt>
                <c:pt idx="641">
                  <c:v>36692</c:v>
                </c:pt>
                <c:pt idx="642">
                  <c:v>36693</c:v>
                </c:pt>
                <c:pt idx="643">
                  <c:v>36696</c:v>
                </c:pt>
                <c:pt idx="644">
                  <c:v>36697</c:v>
                </c:pt>
                <c:pt idx="645">
                  <c:v>36698</c:v>
                </c:pt>
                <c:pt idx="646">
                  <c:v>36699</c:v>
                </c:pt>
                <c:pt idx="647">
                  <c:v>36700</c:v>
                </c:pt>
                <c:pt idx="648">
                  <c:v>36703</c:v>
                </c:pt>
                <c:pt idx="649">
                  <c:v>36704</c:v>
                </c:pt>
                <c:pt idx="650">
                  <c:v>36705</c:v>
                </c:pt>
                <c:pt idx="651">
                  <c:v>36706</c:v>
                </c:pt>
                <c:pt idx="652">
                  <c:v>36707</c:v>
                </c:pt>
                <c:pt idx="653">
                  <c:v>36710</c:v>
                </c:pt>
                <c:pt idx="654">
                  <c:v>36712</c:v>
                </c:pt>
                <c:pt idx="655">
                  <c:v>36713</c:v>
                </c:pt>
                <c:pt idx="656">
                  <c:v>36714</c:v>
                </c:pt>
                <c:pt idx="657">
                  <c:v>36717</c:v>
                </c:pt>
                <c:pt idx="658">
                  <c:v>36718</c:v>
                </c:pt>
                <c:pt idx="659">
                  <c:v>36719</c:v>
                </c:pt>
                <c:pt idx="660">
                  <c:v>36720</c:v>
                </c:pt>
                <c:pt idx="661">
                  <c:v>36721</c:v>
                </c:pt>
                <c:pt idx="662">
                  <c:v>36724</c:v>
                </c:pt>
                <c:pt idx="663">
                  <c:v>36725</c:v>
                </c:pt>
                <c:pt idx="664">
                  <c:v>36726</c:v>
                </c:pt>
                <c:pt idx="665">
                  <c:v>36727</c:v>
                </c:pt>
                <c:pt idx="666">
                  <c:v>36728</c:v>
                </c:pt>
                <c:pt idx="667">
                  <c:v>36731</c:v>
                </c:pt>
                <c:pt idx="668">
                  <c:v>36732</c:v>
                </c:pt>
                <c:pt idx="669">
                  <c:v>36733</c:v>
                </c:pt>
                <c:pt idx="670">
                  <c:v>36734</c:v>
                </c:pt>
                <c:pt idx="671">
                  <c:v>36735</c:v>
                </c:pt>
                <c:pt idx="672">
                  <c:v>36738</c:v>
                </c:pt>
                <c:pt idx="673">
                  <c:v>36739</c:v>
                </c:pt>
                <c:pt idx="674">
                  <c:v>36740</c:v>
                </c:pt>
                <c:pt idx="675">
                  <c:v>36741</c:v>
                </c:pt>
                <c:pt idx="676">
                  <c:v>36742</c:v>
                </c:pt>
                <c:pt idx="677">
                  <c:v>36745</c:v>
                </c:pt>
                <c:pt idx="678">
                  <c:v>36746</c:v>
                </c:pt>
                <c:pt idx="679">
                  <c:v>36747</c:v>
                </c:pt>
                <c:pt idx="680">
                  <c:v>36748</c:v>
                </c:pt>
                <c:pt idx="681">
                  <c:v>36749</c:v>
                </c:pt>
                <c:pt idx="682">
                  <c:v>36752</c:v>
                </c:pt>
                <c:pt idx="683">
                  <c:v>36753</c:v>
                </c:pt>
                <c:pt idx="684">
                  <c:v>36754</c:v>
                </c:pt>
                <c:pt idx="685">
                  <c:v>36755</c:v>
                </c:pt>
                <c:pt idx="686">
                  <c:v>36756</c:v>
                </c:pt>
                <c:pt idx="687">
                  <c:v>36759</c:v>
                </c:pt>
                <c:pt idx="688">
                  <c:v>36760</c:v>
                </c:pt>
                <c:pt idx="689">
                  <c:v>36761</c:v>
                </c:pt>
                <c:pt idx="690">
                  <c:v>36762</c:v>
                </c:pt>
                <c:pt idx="691">
                  <c:v>36763</c:v>
                </c:pt>
                <c:pt idx="692">
                  <c:v>36766</c:v>
                </c:pt>
                <c:pt idx="693">
                  <c:v>36767</c:v>
                </c:pt>
                <c:pt idx="694">
                  <c:v>36768</c:v>
                </c:pt>
                <c:pt idx="695">
                  <c:v>36769</c:v>
                </c:pt>
                <c:pt idx="696">
                  <c:v>36770</c:v>
                </c:pt>
                <c:pt idx="697">
                  <c:v>36774</c:v>
                </c:pt>
                <c:pt idx="698">
                  <c:v>36775</c:v>
                </c:pt>
                <c:pt idx="699">
                  <c:v>36776</c:v>
                </c:pt>
                <c:pt idx="700">
                  <c:v>36777</c:v>
                </c:pt>
                <c:pt idx="701">
                  <c:v>36780</c:v>
                </c:pt>
                <c:pt idx="702">
                  <c:v>36781</c:v>
                </c:pt>
                <c:pt idx="703">
                  <c:v>36782</c:v>
                </c:pt>
                <c:pt idx="704">
                  <c:v>36783</c:v>
                </c:pt>
                <c:pt idx="705">
                  <c:v>36784</c:v>
                </c:pt>
                <c:pt idx="706">
                  <c:v>36787</c:v>
                </c:pt>
                <c:pt idx="707">
                  <c:v>36788</c:v>
                </c:pt>
                <c:pt idx="708">
                  <c:v>36789</c:v>
                </c:pt>
                <c:pt idx="709">
                  <c:v>36790</c:v>
                </c:pt>
                <c:pt idx="710">
                  <c:v>36791</c:v>
                </c:pt>
                <c:pt idx="711">
                  <c:v>36794</c:v>
                </c:pt>
                <c:pt idx="712">
                  <c:v>36795</c:v>
                </c:pt>
                <c:pt idx="713">
                  <c:v>36796</c:v>
                </c:pt>
                <c:pt idx="714">
                  <c:v>36797</c:v>
                </c:pt>
                <c:pt idx="715">
                  <c:v>36798</c:v>
                </c:pt>
                <c:pt idx="716">
                  <c:v>36801</c:v>
                </c:pt>
                <c:pt idx="717">
                  <c:v>36802</c:v>
                </c:pt>
                <c:pt idx="718">
                  <c:v>36803</c:v>
                </c:pt>
                <c:pt idx="719">
                  <c:v>36804</c:v>
                </c:pt>
                <c:pt idx="720">
                  <c:v>36805</c:v>
                </c:pt>
                <c:pt idx="721">
                  <c:v>36808</c:v>
                </c:pt>
                <c:pt idx="722">
                  <c:v>36809</c:v>
                </c:pt>
                <c:pt idx="723">
                  <c:v>36810</c:v>
                </c:pt>
                <c:pt idx="724">
                  <c:v>36811</c:v>
                </c:pt>
                <c:pt idx="725">
                  <c:v>36812</c:v>
                </c:pt>
                <c:pt idx="726">
                  <c:v>36815</c:v>
                </c:pt>
                <c:pt idx="727">
                  <c:v>36816</c:v>
                </c:pt>
                <c:pt idx="728">
                  <c:v>36817</c:v>
                </c:pt>
                <c:pt idx="729">
                  <c:v>36818</c:v>
                </c:pt>
                <c:pt idx="730">
                  <c:v>36819</c:v>
                </c:pt>
                <c:pt idx="731">
                  <c:v>36822</c:v>
                </c:pt>
                <c:pt idx="732">
                  <c:v>36823</c:v>
                </c:pt>
                <c:pt idx="733">
                  <c:v>36824</c:v>
                </c:pt>
                <c:pt idx="734">
                  <c:v>36825</c:v>
                </c:pt>
                <c:pt idx="735">
                  <c:v>36826</c:v>
                </c:pt>
                <c:pt idx="736">
                  <c:v>36829</c:v>
                </c:pt>
                <c:pt idx="737">
                  <c:v>36830</c:v>
                </c:pt>
                <c:pt idx="738">
                  <c:v>36831</c:v>
                </c:pt>
                <c:pt idx="739">
                  <c:v>36832</c:v>
                </c:pt>
                <c:pt idx="740">
                  <c:v>36833</c:v>
                </c:pt>
                <c:pt idx="741">
                  <c:v>36836</c:v>
                </c:pt>
                <c:pt idx="742">
                  <c:v>36837</c:v>
                </c:pt>
                <c:pt idx="743">
                  <c:v>36838</c:v>
                </c:pt>
                <c:pt idx="744">
                  <c:v>36839</c:v>
                </c:pt>
                <c:pt idx="745">
                  <c:v>36840</c:v>
                </c:pt>
                <c:pt idx="746">
                  <c:v>36843</c:v>
                </c:pt>
                <c:pt idx="747">
                  <c:v>36844</c:v>
                </c:pt>
                <c:pt idx="748">
                  <c:v>36845</c:v>
                </c:pt>
                <c:pt idx="749">
                  <c:v>36846</c:v>
                </c:pt>
                <c:pt idx="750">
                  <c:v>36847</c:v>
                </c:pt>
                <c:pt idx="751">
                  <c:v>36850</c:v>
                </c:pt>
                <c:pt idx="752">
                  <c:v>36851</c:v>
                </c:pt>
                <c:pt idx="753">
                  <c:v>36852</c:v>
                </c:pt>
                <c:pt idx="754">
                  <c:v>36854</c:v>
                </c:pt>
                <c:pt idx="755">
                  <c:v>36857</c:v>
                </c:pt>
                <c:pt idx="756">
                  <c:v>36858</c:v>
                </c:pt>
                <c:pt idx="757">
                  <c:v>36859</c:v>
                </c:pt>
                <c:pt idx="758">
                  <c:v>36860</c:v>
                </c:pt>
                <c:pt idx="759">
                  <c:v>36861</c:v>
                </c:pt>
                <c:pt idx="760">
                  <c:v>36864</c:v>
                </c:pt>
                <c:pt idx="761">
                  <c:v>36865</c:v>
                </c:pt>
                <c:pt idx="762">
                  <c:v>36866</c:v>
                </c:pt>
                <c:pt idx="763">
                  <c:v>36867</c:v>
                </c:pt>
                <c:pt idx="764">
                  <c:v>36868</c:v>
                </c:pt>
                <c:pt idx="765">
                  <c:v>36871</c:v>
                </c:pt>
                <c:pt idx="766">
                  <c:v>36872</c:v>
                </c:pt>
                <c:pt idx="767">
                  <c:v>36873</c:v>
                </c:pt>
                <c:pt idx="768">
                  <c:v>36874</c:v>
                </c:pt>
                <c:pt idx="769">
                  <c:v>36875</c:v>
                </c:pt>
                <c:pt idx="770">
                  <c:v>36878</c:v>
                </c:pt>
                <c:pt idx="771">
                  <c:v>36879</c:v>
                </c:pt>
                <c:pt idx="772">
                  <c:v>36880</c:v>
                </c:pt>
                <c:pt idx="773">
                  <c:v>36881</c:v>
                </c:pt>
                <c:pt idx="774">
                  <c:v>36882</c:v>
                </c:pt>
                <c:pt idx="775">
                  <c:v>36886</c:v>
                </c:pt>
                <c:pt idx="776">
                  <c:v>36887</c:v>
                </c:pt>
                <c:pt idx="777">
                  <c:v>36888</c:v>
                </c:pt>
                <c:pt idx="778">
                  <c:v>36889</c:v>
                </c:pt>
                <c:pt idx="779">
                  <c:v>36893</c:v>
                </c:pt>
                <c:pt idx="780">
                  <c:v>36894</c:v>
                </c:pt>
                <c:pt idx="781">
                  <c:v>36895</c:v>
                </c:pt>
                <c:pt idx="782">
                  <c:v>36896</c:v>
                </c:pt>
                <c:pt idx="783">
                  <c:v>36899</c:v>
                </c:pt>
                <c:pt idx="784">
                  <c:v>36900</c:v>
                </c:pt>
                <c:pt idx="785">
                  <c:v>36901</c:v>
                </c:pt>
                <c:pt idx="786">
                  <c:v>36902</c:v>
                </c:pt>
                <c:pt idx="787">
                  <c:v>36903</c:v>
                </c:pt>
                <c:pt idx="788">
                  <c:v>36907</c:v>
                </c:pt>
                <c:pt idx="789">
                  <c:v>36908</c:v>
                </c:pt>
                <c:pt idx="790">
                  <c:v>36909</c:v>
                </c:pt>
                <c:pt idx="791">
                  <c:v>36910</c:v>
                </c:pt>
                <c:pt idx="792">
                  <c:v>36913</c:v>
                </c:pt>
                <c:pt idx="793">
                  <c:v>36914</c:v>
                </c:pt>
                <c:pt idx="794">
                  <c:v>36915</c:v>
                </c:pt>
                <c:pt idx="795">
                  <c:v>36916</c:v>
                </c:pt>
                <c:pt idx="796">
                  <c:v>36917</c:v>
                </c:pt>
                <c:pt idx="797">
                  <c:v>36920</c:v>
                </c:pt>
                <c:pt idx="798">
                  <c:v>36921</c:v>
                </c:pt>
                <c:pt idx="799">
                  <c:v>36922</c:v>
                </c:pt>
                <c:pt idx="800">
                  <c:v>36923</c:v>
                </c:pt>
                <c:pt idx="801">
                  <c:v>36924</c:v>
                </c:pt>
                <c:pt idx="802">
                  <c:v>36927</c:v>
                </c:pt>
                <c:pt idx="803">
                  <c:v>36928</c:v>
                </c:pt>
                <c:pt idx="804">
                  <c:v>36929</c:v>
                </c:pt>
                <c:pt idx="805">
                  <c:v>36930</c:v>
                </c:pt>
                <c:pt idx="806">
                  <c:v>36931</c:v>
                </c:pt>
                <c:pt idx="807">
                  <c:v>36934</c:v>
                </c:pt>
                <c:pt idx="808">
                  <c:v>36935</c:v>
                </c:pt>
                <c:pt idx="809">
                  <c:v>36936</c:v>
                </c:pt>
                <c:pt idx="810">
                  <c:v>36937</c:v>
                </c:pt>
                <c:pt idx="811">
                  <c:v>36938</c:v>
                </c:pt>
                <c:pt idx="812">
                  <c:v>36942</c:v>
                </c:pt>
                <c:pt idx="813">
                  <c:v>36943</c:v>
                </c:pt>
                <c:pt idx="814">
                  <c:v>36944</c:v>
                </c:pt>
                <c:pt idx="815">
                  <c:v>36945</c:v>
                </c:pt>
                <c:pt idx="816">
                  <c:v>36948</c:v>
                </c:pt>
                <c:pt idx="817">
                  <c:v>36949</c:v>
                </c:pt>
                <c:pt idx="818">
                  <c:v>36950</c:v>
                </c:pt>
                <c:pt idx="819">
                  <c:v>36951</c:v>
                </c:pt>
                <c:pt idx="820">
                  <c:v>36952</c:v>
                </c:pt>
                <c:pt idx="821">
                  <c:v>36955</c:v>
                </c:pt>
                <c:pt idx="822">
                  <c:v>36956</c:v>
                </c:pt>
                <c:pt idx="823">
                  <c:v>36957</c:v>
                </c:pt>
                <c:pt idx="824">
                  <c:v>36958</c:v>
                </c:pt>
                <c:pt idx="825">
                  <c:v>36959</c:v>
                </c:pt>
                <c:pt idx="826">
                  <c:v>36962</c:v>
                </c:pt>
                <c:pt idx="827">
                  <c:v>36963</c:v>
                </c:pt>
                <c:pt idx="828">
                  <c:v>36964</c:v>
                </c:pt>
                <c:pt idx="829">
                  <c:v>36965</c:v>
                </c:pt>
                <c:pt idx="830">
                  <c:v>36966</c:v>
                </c:pt>
                <c:pt idx="831">
                  <c:v>36969</c:v>
                </c:pt>
                <c:pt idx="832">
                  <c:v>36970</c:v>
                </c:pt>
                <c:pt idx="833">
                  <c:v>36971</c:v>
                </c:pt>
                <c:pt idx="834">
                  <c:v>36972</c:v>
                </c:pt>
                <c:pt idx="835">
                  <c:v>36973</c:v>
                </c:pt>
                <c:pt idx="836">
                  <c:v>36976</c:v>
                </c:pt>
                <c:pt idx="837">
                  <c:v>36977</c:v>
                </c:pt>
                <c:pt idx="838">
                  <c:v>36978</c:v>
                </c:pt>
                <c:pt idx="839">
                  <c:v>36979</c:v>
                </c:pt>
                <c:pt idx="840">
                  <c:v>36980</c:v>
                </c:pt>
                <c:pt idx="841">
                  <c:v>36983</c:v>
                </c:pt>
                <c:pt idx="842">
                  <c:v>36984</c:v>
                </c:pt>
                <c:pt idx="843">
                  <c:v>36985</c:v>
                </c:pt>
                <c:pt idx="844">
                  <c:v>36986</c:v>
                </c:pt>
                <c:pt idx="845">
                  <c:v>36987</c:v>
                </c:pt>
                <c:pt idx="846">
                  <c:v>36990</c:v>
                </c:pt>
                <c:pt idx="847">
                  <c:v>36991</c:v>
                </c:pt>
                <c:pt idx="848">
                  <c:v>36992</c:v>
                </c:pt>
                <c:pt idx="849">
                  <c:v>36993</c:v>
                </c:pt>
                <c:pt idx="850">
                  <c:v>36997</c:v>
                </c:pt>
                <c:pt idx="851">
                  <c:v>36998</c:v>
                </c:pt>
                <c:pt idx="852">
                  <c:v>36999</c:v>
                </c:pt>
                <c:pt idx="853">
                  <c:v>37000</c:v>
                </c:pt>
                <c:pt idx="854">
                  <c:v>37001</c:v>
                </c:pt>
                <c:pt idx="855">
                  <c:v>37004</c:v>
                </c:pt>
                <c:pt idx="856">
                  <c:v>37005</c:v>
                </c:pt>
                <c:pt idx="857">
                  <c:v>37006</c:v>
                </c:pt>
                <c:pt idx="858">
                  <c:v>37007</c:v>
                </c:pt>
                <c:pt idx="859">
                  <c:v>37008</c:v>
                </c:pt>
                <c:pt idx="860">
                  <c:v>37011</c:v>
                </c:pt>
                <c:pt idx="861">
                  <c:v>37012</c:v>
                </c:pt>
                <c:pt idx="862">
                  <c:v>37013</c:v>
                </c:pt>
                <c:pt idx="863">
                  <c:v>37014</c:v>
                </c:pt>
                <c:pt idx="864">
                  <c:v>37015</c:v>
                </c:pt>
                <c:pt idx="865">
                  <c:v>37018</c:v>
                </c:pt>
                <c:pt idx="866">
                  <c:v>37019</c:v>
                </c:pt>
                <c:pt idx="867">
                  <c:v>37020</c:v>
                </c:pt>
                <c:pt idx="868">
                  <c:v>37021</c:v>
                </c:pt>
                <c:pt idx="869">
                  <c:v>37022</c:v>
                </c:pt>
                <c:pt idx="870">
                  <c:v>37025</c:v>
                </c:pt>
                <c:pt idx="871">
                  <c:v>37026</c:v>
                </c:pt>
                <c:pt idx="872">
                  <c:v>37027</c:v>
                </c:pt>
                <c:pt idx="873">
                  <c:v>37028</c:v>
                </c:pt>
                <c:pt idx="874">
                  <c:v>37029</c:v>
                </c:pt>
                <c:pt idx="875">
                  <c:v>37032</c:v>
                </c:pt>
                <c:pt idx="876">
                  <c:v>37033</c:v>
                </c:pt>
                <c:pt idx="877">
                  <c:v>37034</c:v>
                </c:pt>
                <c:pt idx="878">
                  <c:v>37035</c:v>
                </c:pt>
                <c:pt idx="879">
                  <c:v>37036</c:v>
                </c:pt>
                <c:pt idx="880">
                  <c:v>37040</c:v>
                </c:pt>
                <c:pt idx="881">
                  <c:v>37041</c:v>
                </c:pt>
                <c:pt idx="882">
                  <c:v>37042</c:v>
                </c:pt>
                <c:pt idx="883">
                  <c:v>37043</c:v>
                </c:pt>
                <c:pt idx="884">
                  <c:v>37046</c:v>
                </c:pt>
                <c:pt idx="885">
                  <c:v>37047</c:v>
                </c:pt>
                <c:pt idx="886">
                  <c:v>37048</c:v>
                </c:pt>
                <c:pt idx="887">
                  <c:v>37049</c:v>
                </c:pt>
                <c:pt idx="888">
                  <c:v>37050</c:v>
                </c:pt>
                <c:pt idx="889">
                  <c:v>37053</c:v>
                </c:pt>
                <c:pt idx="890">
                  <c:v>37054</c:v>
                </c:pt>
                <c:pt idx="891">
                  <c:v>37055</c:v>
                </c:pt>
                <c:pt idx="892">
                  <c:v>37056</c:v>
                </c:pt>
                <c:pt idx="893">
                  <c:v>37057</c:v>
                </c:pt>
                <c:pt idx="894">
                  <c:v>37060</c:v>
                </c:pt>
                <c:pt idx="895">
                  <c:v>37061</c:v>
                </c:pt>
                <c:pt idx="896">
                  <c:v>37062</c:v>
                </c:pt>
                <c:pt idx="897">
                  <c:v>37063</c:v>
                </c:pt>
                <c:pt idx="898">
                  <c:v>37064</c:v>
                </c:pt>
                <c:pt idx="899">
                  <c:v>37067</c:v>
                </c:pt>
                <c:pt idx="900">
                  <c:v>37068</c:v>
                </c:pt>
                <c:pt idx="901">
                  <c:v>37069</c:v>
                </c:pt>
                <c:pt idx="902">
                  <c:v>37070</c:v>
                </c:pt>
                <c:pt idx="903">
                  <c:v>37071</c:v>
                </c:pt>
                <c:pt idx="904">
                  <c:v>37074</c:v>
                </c:pt>
                <c:pt idx="905">
                  <c:v>37075</c:v>
                </c:pt>
                <c:pt idx="906">
                  <c:v>37077</c:v>
                </c:pt>
                <c:pt idx="907">
                  <c:v>37078</c:v>
                </c:pt>
                <c:pt idx="908">
                  <c:v>37081</c:v>
                </c:pt>
                <c:pt idx="909">
                  <c:v>37082</c:v>
                </c:pt>
                <c:pt idx="910">
                  <c:v>37083</c:v>
                </c:pt>
                <c:pt idx="911">
                  <c:v>37084</c:v>
                </c:pt>
                <c:pt idx="912">
                  <c:v>37085</c:v>
                </c:pt>
                <c:pt idx="913">
                  <c:v>37088</c:v>
                </c:pt>
                <c:pt idx="914">
                  <c:v>37089</c:v>
                </c:pt>
                <c:pt idx="915">
                  <c:v>37090</c:v>
                </c:pt>
                <c:pt idx="916">
                  <c:v>37091</c:v>
                </c:pt>
                <c:pt idx="917">
                  <c:v>37092</c:v>
                </c:pt>
                <c:pt idx="918">
                  <c:v>37095</c:v>
                </c:pt>
                <c:pt idx="919">
                  <c:v>37096</c:v>
                </c:pt>
                <c:pt idx="920">
                  <c:v>37097</c:v>
                </c:pt>
                <c:pt idx="921">
                  <c:v>37098</c:v>
                </c:pt>
                <c:pt idx="922">
                  <c:v>37099</c:v>
                </c:pt>
                <c:pt idx="923">
                  <c:v>37102</c:v>
                </c:pt>
                <c:pt idx="924">
                  <c:v>37103</c:v>
                </c:pt>
                <c:pt idx="925">
                  <c:v>37104</c:v>
                </c:pt>
                <c:pt idx="926">
                  <c:v>37105</c:v>
                </c:pt>
                <c:pt idx="927">
                  <c:v>37106</c:v>
                </c:pt>
                <c:pt idx="928">
                  <c:v>37109</c:v>
                </c:pt>
                <c:pt idx="929">
                  <c:v>37110</c:v>
                </c:pt>
                <c:pt idx="930">
                  <c:v>37111</c:v>
                </c:pt>
                <c:pt idx="931">
                  <c:v>37112</c:v>
                </c:pt>
                <c:pt idx="932">
                  <c:v>37113</c:v>
                </c:pt>
                <c:pt idx="933">
                  <c:v>37116</c:v>
                </c:pt>
                <c:pt idx="934">
                  <c:v>37117</c:v>
                </c:pt>
                <c:pt idx="935">
                  <c:v>37118</c:v>
                </c:pt>
                <c:pt idx="936">
                  <c:v>37119</c:v>
                </c:pt>
                <c:pt idx="937">
                  <c:v>37120</c:v>
                </c:pt>
                <c:pt idx="938">
                  <c:v>37123</c:v>
                </c:pt>
                <c:pt idx="939">
                  <c:v>37124</c:v>
                </c:pt>
                <c:pt idx="940">
                  <c:v>37125</c:v>
                </c:pt>
                <c:pt idx="941">
                  <c:v>37126</c:v>
                </c:pt>
                <c:pt idx="942">
                  <c:v>37127</c:v>
                </c:pt>
                <c:pt idx="943">
                  <c:v>37130</c:v>
                </c:pt>
                <c:pt idx="944">
                  <c:v>37131</c:v>
                </c:pt>
                <c:pt idx="945">
                  <c:v>37132</c:v>
                </c:pt>
                <c:pt idx="946">
                  <c:v>37133</c:v>
                </c:pt>
                <c:pt idx="947">
                  <c:v>37134</c:v>
                </c:pt>
                <c:pt idx="948">
                  <c:v>37138</c:v>
                </c:pt>
                <c:pt idx="949">
                  <c:v>37139</c:v>
                </c:pt>
                <c:pt idx="950">
                  <c:v>37140</c:v>
                </c:pt>
                <c:pt idx="951">
                  <c:v>37141</c:v>
                </c:pt>
                <c:pt idx="952">
                  <c:v>37144</c:v>
                </c:pt>
                <c:pt idx="953">
                  <c:v>37151</c:v>
                </c:pt>
                <c:pt idx="954">
                  <c:v>37152</c:v>
                </c:pt>
                <c:pt idx="955">
                  <c:v>37153</c:v>
                </c:pt>
                <c:pt idx="956">
                  <c:v>37154</c:v>
                </c:pt>
                <c:pt idx="957">
                  <c:v>37155</c:v>
                </c:pt>
                <c:pt idx="958">
                  <c:v>37158</c:v>
                </c:pt>
                <c:pt idx="959">
                  <c:v>37159</c:v>
                </c:pt>
                <c:pt idx="960">
                  <c:v>37160</c:v>
                </c:pt>
                <c:pt idx="961">
                  <c:v>37161</c:v>
                </c:pt>
                <c:pt idx="962">
                  <c:v>37162</c:v>
                </c:pt>
                <c:pt idx="963">
                  <c:v>37165</c:v>
                </c:pt>
                <c:pt idx="964">
                  <c:v>37166</c:v>
                </c:pt>
                <c:pt idx="965">
                  <c:v>37167</c:v>
                </c:pt>
                <c:pt idx="966">
                  <c:v>37168</c:v>
                </c:pt>
                <c:pt idx="967">
                  <c:v>37169</c:v>
                </c:pt>
                <c:pt idx="968">
                  <c:v>37172</c:v>
                </c:pt>
                <c:pt idx="969">
                  <c:v>37173</c:v>
                </c:pt>
                <c:pt idx="970">
                  <c:v>37174</c:v>
                </c:pt>
                <c:pt idx="971">
                  <c:v>37175</c:v>
                </c:pt>
                <c:pt idx="972">
                  <c:v>37176</c:v>
                </c:pt>
                <c:pt idx="973">
                  <c:v>37179</c:v>
                </c:pt>
                <c:pt idx="974">
                  <c:v>37180</c:v>
                </c:pt>
                <c:pt idx="975">
                  <c:v>37181</c:v>
                </c:pt>
                <c:pt idx="976">
                  <c:v>37182</c:v>
                </c:pt>
                <c:pt idx="977">
                  <c:v>37183</c:v>
                </c:pt>
                <c:pt idx="978">
                  <c:v>37186</c:v>
                </c:pt>
                <c:pt idx="979">
                  <c:v>37187</c:v>
                </c:pt>
                <c:pt idx="980">
                  <c:v>37188</c:v>
                </c:pt>
                <c:pt idx="981">
                  <c:v>37189</c:v>
                </c:pt>
                <c:pt idx="982">
                  <c:v>37190</c:v>
                </c:pt>
                <c:pt idx="983">
                  <c:v>37193</c:v>
                </c:pt>
                <c:pt idx="984">
                  <c:v>37194</c:v>
                </c:pt>
                <c:pt idx="985">
                  <c:v>37195</c:v>
                </c:pt>
                <c:pt idx="986">
                  <c:v>37196</c:v>
                </c:pt>
                <c:pt idx="987">
                  <c:v>37197</c:v>
                </c:pt>
                <c:pt idx="988">
                  <c:v>37200</c:v>
                </c:pt>
                <c:pt idx="989">
                  <c:v>37201</c:v>
                </c:pt>
                <c:pt idx="990">
                  <c:v>37202</c:v>
                </c:pt>
                <c:pt idx="991">
                  <c:v>37203</c:v>
                </c:pt>
                <c:pt idx="992">
                  <c:v>37204</c:v>
                </c:pt>
                <c:pt idx="993">
                  <c:v>37207</c:v>
                </c:pt>
                <c:pt idx="994">
                  <c:v>37208</c:v>
                </c:pt>
                <c:pt idx="995">
                  <c:v>37209</c:v>
                </c:pt>
                <c:pt idx="996">
                  <c:v>37210</c:v>
                </c:pt>
                <c:pt idx="997">
                  <c:v>37211</c:v>
                </c:pt>
                <c:pt idx="998">
                  <c:v>37214</c:v>
                </c:pt>
                <c:pt idx="999">
                  <c:v>37215</c:v>
                </c:pt>
                <c:pt idx="1000">
                  <c:v>37216</c:v>
                </c:pt>
                <c:pt idx="1001">
                  <c:v>37218</c:v>
                </c:pt>
                <c:pt idx="1002">
                  <c:v>37221</c:v>
                </c:pt>
                <c:pt idx="1003">
                  <c:v>37222</c:v>
                </c:pt>
                <c:pt idx="1004">
                  <c:v>37223</c:v>
                </c:pt>
                <c:pt idx="1005">
                  <c:v>37224</c:v>
                </c:pt>
                <c:pt idx="1006">
                  <c:v>37225</c:v>
                </c:pt>
                <c:pt idx="1007">
                  <c:v>37228</c:v>
                </c:pt>
                <c:pt idx="1008">
                  <c:v>37229</c:v>
                </c:pt>
                <c:pt idx="1009">
                  <c:v>37230</c:v>
                </c:pt>
                <c:pt idx="1010">
                  <c:v>37231</c:v>
                </c:pt>
                <c:pt idx="1011">
                  <c:v>37232</c:v>
                </c:pt>
                <c:pt idx="1012">
                  <c:v>37235</c:v>
                </c:pt>
                <c:pt idx="1013">
                  <c:v>37236</c:v>
                </c:pt>
                <c:pt idx="1014">
                  <c:v>37237</c:v>
                </c:pt>
                <c:pt idx="1015">
                  <c:v>37238</c:v>
                </c:pt>
                <c:pt idx="1016">
                  <c:v>37239</c:v>
                </c:pt>
                <c:pt idx="1017">
                  <c:v>37242</c:v>
                </c:pt>
                <c:pt idx="1018">
                  <c:v>37243</c:v>
                </c:pt>
                <c:pt idx="1019">
                  <c:v>37244</c:v>
                </c:pt>
                <c:pt idx="1020">
                  <c:v>37245</c:v>
                </c:pt>
                <c:pt idx="1021">
                  <c:v>37246</c:v>
                </c:pt>
                <c:pt idx="1022">
                  <c:v>37249</c:v>
                </c:pt>
                <c:pt idx="1023">
                  <c:v>37251</c:v>
                </c:pt>
                <c:pt idx="1024">
                  <c:v>37252</c:v>
                </c:pt>
                <c:pt idx="1025">
                  <c:v>37253</c:v>
                </c:pt>
                <c:pt idx="1026">
                  <c:v>37256</c:v>
                </c:pt>
                <c:pt idx="1027">
                  <c:v>37258</c:v>
                </c:pt>
                <c:pt idx="1028">
                  <c:v>37259</c:v>
                </c:pt>
                <c:pt idx="1029">
                  <c:v>37260</c:v>
                </c:pt>
                <c:pt idx="1030">
                  <c:v>37263</c:v>
                </c:pt>
                <c:pt idx="1031">
                  <c:v>37264</c:v>
                </c:pt>
                <c:pt idx="1032">
                  <c:v>37265</c:v>
                </c:pt>
                <c:pt idx="1033">
                  <c:v>37266</c:v>
                </c:pt>
                <c:pt idx="1034">
                  <c:v>37267</c:v>
                </c:pt>
                <c:pt idx="1035">
                  <c:v>37270</c:v>
                </c:pt>
                <c:pt idx="1036">
                  <c:v>37271</c:v>
                </c:pt>
                <c:pt idx="1037">
                  <c:v>37272</c:v>
                </c:pt>
                <c:pt idx="1038">
                  <c:v>37273</c:v>
                </c:pt>
                <c:pt idx="1039">
                  <c:v>37274</c:v>
                </c:pt>
                <c:pt idx="1040">
                  <c:v>37278</c:v>
                </c:pt>
                <c:pt idx="1041">
                  <c:v>37279</c:v>
                </c:pt>
                <c:pt idx="1042">
                  <c:v>37280</c:v>
                </c:pt>
                <c:pt idx="1043">
                  <c:v>37281</c:v>
                </c:pt>
                <c:pt idx="1044">
                  <c:v>37284</c:v>
                </c:pt>
                <c:pt idx="1045">
                  <c:v>37285</c:v>
                </c:pt>
                <c:pt idx="1046">
                  <c:v>37286</c:v>
                </c:pt>
                <c:pt idx="1047">
                  <c:v>37287</c:v>
                </c:pt>
                <c:pt idx="1048">
                  <c:v>37288</c:v>
                </c:pt>
                <c:pt idx="1049">
                  <c:v>37291</c:v>
                </c:pt>
                <c:pt idx="1050">
                  <c:v>37292</c:v>
                </c:pt>
                <c:pt idx="1051">
                  <c:v>37293</c:v>
                </c:pt>
                <c:pt idx="1052">
                  <c:v>37294</c:v>
                </c:pt>
                <c:pt idx="1053">
                  <c:v>37295</c:v>
                </c:pt>
                <c:pt idx="1054">
                  <c:v>37298</c:v>
                </c:pt>
                <c:pt idx="1055">
                  <c:v>37299</c:v>
                </c:pt>
                <c:pt idx="1056">
                  <c:v>37300</c:v>
                </c:pt>
                <c:pt idx="1057">
                  <c:v>37301</c:v>
                </c:pt>
                <c:pt idx="1058">
                  <c:v>37302</c:v>
                </c:pt>
                <c:pt idx="1059">
                  <c:v>37306</c:v>
                </c:pt>
                <c:pt idx="1060">
                  <c:v>37307</c:v>
                </c:pt>
                <c:pt idx="1061">
                  <c:v>37308</c:v>
                </c:pt>
                <c:pt idx="1062">
                  <c:v>37309</c:v>
                </c:pt>
                <c:pt idx="1063">
                  <c:v>37312</c:v>
                </c:pt>
                <c:pt idx="1064">
                  <c:v>37313</c:v>
                </c:pt>
                <c:pt idx="1065">
                  <c:v>37314</c:v>
                </c:pt>
                <c:pt idx="1066">
                  <c:v>37315</c:v>
                </c:pt>
                <c:pt idx="1067">
                  <c:v>37316</c:v>
                </c:pt>
                <c:pt idx="1068">
                  <c:v>37319</c:v>
                </c:pt>
                <c:pt idx="1069">
                  <c:v>37320</c:v>
                </c:pt>
                <c:pt idx="1070">
                  <c:v>37321</c:v>
                </c:pt>
                <c:pt idx="1071">
                  <c:v>37322</c:v>
                </c:pt>
                <c:pt idx="1072">
                  <c:v>37323</c:v>
                </c:pt>
                <c:pt idx="1073">
                  <c:v>37326</c:v>
                </c:pt>
                <c:pt idx="1074">
                  <c:v>37327</c:v>
                </c:pt>
                <c:pt idx="1075">
                  <c:v>37328</c:v>
                </c:pt>
                <c:pt idx="1076">
                  <c:v>37329</c:v>
                </c:pt>
                <c:pt idx="1077">
                  <c:v>37330</c:v>
                </c:pt>
                <c:pt idx="1078">
                  <c:v>37333</c:v>
                </c:pt>
                <c:pt idx="1079">
                  <c:v>37334</c:v>
                </c:pt>
                <c:pt idx="1080">
                  <c:v>37335</c:v>
                </c:pt>
                <c:pt idx="1081">
                  <c:v>37336</c:v>
                </c:pt>
                <c:pt idx="1082">
                  <c:v>37337</c:v>
                </c:pt>
                <c:pt idx="1083">
                  <c:v>37340</c:v>
                </c:pt>
                <c:pt idx="1084">
                  <c:v>37341</c:v>
                </c:pt>
                <c:pt idx="1085">
                  <c:v>37342</c:v>
                </c:pt>
                <c:pt idx="1086">
                  <c:v>37343</c:v>
                </c:pt>
                <c:pt idx="1087">
                  <c:v>37347</c:v>
                </c:pt>
                <c:pt idx="1088">
                  <c:v>37348</c:v>
                </c:pt>
                <c:pt idx="1089">
                  <c:v>37349</c:v>
                </c:pt>
                <c:pt idx="1090">
                  <c:v>37350</c:v>
                </c:pt>
                <c:pt idx="1091">
                  <c:v>37351</c:v>
                </c:pt>
                <c:pt idx="1092">
                  <c:v>37354</c:v>
                </c:pt>
                <c:pt idx="1093">
                  <c:v>37355</c:v>
                </c:pt>
                <c:pt idx="1094">
                  <c:v>37356</c:v>
                </c:pt>
                <c:pt idx="1095">
                  <c:v>37357</c:v>
                </c:pt>
                <c:pt idx="1096">
                  <c:v>37358</c:v>
                </c:pt>
                <c:pt idx="1097">
                  <c:v>37361</c:v>
                </c:pt>
                <c:pt idx="1098">
                  <c:v>37362</c:v>
                </c:pt>
                <c:pt idx="1099">
                  <c:v>37363</c:v>
                </c:pt>
                <c:pt idx="1100">
                  <c:v>37364</c:v>
                </c:pt>
                <c:pt idx="1101">
                  <c:v>37365</c:v>
                </c:pt>
                <c:pt idx="1102">
                  <c:v>37368</c:v>
                </c:pt>
                <c:pt idx="1103">
                  <c:v>37369</c:v>
                </c:pt>
                <c:pt idx="1104">
                  <c:v>37370</c:v>
                </c:pt>
                <c:pt idx="1105">
                  <c:v>37371</c:v>
                </c:pt>
                <c:pt idx="1106">
                  <c:v>37372</c:v>
                </c:pt>
                <c:pt idx="1107">
                  <c:v>37375</c:v>
                </c:pt>
                <c:pt idx="1108">
                  <c:v>37376</c:v>
                </c:pt>
                <c:pt idx="1109">
                  <c:v>37377</c:v>
                </c:pt>
                <c:pt idx="1110">
                  <c:v>37378</c:v>
                </c:pt>
                <c:pt idx="1111">
                  <c:v>37379</c:v>
                </c:pt>
                <c:pt idx="1112">
                  <c:v>37382</c:v>
                </c:pt>
                <c:pt idx="1113">
                  <c:v>37383</c:v>
                </c:pt>
                <c:pt idx="1114">
                  <c:v>37384</c:v>
                </c:pt>
                <c:pt idx="1115">
                  <c:v>37385</c:v>
                </c:pt>
                <c:pt idx="1116">
                  <c:v>37386</c:v>
                </c:pt>
                <c:pt idx="1117">
                  <c:v>37389</c:v>
                </c:pt>
                <c:pt idx="1118">
                  <c:v>37390</c:v>
                </c:pt>
                <c:pt idx="1119">
                  <c:v>37391</c:v>
                </c:pt>
                <c:pt idx="1120">
                  <c:v>37392</c:v>
                </c:pt>
                <c:pt idx="1121">
                  <c:v>37393</c:v>
                </c:pt>
                <c:pt idx="1122">
                  <c:v>37396</c:v>
                </c:pt>
                <c:pt idx="1123">
                  <c:v>37397</c:v>
                </c:pt>
                <c:pt idx="1124">
                  <c:v>37398</c:v>
                </c:pt>
                <c:pt idx="1125">
                  <c:v>37399</c:v>
                </c:pt>
                <c:pt idx="1126">
                  <c:v>37400</c:v>
                </c:pt>
                <c:pt idx="1127">
                  <c:v>37404</c:v>
                </c:pt>
                <c:pt idx="1128">
                  <c:v>37405</c:v>
                </c:pt>
                <c:pt idx="1129">
                  <c:v>37406</c:v>
                </c:pt>
                <c:pt idx="1130">
                  <c:v>37407</c:v>
                </c:pt>
                <c:pt idx="1131">
                  <c:v>37410</c:v>
                </c:pt>
                <c:pt idx="1132">
                  <c:v>37411</c:v>
                </c:pt>
                <c:pt idx="1133">
                  <c:v>37412</c:v>
                </c:pt>
                <c:pt idx="1134">
                  <c:v>37413</c:v>
                </c:pt>
                <c:pt idx="1135">
                  <c:v>37414</c:v>
                </c:pt>
                <c:pt idx="1136">
                  <c:v>37417</c:v>
                </c:pt>
                <c:pt idx="1137">
                  <c:v>37418</c:v>
                </c:pt>
                <c:pt idx="1138">
                  <c:v>37419</c:v>
                </c:pt>
                <c:pt idx="1139">
                  <c:v>37420</c:v>
                </c:pt>
                <c:pt idx="1140">
                  <c:v>37421</c:v>
                </c:pt>
                <c:pt idx="1141">
                  <c:v>37424</c:v>
                </c:pt>
                <c:pt idx="1142">
                  <c:v>37425</c:v>
                </c:pt>
                <c:pt idx="1143">
                  <c:v>37426</c:v>
                </c:pt>
                <c:pt idx="1144">
                  <c:v>37427</c:v>
                </c:pt>
                <c:pt idx="1145">
                  <c:v>37428</c:v>
                </c:pt>
                <c:pt idx="1146">
                  <c:v>37431</c:v>
                </c:pt>
                <c:pt idx="1147">
                  <c:v>37432</c:v>
                </c:pt>
                <c:pt idx="1148">
                  <c:v>37433</c:v>
                </c:pt>
                <c:pt idx="1149">
                  <c:v>37434</c:v>
                </c:pt>
                <c:pt idx="1150">
                  <c:v>37435</c:v>
                </c:pt>
                <c:pt idx="1151">
                  <c:v>37438</c:v>
                </c:pt>
                <c:pt idx="1152">
                  <c:v>37439</c:v>
                </c:pt>
                <c:pt idx="1153">
                  <c:v>37440</c:v>
                </c:pt>
                <c:pt idx="1154">
                  <c:v>37442</c:v>
                </c:pt>
                <c:pt idx="1155">
                  <c:v>37445</c:v>
                </c:pt>
                <c:pt idx="1156">
                  <c:v>37446</c:v>
                </c:pt>
                <c:pt idx="1157">
                  <c:v>37447</c:v>
                </c:pt>
                <c:pt idx="1158">
                  <c:v>37448</c:v>
                </c:pt>
                <c:pt idx="1159">
                  <c:v>37449</c:v>
                </c:pt>
                <c:pt idx="1160">
                  <c:v>37452</c:v>
                </c:pt>
                <c:pt idx="1161">
                  <c:v>37453</c:v>
                </c:pt>
                <c:pt idx="1162">
                  <c:v>37454</c:v>
                </c:pt>
                <c:pt idx="1163">
                  <c:v>37455</c:v>
                </c:pt>
                <c:pt idx="1164">
                  <c:v>37456</c:v>
                </c:pt>
                <c:pt idx="1165">
                  <c:v>37459</c:v>
                </c:pt>
                <c:pt idx="1166">
                  <c:v>37460</c:v>
                </c:pt>
                <c:pt idx="1167">
                  <c:v>37461</c:v>
                </c:pt>
                <c:pt idx="1168">
                  <c:v>37462</c:v>
                </c:pt>
                <c:pt idx="1169">
                  <c:v>37463</c:v>
                </c:pt>
                <c:pt idx="1170">
                  <c:v>37466</c:v>
                </c:pt>
                <c:pt idx="1171">
                  <c:v>37467</c:v>
                </c:pt>
                <c:pt idx="1172">
                  <c:v>37468</c:v>
                </c:pt>
                <c:pt idx="1173">
                  <c:v>37469</c:v>
                </c:pt>
                <c:pt idx="1174">
                  <c:v>37470</c:v>
                </c:pt>
                <c:pt idx="1175">
                  <c:v>37473</c:v>
                </c:pt>
                <c:pt idx="1176">
                  <c:v>37474</c:v>
                </c:pt>
                <c:pt idx="1177">
                  <c:v>37475</c:v>
                </c:pt>
                <c:pt idx="1178">
                  <c:v>37476</c:v>
                </c:pt>
                <c:pt idx="1179">
                  <c:v>37477</c:v>
                </c:pt>
                <c:pt idx="1180">
                  <c:v>37480</c:v>
                </c:pt>
                <c:pt idx="1181">
                  <c:v>37481</c:v>
                </c:pt>
                <c:pt idx="1182">
                  <c:v>37482</c:v>
                </c:pt>
                <c:pt idx="1183">
                  <c:v>37483</c:v>
                </c:pt>
                <c:pt idx="1184">
                  <c:v>37484</c:v>
                </c:pt>
                <c:pt idx="1185">
                  <c:v>37487</c:v>
                </c:pt>
                <c:pt idx="1186">
                  <c:v>37488</c:v>
                </c:pt>
                <c:pt idx="1187">
                  <c:v>37489</c:v>
                </c:pt>
                <c:pt idx="1188">
                  <c:v>37490</c:v>
                </c:pt>
                <c:pt idx="1189">
                  <c:v>37491</c:v>
                </c:pt>
                <c:pt idx="1190">
                  <c:v>37494</c:v>
                </c:pt>
                <c:pt idx="1191">
                  <c:v>37495</c:v>
                </c:pt>
                <c:pt idx="1192">
                  <c:v>37496</c:v>
                </c:pt>
                <c:pt idx="1193">
                  <c:v>37497</c:v>
                </c:pt>
                <c:pt idx="1194">
                  <c:v>37498</c:v>
                </c:pt>
                <c:pt idx="1195">
                  <c:v>37502</c:v>
                </c:pt>
                <c:pt idx="1196">
                  <c:v>37503</c:v>
                </c:pt>
                <c:pt idx="1197">
                  <c:v>37504</c:v>
                </c:pt>
                <c:pt idx="1198">
                  <c:v>37505</c:v>
                </c:pt>
                <c:pt idx="1199">
                  <c:v>37508</c:v>
                </c:pt>
                <c:pt idx="1200">
                  <c:v>37509</c:v>
                </c:pt>
                <c:pt idx="1201">
                  <c:v>37510</c:v>
                </c:pt>
                <c:pt idx="1202">
                  <c:v>37511</c:v>
                </c:pt>
                <c:pt idx="1203">
                  <c:v>37512</c:v>
                </c:pt>
                <c:pt idx="1204">
                  <c:v>37515</c:v>
                </c:pt>
                <c:pt idx="1205">
                  <c:v>37516</c:v>
                </c:pt>
                <c:pt idx="1206">
                  <c:v>37517</c:v>
                </c:pt>
                <c:pt idx="1207">
                  <c:v>37518</c:v>
                </c:pt>
                <c:pt idx="1208">
                  <c:v>37519</c:v>
                </c:pt>
                <c:pt idx="1209">
                  <c:v>37522</c:v>
                </c:pt>
                <c:pt idx="1210">
                  <c:v>37523</c:v>
                </c:pt>
                <c:pt idx="1211">
                  <c:v>37524</c:v>
                </c:pt>
                <c:pt idx="1212">
                  <c:v>37525</c:v>
                </c:pt>
                <c:pt idx="1213">
                  <c:v>37526</c:v>
                </c:pt>
                <c:pt idx="1214">
                  <c:v>37529</c:v>
                </c:pt>
                <c:pt idx="1215">
                  <c:v>37530</c:v>
                </c:pt>
                <c:pt idx="1216">
                  <c:v>37531</c:v>
                </c:pt>
                <c:pt idx="1217">
                  <c:v>37532</c:v>
                </c:pt>
                <c:pt idx="1218">
                  <c:v>37533</c:v>
                </c:pt>
                <c:pt idx="1219">
                  <c:v>37536</c:v>
                </c:pt>
                <c:pt idx="1220">
                  <c:v>37537</c:v>
                </c:pt>
                <c:pt idx="1221">
                  <c:v>37538</c:v>
                </c:pt>
                <c:pt idx="1222">
                  <c:v>37539</c:v>
                </c:pt>
                <c:pt idx="1223">
                  <c:v>37540</c:v>
                </c:pt>
                <c:pt idx="1224">
                  <c:v>37543</c:v>
                </c:pt>
                <c:pt idx="1225">
                  <c:v>37544</c:v>
                </c:pt>
                <c:pt idx="1226">
                  <c:v>37545</c:v>
                </c:pt>
                <c:pt idx="1227">
                  <c:v>37546</c:v>
                </c:pt>
                <c:pt idx="1228">
                  <c:v>37547</c:v>
                </c:pt>
                <c:pt idx="1229">
                  <c:v>37550</c:v>
                </c:pt>
                <c:pt idx="1230">
                  <c:v>37551</c:v>
                </c:pt>
                <c:pt idx="1231">
                  <c:v>37552</c:v>
                </c:pt>
                <c:pt idx="1232">
                  <c:v>37553</c:v>
                </c:pt>
                <c:pt idx="1233">
                  <c:v>37554</c:v>
                </c:pt>
                <c:pt idx="1234">
                  <c:v>37557</c:v>
                </c:pt>
                <c:pt idx="1235">
                  <c:v>37558</c:v>
                </c:pt>
                <c:pt idx="1236">
                  <c:v>37559</c:v>
                </c:pt>
                <c:pt idx="1237">
                  <c:v>37560</c:v>
                </c:pt>
                <c:pt idx="1238">
                  <c:v>37561</c:v>
                </c:pt>
                <c:pt idx="1239">
                  <c:v>37564</c:v>
                </c:pt>
                <c:pt idx="1240">
                  <c:v>37565</c:v>
                </c:pt>
                <c:pt idx="1241">
                  <c:v>37566</c:v>
                </c:pt>
                <c:pt idx="1242">
                  <c:v>37567</c:v>
                </c:pt>
                <c:pt idx="1243">
                  <c:v>37568</c:v>
                </c:pt>
                <c:pt idx="1244">
                  <c:v>37571</c:v>
                </c:pt>
                <c:pt idx="1245">
                  <c:v>37572</c:v>
                </c:pt>
                <c:pt idx="1246">
                  <c:v>37573</c:v>
                </c:pt>
                <c:pt idx="1247">
                  <c:v>37574</c:v>
                </c:pt>
                <c:pt idx="1248">
                  <c:v>37575</c:v>
                </c:pt>
                <c:pt idx="1249">
                  <c:v>37578</c:v>
                </c:pt>
                <c:pt idx="1250">
                  <c:v>37579</c:v>
                </c:pt>
                <c:pt idx="1251">
                  <c:v>37580</c:v>
                </c:pt>
                <c:pt idx="1252">
                  <c:v>37581</c:v>
                </c:pt>
                <c:pt idx="1253">
                  <c:v>37582</c:v>
                </c:pt>
                <c:pt idx="1254">
                  <c:v>37585</c:v>
                </c:pt>
                <c:pt idx="1255">
                  <c:v>37586</c:v>
                </c:pt>
                <c:pt idx="1256">
                  <c:v>37587</c:v>
                </c:pt>
                <c:pt idx="1257">
                  <c:v>37589</c:v>
                </c:pt>
                <c:pt idx="1258">
                  <c:v>37592</c:v>
                </c:pt>
                <c:pt idx="1259">
                  <c:v>37593</c:v>
                </c:pt>
                <c:pt idx="1260">
                  <c:v>37594</c:v>
                </c:pt>
                <c:pt idx="1261">
                  <c:v>37595</c:v>
                </c:pt>
                <c:pt idx="1262">
                  <c:v>37596</c:v>
                </c:pt>
                <c:pt idx="1263">
                  <c:v>37599</c:v>
                </c:pt>
                <c:pt idx="1264">
                  <c:v>37600</c:v>
                </c:pt>
                <c:pt idx="1265">
                  <c:v>37601</c:v>
                </c:pt>
                <c:pt idx="1266">
                  <c:v>37602</c:v>
                </c:pt>
                <c:pt idx="1267">
                  <c:v>37603</c:v>
                </c:pt>
                <c:pt idx="1268">
                  <c:v>37606</c:v>
                </c:pt>
                <c:pt idx="1269">
                  <c:v>37607</c:v>
                </c:pt>
                <c:pt idx="1270">
                  <c:v>37608</c:v>
                </c:pt>
                <c:pt idx="1271">
                  <c:v>37609</c:v>
                </c:pt>
                <c:pt idx="1272">
                  <c:v>37610</c:v>
                </c:pt>
                <c:pt idx="1273">
                  <c:v>37613</c:v>
                </c:pt>
                <c:pt idx="1274">
                  <c:v>37614</c:v>
                </c:pt>
                <c:pt idx="1275">
                  <c:v>37616</c:v>
                </c:pt>
                <c:pt idx="1276">
                  <c:v>37617</c:v>
                </c:pt>
                <c:pt idx="1277">
                  <c:v>37620</c:v>
                </c:pt>
                <c:pt idx="1278">
                  <c:v>37621</c:v>
                </c:pt>
                <c:pt idx="1279">
                  <c:v>37623</c:v>
                </c:pt>
                <c:pt idx="1280">
                  <c:v>37624</c:v>
                </c:pt>
                <c:pt idx="1281">
                  <c:v>37627</c:v>
                </c:pt>
                <c:pt idx="1282">
                  <c:v>37628</c:v>
                </c:pt>
                <c:pt idx="1283">
                  <c:v>37629</c:v>
                </c:pt>
                <c:pt idx="1284">
                  <c:v>37630</c:v>
                </c:pt>
                <c:pt idx="1285">
                  <c:v>37631</c:v>
                </c:pt>
                <c:pt idx="1286">
                  <c:v>37634</c:v>
                </c:pt>
                <c:pt idx="1287">
                  <c:v>37635</c:v>
                </c:pt>
                <c:pt idx="1288">
                  <c:v>37636</c:v>
                </c:pt>
                <c:pt idx="1289">
                  <c:v>37637</c:v>
                </c:pt>
                <c:pt idx="1290">
                  <c:v>37638</c:v>
                </c:pt>
                <c:pt idx="1291">
                  <c:v>37642</c:v>
                </c:pt>
                <c:pt idx="1292">
                  <c:v>37643</c:v>
                </c:pt>
                <c:pt idx="1293">
                  <c:v>37644</c:v>
                </c:pt>
                <c:pt idx="1294">
                  <c:v>37645</c:v>
                </c:pt>
                <c:pt idx="1295">
                  <c:v>37648</c:v>
                </c:pt>
                <c:pt idx="1296">
                  <c:v>37649</c:v>
                </c:pt>
                <c:pt idx="1297">
                  <c:v>37650</c:v>
                </c:pt>
                <c:pt idx="1298">
                  <c:v>37651</c:v>
                </c:pt>
                <c:pt idx="1299">
                  <c:v>37652</c:v>
                </c:pt>
                <c:pt idx="1300">
                  <c:v>37655</c:v>
                </c:pt>
                <c:pt idx="1301">
                  <c:v>37656</c:v>
                </c:pt>
                <c:pt idx="1302">
                  <c:v>37657</c:v>
                </c:pt>
                <c:pt idx="1303">
                  <c:v>37658</c:v>
                </c:pt>
                <c:pt idx="1304">
                  <c:v>37659</c:v>
                </c:pt>
                <c:pt idx="1305">
                  <c:v>37662</c:v>
                </c:pt>
                <c:pt idx="1306">
                  <c:v>37663</c:v>
                </c:pt>
                <c:pt idx="1307">
                  <c:v>37664</c:v>
                </c:pt>
                <c:pt idx="1308">
                  <c:v>37665</c:v>
                </c:pt>
                <c:pt idx="1309">
                  <c:v>37666</c:v>
                </c:pt>
                <c:pt idx="1310">
                  <c:v>37670</c:v>
                </c:pt>
                <c:pt idx="1311">
                  <c:v>37671</c:v>
                </c:pt>
                <c:pt idx="1312">
                  <c:v>37672</c:v>
                </c:pt>
                <c:pt idx="1313">
                  <c:v>37673</c:v>
                </c:pt>
                <c:pt idx="1314">
                  <c:v>37676</c:v>
                </c:pt>
                <c:pt idx="1315">
                  <c:v>37677</c:v>
                </c:pt>
                <c:pt idx="1316">
                  <c:v>37678</c:v>
                </c:pt>
                <c:pt idx="1317">
                  <c:v>37679</c:v>
                </c:pt>
                <c:pt idx="1318">
                  <c:v>37680</c:v>
                </c:pt>
                <c:pt idx="1319">
                  <c:v>37683</c:v>
                </c:pt>
                <c:pt idx="1320">
                  <c:v>37684</c:v>
                </c:pt>
                <c:pt idx="1321">
                  <c:v>37685</c:v>
                </c:pt>
                <c:pt idx="1322">
                  <c:v>37686</c:v>
                </c:pt>
                <c:pt idx="1323">
                  <c:v>37687</c:v>
                </c:pt>
                <c:pt idx="1324">
                  <c:v>37690</c:v>
                </c:pt>
                <c:pt idx="1325">
                  <c:v>37691</c:v>
                </c:pt>
                <c:pt idx="1326">
                  <c:v>37692</c:v>
                </c:pt>
                <c:pt idx="1327">
                  <c:v>37693</c:v>
                </c:pt>
                <c:pt idx="1328">
                  <c:v>37694</c:v>
                </c:pt>
                <c:pt idx="1329">
                  <c:v>37697</c:v>
                </c:pt>
                <c:pt idx="1330">
                  <c:v>37698</c:v>
                </c:pt>
                <c:pt idx="1331">
                  <c:v>37699</c:v>
                </c:pt>
                <c:pt idx="1332">
                  <c:v>37700</c:v>
                </c:pt>
                <c:pt idx="1333">
                  <c:v>37701</c:v>
                </c:pt>
                <c:pt idx="1334">
                  <c:v>37704</c:v>
                </c:pt>
                <c:pt idx="1335">
                  <c:v>37705</c:v>
                </c:pt>
                <c:pt idx="1336">
                  <c:v>37706</c:v>
                </c:pt>
                <c:pt idx="1337">
                  <c:v>37707</c:v>
                </c:pt>
                <c:pt idx="1338">
                  <c:v>37708</c:v>
                </c:pt>
                <c:pt idx="1339">
                  <c:v>37711</c:v>
                </c:pt>
                <c:pt idx="1340">
                  <c:v>37712</c:v>
                </c:pt>
                <c:pt idx="1341">
                  <c:v>37713</c:v>
                </c:pt>
                <c:pt idx="1342">
                  <c:v>37714</c:v>
                </c:pt>
                <c:pt idx="1343">
                  <c:v>37715</c:v>
                </c:pt>
                <c:pt idx="1344">
                  <c:v>37718</c:v>
                </c:pt>
                <c:pt idx="1345">
                  <c:v>37719</c:v>
                </c:pt>
                <c:pt idx="1346">
                  <c:v>37720</c:v>
                </c:pt>
                <c:pt idx="1347">
                  <c:v>37721</c:v>
                </c:pt>
                <c:pt idx="1348">
                  <c:v>37722</c:v>
                </c:pt>
                <c:pt idx="1349">
                  <c:v>37725</c:v>
                </c:pt>
                <c:pt idx="1350">
                  <c:v>37726</c:v>
                </c:pt>
                <c:pt idx="1351">
                  <c:v>37727</c:v>
                </c:pt>
                <c:pt idx="1352">
                  <c:v>37728</c:v>
                </c:pt>
                <c:pt idx="1353">
                  <c:v>37732</c:v>
                </c:pt>
                <c:pt idx="1354">
                  <c:v>37733</c:v>
                </c:pt>
                <c:pt idx="1355">
                  <c:v>37734</c:v>
                </c:pt>
                <c:pt idx="1356">
                  <c:v>37735</c:v>
                </c:pt>
                <c:pt idx="1357">
                  <c:v>37736</c:v>
                </c:pt>
                <c:pt idx="1358">
                  <c:v>37739</c:v>
                </c:pt>
                <c:pt idx="1359">
                  <c:v>37740</c:v>
                </c:pt>
                <c:pt idx="1360">
                  <c:v>37741</c:v>
                </c:pt>
                <c:pt idx="1361">
                  <c:v>37742</c:v>
                </c:pt>
                <c:pt idx="1362">
                  <c:v>37743</c:v>
                </c:pt>
                <c:pt idx="1363">
                  <c:v>37746</c:v>
                </c:pt>
                <c:pt idx="1364">
                  <c:v>37747</c:v>
                </c:pt>
                <c:pt idx="1365">
                  <c:v>37748</c:v>
                </c:pt>
                <c:pt idx="1366">
                  <c:v>37749</c:v>
                </c:pt>
                <c:pt idx="1367">
                  <c:v>37750</c:v>
                </c:pt>
                <c:pt idx="1368">
                  <c:v>37753</c:v>
                </c:pt>
                <c:pt idx="1369">
                  <c:v>37754</c:v>
                </c:pt>
                <c:pt idx="1370">
                  <c:v>37755</c:v>
                </c:pt>
                <c:pt idx="1371">
                  <c:v>37756</c:v>
                </c:pt>
                <c:pt idx="1372">
                  <c:v>37757</c:v>
                </c:pt>
                <c:pt idx="1373">
                  <c:v>37760</c:v>
                </c:pt>
                <c:pt idx="1374">
                  <c:v>37761</c:v>
                </c:pt>
                <c:pt idx="1375">
                  <c:v>37762</c:v>
                </c:pt>
                <c:pt idx="1376">
                  <c:v>37763</c:v>
                </c:pt>
                <c:pt idx="1377">
                  <c:v>37764</c:v>
                </c:pt>
                <c:pt idx="1378">
                  <c:v>37768</c:v>
                </c:pt>
                <c:pt idx="1379">
                  <c:v>37769</c:v>
                </c:pt>
                <c:pt idx="1380">
                  <c:v>37770</c:v>
                </c:pt>
                <c:pt idx="1381">
                  <c:v>37771</c:v>
                </c:pt>
                <c:pt idx="1382">
                  <c:v>37774</c:v>
                </c:pt>
                <c:pt idx="1383">
                  <c:v>37775</c:v>
                </c:pt>
                <c:pt idx="1384">
                  <c:v>37776</c:v>
                </c:pt>
                <c:pt idx="1385">
                  <c:v>37777</c:v>
                </c:pt>
                <c:pt idx="1386">
                  <c:v>37778</c:v>
                </c:pt>
                <c:pt idx="1387">
                  <c:v>37781</c:v>
                </c:pt>
                <c:pt idx="1388">
                  <c:v>37782</c:v>
                </c:pt>
                <c:pt idx="1389">
                  <c:v>37783</c:v>
                </c:pt>
                <c:pt idx="1390">
                  <c:v>37784</c:v>
                </c:pt>
                <c:pt idx="1391">
                  <c:v>37785</c:v>
                </c:pt>
                <c:pt idx="1392">
                  <c:v>37788</c:v>
                </c:pt>
                <c:pt idx="1393">
                  <c:v>37789</c:v>
                </c:pt>
                <c:pt idx="1394">
                  <c:v>37790</c:v>
                </c:pt>
                <c:pt idx="1395">
                  <c:v>37791</c:v>
                </c:pt>
                <c:pt idx="1396">
                  <c:v>37792</c:v>
                </c:pt>
                <c:pt idx="1397">
                  <c:v>37795</c:v>
                </c:pt>
                <c:pt idx="1398">
                  <c:v>37796</c:v>
                </c:pt>
                <c:pt idx="1399">
                  <c:v>37797</c:v>
                </c:pt>
                <c:pt idx="1400">
                  <c:v>37798</c:v>
                </c:pt>
                <c:pt idx="1401">
                  <c:v>37799</c:v>
                </c:pt>
                <c:pt idx="1402">
                  <c:v>37802</c:v>
                </c:pt>
                <c:pt idx="1403">
                  <c:v>37803</c:v>
                </c:pt>
                <c:pt idx="1404">
                  <c:v>37804</c:v>
                </c:pt>
                <c:pt idx="1405">
                  <c:v>37805</c:v>
                </c:pt>
                <c:pt idx="1406">
                  <c:v>37809</c:v>
                </c:pt>
                <c:pt idx="1407">
                  <c:v>37810</c:v>
                </c:pt>
                <c:pt idx="1408">
                  <c:v>37811</c:v>
                </c:pt>
                <c:pt idx="1409">
                  <c:v>37812</c:v>
                </c:pt>
                <c:pt idx="1410">
                  <c:v>37813</c:v>
                </c:pt>
                <c:pt idx="1411">
                  <c:v>37816</c:v>
                </c:pt>
                <c:pt idx="1412">
                  <c:v>37817</c:v>
                </c:pt>
                <c:pt idx="1413">
                  <c:v>37818</c:v>
                </c:pt>
                <c:pt idx="1414">
                  <c:v>37819</c:v>
                </c:pt>
                <c:pt idx="1415">
                  <c:v>37820</c:v>
                </c:pt>
                <c:pt idx="1416">
                  <c:v>37823</c:v>
                </c:pt>
                <c:pt idx="1417">
                  <c:v>37824</c:v>
                </c:pt>
                <c:pt idx="1418">
                  <c:v>37825</c:v>
                </c:pt>
                <c:pt idx="1419">
                  <c:v>37826</c:v>
                </c:pt>
                <c:pt idx="1420">
                  <c:v>37827</c:v>
                </c:pt>
                <c:pt idx="1421">
                  <c:v>37830</c:v>
                </c:pt>
                <c:pt idx="1422">
                  <c:v>37831</c:v>
                </c:pt>
                <c:pt idx="1423">
                  <c:v>37832</c:v>
                </c:pt>
                <c:pt idx="1424">
                  <c:v>37833</c:v>
                </c:pt>
                <c:pt idx="1425">
                  <c:v>37834</c:v>
                </c:pt>
                <c:pt idx="1426">
                  <c:v>37837</c:v>
                </c:pt>
                <c:pt idx="1427">
                  <c:v>37838</c:v>
                </c:pt>
                <c:pt idx="1428">
                  <c:v>37839</c:v>
                </c:pt>
                <c:pt idx="1429">
                  <c:v>37840</c:v>
                </c:pt>
                <c:pt idx="1430">
                  <c:v>37841</c:v>
                </c:pt>
                <c:pt idx="1431">
                  <c:v>37844</c:v>
                </c:pt>
                <c:pt idx="1432">
                  <c:v>37845</c:v>
                </c:pt>
                <c:pt idx="1433">
                  <c:v>37846</c:v>
                </c:pt>
                <c:pt idx="1434">
                  <c:v>37847</c:v>
                </c:pt>
                <c:pt idx="1435">
                  <c:v>37848</c:v>
                </c:pt>
                <c:pt idx="1436">
                  <c:v>37851</c:v>
                </c:pt>
                <c:pt idx="1437">
                  <c:v>37852</c:v>
                </c:pt>
                <c:pt idx="1438">
                  <c:v>37853</c:v>
                </c:pt>
                <c:pt idx="1439">
                  <c:v>37854</c:v>
                </c:pt>
                <c:pt idx="1440">
                  <c:v>37855</c:v>
                </c:pt>
                <c:pt idx="1441">
                  <c:v>37858</c:v>
                </c:pt>
                <c:pt idx="1442">
                  <c:v>37859</c:v>
                </c:pt>
                <c:pt idx="1443">
                  <c:v>37860</c:v>
                </c:pt>
                <c:pt idx="1444">
                  <c:v>37861</c:v>
                </c:pt>
                <c:pt idx="1445">
                  <c:v>37862</c:v>
                </c:pt>
                <c:pt idx="1446">
                  <c:v>37866</c:v>
                </c:pt>
                <c:pt idx="1447">
                  <c:v>37867</c:v>
                </c:pt>
                <c:pt idx="1448">
                  <c:v>37868</c:v>
                </c:pt>
                <c:pt idx="1449">
                  <c:v>37869</c:v>
                </c:pt>
                <c:pt idx="1450">
                  <c:v>37872</c:v>
                </c:pt>
                <c:pt idx="1451">
                  <c:v>37873</c:v>
                </c:pt>
                <c:pt idx="1452">
                  <c:v>37874</c:v>
                </c:pt>
                <c:pt idx="1453">
                  <c:v>37875</c:v>
                </c:pt>
                <c:pt idx="1454">
                  <c:v>37876</c:v>
                </c:pt>
                <c:pt idx="1455">
                  <c:v>37879</c:v>
                </c:pt>
                <c:pt idx="1456">
                  <c:v>37880</c:v>
                </c:pt>
                <c:pt idx="1457">
                  <c:v>37881</c:v>
                </c:pt>
                <c:pt idx="1458">
                  <c:v>37882</c:v>
                </c:pt>
                <c:pt idx="1459">
                  <c:v>37883</c:v>
                </c:pt>
                <c:pt idx="1460">
                  <c:v>37886</c:v>
                </c:pt>
                <c:pt idx="1461">
                  <c:v>37887</c:v>
                </c:pt>
                <c:pt idx="1462">
                  <c:v>37888</c:v>
                </c:pt>
                <c:pt idx="1463">
                  <c:v>37889</c:v>
                </c:pt>
                <c:pt idx="1464">
                  <c:v>37890</c:v>
                </c:pt>
                <c:pt idx="1465">
                  <c:v>37893</c:v>
                </c:pt>
                <c:pt idx="1466">
                  <c:v>37894</c:v>
                </c:pt>
                <c:pt idx="1467">
                  <c:v>37895</c:v>
                </c:pt>
                <c:pt idx="1468">
                  <c:v>37896</c:v>
                </c:pt>
                <c:pt idx="1469">
                  <c:v>37897</c:v>
                </c:pt>
                <c:pt idx="1470">
                  <c:v>37900</c:v>
                </c:pt>
                <c:pt idx="1471">
                  <c:v>37901</c:v>
                </c:pt>
                <c:pt idx="1472">
                  <c:v>37902</c:v>
                </c:pt>
                <c:pt idx="1473">
                  <c:v>37903</c:v>
                </c:pt>
                <c:pt idx="1474">
                  <c:v>37904</c:v>
                </c:pt>
                <c:pt idx="1475">
                  <c:v>37907</c:v>
                </c:pt>
                <c:pt idx="1476">
                  <c:v>37908</c:v>
                </c:pt>
                <c:pt idx="1477">
                  <c:v>37909</c:v>
                </c:pt>
                <c:pt idx="1478">
                  <c:v>37910</c:v>
                </c:pt>
                <c:pt idx="1479">
                  <c:v>37911</c:v>
                </c:pt>
                <c:pt idx="1480">
                  <c:v>37914</c:v>
                </c:pt>
                <c:pt idx="1481">
                  <c:v>37915</c:v>
                </c:pt>
                <c:pt idx="1482">
                  <c:v>37916</c:v>
                </c:pt>
                <c:pt idx="1483">
                  <c:v>37917</c:v>
                </c:pt>
                <c:pt idx="1484">
                  <c:v>37918</c:v>
                </c:pt>
                <c:pt idx="1485">
                  <c:v>37921</c:v>
                </c:pt>
                <c:pt idx="1486">
                  <c:v>37922</c:v>
                </c:pt>
                <c:pt idx="1487">
                  <c:v>37923</c:v>
                </c:pt>
                <c:pt idx="1488">
                  <c:v>37924</c:v>
                </c:pt>
                <c:pt idx="1489">
                  <c:v>37925</c:v>
                </c:pt>
                <c:pt idx="1490">
                  <c:v>37928</c:v>
                </c:pt>
                <c:pt idx="1491">
                  <c:v>37929</c:v>
                </c:pt>
                <c:pt idx="1492">
                  <c:v>37930</c:v>
                </c:pt>
                <c:pt idx="1493">
                  <c:v>37931</c:v>
                </c:pt>
                <c:pt idx="1494">
                  <c:v>37932</c:v>
                </c:pt>
                <c:pt idx="1495">
                  <c:v>37935</c:v>
                </c:pt>
                <c:pt idx="1496">
                  <c:v>37936</c:v>
                </c:pt>
                <c:pt idx="1497">
                  <c:v>37937</c:v>
                </c:pt>
                <c:pt idx="1498">
                  <c:v>37938</c:v>
                </c:pt>
                <c:pt idx="1499">
                  <c:v>37939</c:v>
                </c:pt>
                <c:pt idx="1500">
                  <c:v>37942</c:v>
                </c:pt>
                <c:pt idx="1501">
                  <c:v>37943</c:v>
                </c:pt>
                <c:pt idx="1502">
                  <c:v>37944</c:v>
                </c:pt>
                <c:pt idx="1503">
                  <c:v>37945</c:v>
                </c:pt>
                <c:pt idx="1504">
                  <c:v>37946</c:v>
                </c:pt>
                <c:pt idx="1505">
                  <c:v>37949</c:v>
                </c:pt>
                <c:pt idx="1506">
                  <c:v>37950</c:v>
                </c:pt>
                <c:pt idx="1507">
                  <c:v>37951</c:v>
                </c:pt>
                <c:pt idx="1508">
                  <c:v>37953</c:v>
                </c:pt>
                <c:pt idx="1509">
                  <c:v>37956</c:v>
                </c:pt>
                <c:pt idx="1510">
                  <c:v>37957</c:v>
                </c:pt>
                <c:pt idx="1511">
                  <c:v>37958</c:v>
                </c:pt>
                <c:pt idx="1512">
                  <c:v>37959</c:v>
                </c:pt>
                <c:pt idx="1513">
                  <c:v>37960</c:v>
                </c:pt>
                <c:pt idx="1514">
                  <c:v>37963</c:v>
                </c:pt>
                <c:pt idx="1515">
                  <c:v>37964</c:v>
                </c:pt>
                <c:pt idx="1516">
                  <c:v>37965</c:v>
                </c:pt>
                <c:pt idx="1517">
                  <c:v>37966</c:v>
                </c:pt>
                <c:pt idx="1518">
                  <c:v>37967</c:v>
                </c:pt>
                <c:pt idx="1519">
                  <c:v>37970</c:v>
                </c:pt>
                <c:pt idx="1520">
                  <c:v>37971</c:v>
                </c:pt>
                <c:pt idx="1521">
                  <c:v>37972</c:v>
                </c:pt>
                <c:pt idx="1522">
                  <c:v>37973</c:v>
                </c:pt>
                <c:pt idx="1523">
                  <c:v>37974</c:v>
                </c:pt>
                <c:pt idx="1524">
                  <c:v>37977</c:v>
                </c:pt>
                <c:pt idx="1525">
                  <c:v>37978</c:v>
                </c:pt>
                <c:pt idx="1526">
                  <c:v>37979</c:v>
                </c:pt>
                <c:pt idx="1527">
                  <c:v>37981</c:v>
                </c:pt>
                <c:pt idx="1528">
                  <c:v>37984</c:v>
                </c:pt>
                <c:pt idx="1529">
                  <c:v>37985</c:v>
                </c:pt>
                <c:pt idx="1530">
                  <c:v>37986</c:v>
                </c:pt>
                <c:pt idx="1531">
                  <c:v>37988</c:v>
                </c:pt>
                <c:pt idx="1532">
                  <c:v>37991</c:v>
                </c:pt>
                <c:pt idx="1533">
                  <c:v>37992</c:v>
                </c:pt>
                <c:pt idx="1534">
                  <c:v>37993</c:v>
                </c:pt>
                <c:pt idx="1535">
                  <c:v>37994</c:v>
                </c:pt>
                <c:pt idx="1536">
                  <c:v>37995</c:v>
                </c:pt>
                <c:pt idx="1537">
                  <c:v>37998</c:v>
                </c:pt>
                <c:pt idx="1538">
                  <c:v>37999</c:v>
                </c:pt>
                <c:pt idx="1539">
                  <c:v>38000</c:v>
                </c:pt>
                <c:pt idx="1540">
                  <c:v>38001</c:v>
                </c:pt>
                <c:pt idx="1541">
                  <c:v>38002</c:v>
                </c:pt>
                <c:pt idx="1542">
                  <c:v>38006</c:v>
                </c:pt>
                <c:pt idx="1543">
                  <c:v>38007</c:v>
                </c:pt>
                <c:pt idx="1544">
                  <c:v>38008</c:v>
                </c:pt>
                <c:pt idx="1545">
                  <c:v>38009</c:v>
                </c:pt>
                <c:pt idx="1546">
                  <c:v>38012</c:v>
                </c:pt>
                <c:pt idx="1547">
                  <c:v>38013</c:v>
                </c:pt>
                <c:pt idx="1548">
                  <c:v>38014</c:v>
                </c:pt>
                <c:pt idx="1549">
                  <c:v>38015</c:v>
                </c:pt>
                <c:pt idx="1550">
                  <c:v>38016</c:v>
                </c:pt>
                <c:pt idx="1551">
                  <c:v>38019</c:v>
                </c:pt>
                <c:pt idx="1552">
                  <c:v>38020</c:v>
                </c:pt>
                <c:pt idx="1553">
                  <c:v>38021</c:v>
                </c:pt>
                <c:pt idx="1554">
                  <c:v>38022</c:v>
                </c:pt>
                <c:pt idx="1555">
                  <c:v>38023</c:v>
                </c:pt>
                <c:pt idx="1556">
                  <c:v>38026</c:v>
                </c:pt>
                <c:pt idx="1557">
                  <c:v>38027</c:v>
                </c:pt>
                <c:pt idx="1558">
                  <c:v>38028</c:v>
                </c:pt>
                <c:pt idx="1559">
                  <c:v>38029</c:v>
                </c:pt>
                <c:pt idx="1560">
                  <c:v>38030</c:v>
                </c:pt>
                <c:pt idx="1561">
                  <c:v>38034</c:v>
                </c:pt>
                <c:pt idx="1562">
                  <c:v>38035</c:v>
                </c:pt>
                <c:pt idx="1563">
                  <c:v>38036</c:v>
                </c:pt>
                <c:pt idx="1564">
                  <c:v>38037</c:v>
                </c:pt>
                <c:pt idx="1565">
                  <c:v>38040</c:v>
                </c:pt>
                <c:pt idx="1566">
                  <c:v>38041</c:v>
                </c:pt>
                <c:pt idx="1567">
                  <c:v>38042</c:v>
                </c:pt>
                <c:pt idx="1568">
                  <c:v>38043</c:v>
                </c:pt>
                <c:pt idx="1569">
                  <c:v>38044</c:v>
                </c:pt>
                <c:pt idx="1570">
                  <c:v>38047</c:v>
                </c:pt>
                <c:pt idx="1571">
                  <c:v>38048</c:v>
                </c:pt>
                <c:pt idx="1572">
                  <c:v>38049</c:v>
                </c:pt>
                <c:pt idx="1573">
                  <c:v>38050</c:v>
                </c:pt>
                <c:pt idx="1574">
                  <c:v>38051</c:v>
                </c:pt>
                <c:pt idx="1575">
                  <c:v>38054</c:v>
                </c:pt>
                <c:pt idx="1576">
                  <c:v>38055</c:v>
                </c:pt>
                <c:pt idx="1577">
                  <c:v>38056</c:v>
                </c:pt>
                <c:pt idx="1578">
                  <c:v>38057</c:v>
                </c:pt>
                <c:pt idx="1579">
                  <c:v>38058</c:v>
                </c:pt>
                <c:pt idx="1580">
                  <c:v>38061</c:v>
                </c:pt>
                <c:pt idx="1581">
                  <c:v>38062</c:v>
                </c:pt>
                <c:pt idx="1582">
                  <c:v>38063</c:v>
                </c:pt>
                <c:pt idx="1583">
                  <c:v>38064</c:v>
                </c:pt>
                <c:pt idx="1584">
                  <c:v>38065</c:v>
                </c:pt>
                <c:pt idx="1585">
                  <c:v>38068</c:v>
                </c:pt>
                <c:pt idx="1586">
                  <c:v>38069</c:v>
                </c:pt>
                <c:pt idx="1587">
                  <c:v>38070</c:v>
                </c:pt>
                <c:pt idx="1588">
                  <c:v>38071</c:v>
                </c:pt>
                <c:pt idx="1589">
                  <c:v>38072</c:v>
                </c:pt>
                <c:pt idx="1590">
                  <c:v>38075</c:v>
                </c:pt>
                <c:pt idx="1591">
                  <c:v>38076</c:v>
                </c:pt>
                <c:pt idx="1592">
                  <c:v>38077</c:v>
                </c:pt>
                <c:pt idx="1593">
                  <c:v>38078</c:v>
                </c:pt>
                <c:pt idx="1594">
                  <c:v>38079</c:v>
                </c:pt>
                <c:pt idx="1595">
                  <c:v>38082</c:v>
                </c:pt>
                <c:pt idx="1596">
                  <c:v>38083</c:v>
                </c:pt>
                <c:pt idx="1597">
                  <c:v>38084</c:v>
                </c:pt>
                <c:pt idx="1598">
                  <c:v>38085</c:v>
                </c:pt>
                <c:pt idx="1599">
                  <c:v>38089</c:v>
                </c:pt>
                <c:pt idx="1600">
                  <c:v>38090</c:v>
                </c:pt>
                <c:pt idx="1601">
                  <c:v>38091</c:v>
                </c:pt>
                <c:pt idx="1602">
                  <c:v>38092</c:v>
                </c:pt>
                <c:pt idx="1603">
                  <c:v>38093</c:v>
                </c:pt>
                <c:pt idx="1604">
                  <c:v>38096</c:v>
                </c:pt>
                <c:pt idx="1605">
                  <c:v>38097</c:v>
                </c:pt>
                <c:pt idx="1606">
                  <c:v>38098</c:v>
                </c:pt>
                <c:pt idx="1607">
                  <c:v>38099</c:v>
                </c:pt>
                <c:pt idx="1608">
                  <c:v>38100</c:v>
                </c:pt>
                <c:pt idx="1609">
                  <c:v>38103</c:v>
                </c:pt>
                <c:pt idx="1610">
                  <c:v>38104</c:v>
                </c:pt>
                <c:pt idx="1611">
                  <c:v>38105</c:v>
                </c:pt>
                <c:pt idx="1612">
                  <c:v>38106</c:v>
                </c:pt>
                <c:pt idx="1613">
                  <c:v>38107</c:v>
                </c:pt>
                <c:pt idx="1614">
                  <c:v>38110</c:v>
                </c:pt>
                <c:pt idx="1615">
                  <c:v>38111</c:v>
                </c:pt>
                <c:pt idx="1616">
                  <c:v>38112</c:v>
                </c:pt>
                <c:pt idx="1617">
                  <c:v>38113</c:v>
                </c:pt>
                <c:pt idx="1618">
                  <c:v>38114</c:v>
                </c:pt>
                <c:pt idx="1619">
                  <c:v>38117</c:v>
                </c:pt>
                <c:pt idx="1620">
                  <c:v>38118</c:v>
                </c:pt>
                <c:pt idx="1621">
                  <c:v>38119</c:v>
                </c:pt>
                <c:pt idx="1622">
                  <c:v>38120</c:v>
                </c:pt>
                <c:pt idx="1623">
                  <c:v>38121</c:v>
                </c:pt>
                <c:pt idx="1624">
                  <c:v>38124</c:v>
                </c:pt>
                <c:pt idx="1625">
                  <c:v>38125</c:v>
                </c:pt>
                <c:pt idx="1626">
                  <c:v>38126</c:v>
                </c:pt>
                <c:pt idx="1627">
                  <c:v>38127</c:v>
                </c:pt>
                <c:pt idx="1628">
                  <c:v>38128</c:v>
                </c:pt>
                <c:pt idx="1629">
                  <c:v>38131</c:v>
                </c:pt>
                <c:pt idx="1630">
                  <c:v>38132</c:v>
                </c:pt>
                <c:pt idx="1631">
                  <c:v>38133</c:v>
                </c:pt>
                <c:pt idx="1632">
                  <c:v>38134</c:v>
                </c:pt>
                <c:pt idx="1633">
                  <c:v>38135</c:v>
                </c:pt>
                <c:pt idx="1634">
                  <c:v>38139</c:v>
                </c:pt>
                <c:pt idx="1635">
                  <c:v>38140</c:v>
                </c:pt>
                <c:pt idx="1636">
                  <c:v>38141</c:v>
                </c:pt>
                <c:pt idx="1637">
                  <c:v>38142</c:v>
                </c:pt>
                <c:pt idx="1638">
                  <c:v>38145</c:v>
                </c:pt>
                <c:pt idx="1639">
                  <c:v>38146</c:v>
                </c:pt>
                <c:pt idx="1640">
                  <c:v>38147</c:v>
                </c:pt>
                <c:pt idx="1641">
                  <c:v>38148</c:v>
                </c:pt>
                <c:pt idx="1642">
                  <c:v>38152</c:v>
                </c:pt>
                <c:pt idx="1643">
                  <c:v>38153</c:v>
                </c:pt>
                <c:pt idx="1644">
                  <c:v>38154</c:v>
                </c:pt>
                <c:pt idx="1645">
                  <c:v>38155</c:v>
                </c:pt>
                <c:pt idx="1646">
                  <c:v>38156</c:v>
                </c:pt>
                <c:pt idx="1647">
                  <c:v>38159</c:v>
                </c:pt>
                <c:pt idx="1648">
                  <c:v>38160</c:v>
                </c:pt>
                <c:pt idx="1649">
                  <c:v>38161</c:v>
                </c:pt>
                <c:pt idx="1650">
                  <c:v>38162</c:v>
                </c:pt>
                <c:pt idx="1651">
                  <c:v>38163</c:v>
                </c:pt>
                <c:pt idx="1652">
                  <c:v>38166</c:v>
                </c:pt>
                <c:pt idx="1653">
                  <c:v>38167</c:v>
                </c:pt>
                <c:pt idx="1654">
                  <c:v>38168</c:v>
                </c:pt>
                <c:pt idx="1655">
                  <c:v>38169</c:v>
                </c:pt>
                <c:pt idx="1656">
                  <c:v>38170</c:v>
                </c:pt>
                <c:pt idx="1657">
                  <c:v>38174</c:v>
                </c:pt>
                <c:pt idx="1658">
                  <c:v>38175</c:v>
                </c:pt>
                <c:pt idx="1659">
                  <c:v>38176</c:v>
                </c:pt>
                <c:pt idx="1660">
                  <c:v>38177</c:v>
                </c:pt>
                <c:pt idx="1661">
                  <c:v>38180</c:v>
                </c:pt>
                <c:pt idx="1662">
                  <c:v>38181</c:v>
                </c:pt>
                <c:pt idx="1663">
                  <c:v>38182</c:v>
                </c:pt>
                <c:pt idx="1664">
                  <c:v>38183</c:v>
                </c:pt>
                <c:pt idx="1665">
                  <c:v>38184</c:v>
                </c:pt>
                <c:pt idx="1666">
                  <c:v>38187</c:v>
                </c:pt>
                <c:pt idx="1667">
                  <c:v>38188</c:v>
                </c:pt>
                <c:pt idx="1668">
                  <c:v>38189</c:v>
                </c:pt>
                <c:pt idx="1669">
                  <c:v>38190</c:v>
                </c:pt>
                <c:pt idx="1670">
                  <c:v>38191</c:v>
                </c:pt>
                <c:pt idx="1671">
                  <c:v>38194</c:v>
                </c:pt>
                <c:pt idx="1672">
                  <c:v>38195</c:v>
                </c:pt>
                <c:pt idx="1673">
                  <c:v>38196</c:v>
                </c:pt>
                <c:pt idx="1674">
                  <c:v>38197</c:v>
                </c:pt>
                <c:pt idx="1675">
                  <c:v>38198</c:v>
                </c:pt>
                <c:pt idx="1676">
                  <c:v>38201</c:v>
                </c:pt>
                <c:pt idx="1677">
                  <c:v>38202</c:v>
                </c:pt>
                <c:pt idx="1678">
                  <c:v>38203</c:v>
                </c:pt>
                <c:pt idx="1679">
                  <c:v>38204</c:v>
                </c:pt>
                <c:pt idx="1680">
                  <c:v>38205</c:v>
                </c:pt>
                <c:pt idx="1681">
                  <c:v>38208</c:v>
                </c:pt>
                <c:pt idx="1682">
                  <c:v>38209</c:v>
                </c:pt>
                <c:pt idx="1683">
                  <c:v>38210</c:v>
                </c:pt>
                <c:pt idx="1684">
                  <c:v>38211</c:v>
                </c:pt>
                <c:pt idx="1685">
                  <c:v>38212</c:v>
                </c:pt>
                <c:pt idx="1686">
                  <c:v>38215</c:v>
                </c:pt>
                <c:pt idx="1687">
                  <c:v>38216</c:v>
                </c:pt>
                <c:pt idx="1688">
                  <c:v>38217</c:v>
                </c:pt>
                <c:pt idx="1689">
                  <c:v>38218</c:v>
                </c:pt>
                <c:pt idx="1690">
                  <c:v>38219</c:v>
                </c:pt>
                <c:pt idx="1691">
                  <c:v>38222</c:v>
                </c:pt>
                <c:pt idx="1692">
                  <c:v>38223</c:v>
                </c:pt>
                <c:pt idx="1693">
                  <c:v>38224</c:v>
                </c:pt>
                <c:pt idx="1694">
                  <c:v>38225</c:v>
                </c:pt>
                <c:pt idx="1695">
                  <c:v>38226</c:v>
                </c:pt>
                <c:pt idx="1696">
                  <c:v>38229</c:v>
                </c:pt>
                <c:pt idx="1697">
                  <c:v>38230</c:v>
                </c:pt>
                <c:pt idx="1698">
                  <c:v>38231</c:v>
                </c:pt>
                <c:pt idx="1699">
                  <c:v>38232</c:v>
                </c:pt>
                <c:pt idx="1700">
                  <c:v>38233</c:v>
                </c:pt>
                <c:pt idx="1701">
                  <c:v>38237</c:v>
                </c:pt>
                <c:pt idx="1702">
                  <c:v>38238</c:v>
                </c:pt>
                <c:pt idx="1703">
                  <c:v>38239</c:v>
                </c:pt>
                <c:pt idx="1704">
                  <c:v>38240</c:v>
                </c:pt>
                <c:pt idx="1705">
                  <c:v>38243</c:v>
                </c:pt>
                <c:pt idx="1706">
                  <c:v>38244</c:v>
                </c:pt>
                <c:pt idx="1707">
                  <c:v>38245</c:v>
                </c:pt>
                <c:pt idx="1708">
                  <c:v>38246</c:v>
                </c:pt>
                <c:pt idx="1709">
                  <c:v>38247</c:v>
                </c:pt>
                <c:pt idx="1710">
                  <c:v>38250</c:v>
                </c:pt>
                <c:pt idx="1711">
                  <c:v>38251</c:v>
                </c:pt>
                <c:pt idx="1712">
                  <c:v>38252</c:v>
                </c:pt>
                <c:pt idx="1713">
                  <c:v>38253</c:v>
                </c:pt>
                <c:pt idx="1714">
                  <c:v>38254</c:v>
                </c:pt>
                <c:pt idx="1715">
                  <c:v>38257</c:v>
                </c:pt>
                <c:pt idx="1716">
                  <c:v>38258</c:v>
                </c:pt>
                <c:pt idx="1717">
                  <c:v>38259</c:v>
                </c:pt>
                <c:pt idx="1718">
                  <c:v>38260</c:v>
                </c:pt>
                <c:pt idx="1719">
                  <c:v>38261</c:v>
                </c:pt>
                <c:pt idx="1720">
                  <c:v>38264</c:v>
                </c:pt>
                <c:pt idx="1721">
                  <c:v>38265</c:v>
                </c:pt>
                <c:pt idx="1722">
                  <c:v>38266</c:v>
                </c:pt>
                <c:pt idx="1723">
                  <c:v>38267</c:v>
                </c:pt>
                <c:pt idx="1724">
                  <c:v>38268</c:v>
                </c:pt>
                <c:pt idx="1725">
                  <c:v>38271</c:v>
                </c:pt>
                <c:pt idx="1726">
                  <c:v>38272</c:v>
                </c:pt>
                <c:pt idx="1727">
                  <c:v>38273</c:v>
                </c:pt>
                <c:pt idx="1728">
                  <c:v>38274</c:v>
                </c:pt>
                <c:pt idx="1729">
                  <c:v>38275</c:v>
                </c:pt>
                <c:pt idx="1730">
                  <c:v>38278</c:v>
                </c:pt>
                <c:pt idx="1731">
                  <c:v>38279</c:v>
                </c:pt>
                <c:pt idx="1732">
                  <c:v>38280</c:v>
                </c:pt>
                <c:pt idx="1733">
                  <c:v>38281</c:v>
                </c:pt>
                <c:pt idx="1734">
                  <c:v>38282</c:v>
                </c:pt>
                <c:pt idx="1735">
                  <c:v>38285</c:v>
                </c:pt>
                <c:pt idx="1736">
                  <c:v>38286</c:v>
                </c:pt>
                <c:pt idx="1737">
                  <c:v>38287</c:v>
                </c:pt>
                <c:pt idx="1738">
                  <c:v>38288</c:v>
                </c:pt>
                <c:pt idx="1739">
                  <c:v>38289</c:v>
                </c:pt>
                <c:pt idx="1740">
                  <c:v>38292</c:v>
                </c:pt>
                <c:pt idx="1741">
                  <c:v>38293</c:v>
                </c:pt>
                <c:pt idx="1742">
                  <c:v>38294</c:v>
                </c:pt>
                <c:pt idx="1743">
                  <c:v>38295</c:v>
                </c:pt>
                <c:pt idx="1744">
                  <c:v>38296</c:v>
                </c:pt>
                <c:pt idx="1745">
                  <c:v>38299</c:v>
                </c:pt>
                <c:pt idx="1746">
                  <c:v>38300</c:v>
                </c:pt>
                <c:pt idx="1747">
                  <c:v>38301</c:v>
                </c:pt>
                <c:pt idx="1748">
                  <c:v>38302</c:v>
                </c:pt>
                <c:pt idx="1749">
                  <c:v>38303</c:v>
                </c:pt>
                <c:pt idx="1750">
                  <c:v>38306</c:v>
                </c:pt>
                <c:pt idx="1751">
                  <c:v>38307</c:v>
                </c:pt>
                <c:pt idx="1752">
                  <c:v>38308</c:v>
                </c:pt>
                <c:pt idx="1753">
                  <c:v>38309</c:v>
                </c:pt>
                <c:pt idx="1754">
                  <c:v>38310</c:v>
                </c:pt>
                <c:pt idx="1755">
                  <c:v>38313</c:v>
                </c:pt>
                <c:pt idx="1756">
                  <c:v>38314</c:v>
                </c:pt>
                <c:pt idx="1757">
                  <c:v>38315</c:v>
                </c:pt>
                <c:pt idx="1758">
                  <c:v>38317</c:v>
                </c:pt>
                <c:pt idx="1759">
                  <c:v>38320</c:v>
                </c:pt>
                <c:pt idx="1760">
                  <c:v>38321</c:v>
                </c:pt>
                <c:pt idx="1761">
                  <c:v>38322</c:v>
                </c:pt>
                <c:pt idx="1762">
                  <c:v>38323</c:v>
                </c:pt>
                <c:pt idx="1763">
                  <c:v>38324</c:v>
                </c:pt>
                <c:pt idx="1764">
                  <c:v>38327</c:v>
                </c:pt>
                <c:pt idx="1765">
                  <c:v>38328</c:v>
                </c:pt>
                <c:pt idx="1766">
                  <c:v>38329</c:v>
                </c:pt>
                <c:pt idx="1767">
                  <c:v>38330</c:v>
                </c:pt>
                <c:pt idx="1768">
                  <c:v>38331</c:v>
                </c:pt>
                <c:pt idx="1769">
                  <c:v>38334</c:v>
                </c:pt>
                <c:pt idx="1770">
                  <c:v>38335</c:v>
                </c:pt>
                <c:pt idx="1771">
                  <c:v>38336</c:v>
                </c:pt>
                <c:pt idx="1772">
                  <c:v>38337</c:v>
                </c:pt>
                <c:pt idx="1773">
                  <c:v>38338</c:v>
                </c:pt>
                <c:pt idx="1774">
                  <c:v>38341</c:v>
                </c:pt>
                <c:pt idx="1775">
                  <c:v>38342</c:v>
                </c:pt>
                <c:pt idx="1776">
                  <c:v>38343</c:v>
                </c:pt>
                <c:pt idx="1777">
                  <c:v>38344</c:v>
                </c:pt>
                <c:pt idx="1778">
                  <c:v>38348</c:v>
                </c:pt>
                <c:pt idx="1779">
                  <c:v>38349</c:v>
                </c:pt>
                <c:pt idx="1780">
                  <c:v>38350</c:v>
                </c:pt>
                <c:pt idx="1781">
                  <c:v>38351</c:v>
                </c:pt>
                <c:pt idx="1782">
                  <c:v>38352</c:v>
                </c:pt>
                <c:pt idx="1783">
                  <c:v>38355</c:v>
                </c:pt>
                <c:pt idx="1784">
                  <c:v>38356</c:v>
                </c:pt>
                <c:pt idx="1785">
                  <c:v>38357</c:v>
                </c:pt>
                <c:pt idx="1786">
                  <c:v>38358</c:v>
                </c:pt>
                <c:pt idx="1787">
                  <c:v>38359</c:v>
                </c:pt>
                <c:pt idx="1788">
                  <c:v>38362</c:v>
                </c:pt>
                <c:pt idx="1789">
                  <c:v>38363</c:v>
                </c:pt>
                <c:pt idx="1790">
                  <c:v>38364</c:v>
                </c:pt>
                <c:pt idx="1791">
                  <c:v>38365</c:v>
                </c:pt>
                <c:pt idx="1792">
                  <c:v>38366</c:v>
                </c:pt>
                <c:pt idx="1793">
                  <c:v>38370</c:v>
                </c:pt>
                <c:pt idx="1794">
                  <c:v>38371</c:v>
                </c:pt>
                <c:pt idx="1795">
                  <c:v>38372</c:v>
                </c:pt>
                <c:pt idx="1796">
                  <c:v>38373</c:v>
                </c:pt>
                <c:pt idx="1797">
                  <c:v>38376</c:v>
                </c:pt>
                <c:pt idx="1798">
                  <c:v>38377</c:v>
                </c:pt>
                <c:pt idx="1799">
                  <c:v>38378</c:v>
                </c:pt>
                <c:pt idx="1800">
                  <c:v>38379</c:v>
                </c:pt>
                <c:pt idx="1801">
                  <c:v>38380</c:v>
                </c:pt>
                <c:pt idx="1802">
                  <c:v>38383</c:v>
                </c:pt>
                <c:pt idx="1803">
                  <c:v>38384</c:v>
                </c:pt>
                <c:pt idx="1804">
                  <c:v>38385</c:v>
                </c:pt>
                <c:pt idx="1805">
                  <c:v>38386</c:v>
                </c:pt>
                <c:pt idx="1806">
                  <c:v>38387</c:v>
                </c:pt>
                <c:pt idx="1807">
                  <c:v>38390</c:v>
                </c:pt>
                <c:pt idx="1808">
                  <c:v>38391</c:v>
                </c:pt>
                <c:pt idx="1809">
                  <c:v>38392</c:v>
                </c:pt>
                <c:pt idx="1810">
                  <c:v>38393</c:v>
                </c:pt>
                <c:pt idx="1811">
                  <c:v>38394</c:v>
                </c:pt>
                <c:pt idx="1812">
                  <c:v>38397</c:v>
                </c:pt>
                <c:pt idx="1813">
                  <c:v>38398</c:v>
                </c:pt>
                <c:pt idx="1814">
                  <c:v>38399</c:v>
                </c:pt>
                <c:pt idx="1815">
                  <c:v>38400</c:v>
                </c:pt>
                <c:pt idx="1816">
                  <c:v>38401</c:v>
                </c:pt>
                <c:pt idx="1817">
                  <c:v>38405</c:v>
                </c:pt>
                <c:pt idx="1818">
                  <c:v>38406</c:v>
                </c:pt>
                <c:pt idx="1819">
                  <c:v>38407</c:v>
                </c:pt>
                <c:pt idx="1820">
                  <c:v>38408</c:v>
                </c:pt>
                <c:pt idx="1821">
                  <c:v>38411</c:v>
                </c:pt>
                <c:pt idx="1822">
                  <c:v>38412</c:v>
                </c:pt>
                <c:pt idx="1823">
                  <c:v>38413</c:v>
                </c:pt>
                <c:pt idx="1824">
                  <c:v>38414</c:v>
                </c:pt>
                <c:pt idx="1825">
                  <c:v>38415</c:v>
                </c:pt>
                <c:pt idx="1826">
                  <c:v>38418</c:v>
                </c:pt>
                <c:pt idx="1827">
                  <c:v>38419</c:v>
                </c:pt>
                <c:pt idx="1828">
                  <c:v>38420</c:v>
                </c:pt>
                <c:pt idx="1829">
                  <c:v>38421</c:v>
                </c:pt>
                <c:pt idx="1830">
                  <c:v>38422</c:v>
                </c:pt>
                <c:pt idx="1831">
                  <c:v>38425</c:v>
                </c:pt>
                <c:pt idx="1832">
                  <c:v>38426</c:v>
                </c:pt>
                <c:pt idx="1833">
                  <c:v>38427</c:v>
                </c:pt>
                <c:pt idx="1834">
                  <c:v>38428</c:v>
                </c:pt>
                <c:pt idx="1835">
                  <c:v>38429</c:v>
                </c:pt>
                <c:pt idx="1836">
                  <c:v>38432</c:v>
                </c:pt>
                <c:pt idx="1837">
                  <c:v>38433</c:v>
                </c:pt>
                <c:pt idx="1838">
                  <c:v>38434</c:v>
                </c:pt>
                <c:pt idx="1839">
                  <c:v>38435</c:v>
                </c:pt>
                <c:pt idx="1840">
                  <c:v>38439</c:v>
                </c:pt>
                <c:pt idx="1841">
                  <c:v>38440</c:v>
                </c:pt>
                <c:pt idx="1842">
                  <c:v>38441</c:v>
                </c:pt>
                <c:pt idx="1843">
                  <c:v>38442</c:v>
                </c:pt>
                <c:pt idx="1844">
                  <c:v>38443</c:v>
                </c:pt>
                <c:pt idx="1845">
                  <c:v>38446</c:v>
                </c:pt>
                <c:pt idx="1846">
                  <c:v>38447</c:v>
                </c:pt>
                <c:pt idx="1847">
                  <c:v>38448</c:v>
                </c:pt>
                <c:pt idx="1848">
                  <c:v>38449</c:v>
                </c:pt>
                <c:pt idx="1849">
                  <c:v>38450</c:v>
                </c:pt>
                <c:pt idx="1850">
                  <c:v>38453</c:v>
                </c:pt>
                <c:pt idx="1851">
                  <c:v>38454</c:v>
                </c:pt>
                <c:pt idx="1852">
                  <c:v>38455</c:v>
                </c:pt>
                <c:pt idx="1853">
                  <c:v>38456</c:v>
                </c:pt>
                <c:pt idx="1854">
                  <c:v>38457</c:v>
                </c:pt>
                <c:pt idx="1855">
                  <c:v>38460</c:v>
                </c:pt>
                <c:pt idx="1856">
                  <c:v>38461</c:v>
                </c:pt>
                <c:pt idx="1857">
                  <c:v>38462</c:v>
                </c:pt>
                <c:pt idx="1858">
                  <c:v>38463</c:v>
                </c:pt>
                <c:pt idx="1859">
                  <c:v>38464</c:v>
                </c:pt>
                <c:pt idx="1860">
                  <c:v>38467</c:v>
                </c:pt>
                <c:pt idx="1861">
                  <c:v>38468</c:v>
                </c:pt>
                <c:pt idx="1862">
                  <c:v>38469</c:v>
                </c:pt>
                <c:pt idx="1863">
                  <c:v>38470</c:v>
                </c:pt>
                <c:pt idx="1864">
                  <c:v>38471</c:v>
                </c:pt>
                <c:pt idx="1865">
                  <c:v>38474</c:v>
                </c:pt>
                <c:pt idx="1866">
                  <c:v>38475</c:v>
                </c:pt>
                <c:pt idx="1867">
                  <c:v>38476</c:v>
                </c:pt>
                <c:pt idx="1868">
                  <c:v>38477</c:v>
                </c:pt>
                <c:pt idx="1869">
                  <c:v>38478</c:v>
                </c:pt>
                <c:pt idx="1870">
                  <c:v>38481</c:v>
                </c:pt>
                <c:pt idx="1871">
                  <c:v>38482</c:v>
                </c:pt>
                <c:pt idx="1872">
                  <c:v>38483</c:v>
                </c:pt>
                <c:pt idx="1873">
                  <c:v>38484</c:v>
                </c:pt>
                <c:pt idx="1874">
                  <c:v>38485</c:v>
                </c:pt>
                <c:pt idx="1875">
                  <c:v>38488</c:v>
                </c:pt>
                <c:pt idx="1876">
                  <c:v>38489</c:v>
                </c:pt>
                <c:pt idx="1877">
                  <c:v>38490</c:v>
                </c:pt>
                <c:pt idx="1878">
                  <c:v>38491</c:v>
                </c:pt>
                <c:pt idx="1879">
                  <c:v>38492</c:v>
                </c:pt>
                <c:pt idx="1880">
                  <c:v>38495</c:v>
                </c:pt>
                <c:pt idx="1881">
                  <c:v>38496</c:v>
                </c:pt>
                <c:pt idx="1882">
                  <c:v>38497</c:v>
                </c:pt>
                <c:pt idx="1883">
                  <c:v>38498</c:v>
                </c:pt>
                <c:pt idx="1884">
                  <c:v>38499</c:v>
                </c:pt>
                <c:pt idx="1885">
                  <c:v>38503</c:v>
                </c:pt>
                <c:pt idx="1886">
                  <c:v>38504</c:v>
                </c:pt>
                <c:pt idx="1887">
                  <c:v>38505</c:v>
                </c:pt>
                <c:pt idx="1888">
                  <c:v>38506</c:v>
                </c:pt>
                <c:pt idx="1889">
                  <c:v>38509</c:v>
                </c:pt>
                <c:pt idx="1890">
                  <c:v>38510</c:v>
                </c:pt>
                <c:pt idx="1891">
                  <c:v>38511</c:v>
                </c:pt>
                <c:pt idx="1892">
                  <c:v>38512</c:v>
                </c:pt>
                <c:pt idx="1893">
                  <c:v>38513</c:v>
                </c:pt>
                <c:pt idx="1894">
                  <c:v>38516</c:v>
                </c:pt>
                <c:pt idx="1895">
                  <c:v>38517</c:v>
                </c:pt>
                <c:pt idx="1896">
                  <c:v>38518</c:v>
                </c:pt>
                <c:pt idx="1897">
                  <c:v>38519</c:v>
                </c:pt>
                <c:pt idx="1898">
                  <c:v>38520</c:v>
                </c:pt>
                <c:pt idx="1899">
                  <c:v>38523</c:v>
                </c:pt>
                <c:pt idx="1900">
                  <c:v>38524</c:v>
                </c:pt>
                <c:pt idx="1901">
                  <c:v>38525</c:v>
                </c:pt>
                <c:pt idx="1902">
                  <c:v>38526</c:v>
                </c:pt>
                <c:pt idx="1903">
                  <c:v>38527</c:v>
                </c:pt>
                <c:pt idx="1904">
                  <c:v>38530</c:v>
                </c:pt>
                <c:pt idx="1905">
                  <c:v>38531</c:v>
                </c:pt>
                <c:pt idx="1906">
                  <c:v>38532</c:v>
                </c:pt>
                <c:pt idx="1907">
                  <c:v>38533</c:v>
                </c:pt>
                <c:pt idx="1908">
                  <c:v>38534</c:v>
                </c:pt>
                <c:pt idx="1909">
                  <c:v>38538</c:v>
                </c:pt>
                <c:pt idx="1910">
                  <c:v>38539</c:v>
                </c:pt>
                <c:pt idx="1911">
                  <c:v>38540</c:v>
                </c:pt>
                <c:pt idx="1912">
                  <c:v>38541</c:v>
                </c:pt>
                <c:pt idx="1913">
                  <c:v>38544</c:v>
                </c:pt>
                <c:pt idx="1914">
                  <c:v>38545</c:v>
                </c:pt>
                <c:pt idx="1915">
                  <c:v>38546</c:v>
                </c:pt>
                <c:pt idx="1916">
                  <c:v>38547</c:v>
                </c:pt>
                <c:pt idx="1917">
                  <c:v>38548</c:v>
                </c:pt>
                <c:pt idx="1918">
                  <c:v>38551</c:v>
                </c:pt>
                <c:pt idx="1919">
                  <c:v>38552</c:v>
                </c:pt>
                <c:pt idx="1920">
                  <c:v>38553</c:v>
                </c:pt>
                <c:pt idx="1921">
                  <c:v>38554</c:v>
                </c:pt>
                <c:pt idx="1922">
                  <c:v>38555</c:v>
                </c:pt>
                <c:pt idx="1923">
                  <c:v>38558</c:v>
                </c:pt>
                <c:pt idx="1924">
                  <c:v>38559</c:v>
                </c:pt>
                <c:pt idx="1925">
                  <c:v>38560</c:v>
                </c:pt>
                <c:pt idx="1926">
                  <c:v>38561</c:v>
                </c:pt>
                <c:pt idx="1927">
                  <c:v>38562</c:v>
                </c:pt>
                <c:pt idx="1928">
                  <c:v>38565</c:v>
                </c:pt>
                <c:pt idx="1929">
                  <c:v>38566</c:v>
                </c:pt>
                <c:pt idx="1930">
                  <c:v>38567</c:v>
                </c:pt>
                <c:pt idx="1931">
                  <c:v>38568</c:v>
                </c:pt>
                <c:pt idx="1932">
                  <c:v>38569</c:v>
                </c:pt>
                <c:pt idx="1933">
                  <c:v>38572</c:v>
                </c:pt>
                <c:pt idx="1934">
                  <c:v>38573</c:v>
                </c:pt>
                <c:pt idx="1935">
                  <c:v>38574</c:v>
                </c:pt>
                <c:pt idx="1936">
                  <c:v>38575</c:v>
                </c:pt>
                <c:pt idx="1937">
                  <c:v>38576</c:v>
                </c:pt>
                <c:pt idx="1938">
                  <c:v>38579</c:v>
                </c:pt>
                <c:pt idx="1939">
                  <c:v>38580</c:v>
                </c:pt>
                <c:pt idx="1940">
                  <c:v>38581</c:v>
                </c:pt>
                <c:pt idx="1941">
                  <c:v>38582</c:v>
                </c:pt>
                <c:pt idx="1942">
                  <c:v>38583</c:v>
                </c:pt>
                <c:pt idx="1943">
                  <c:v>38586</c:v>
                </c:pt>
                <c:pt idx="1944">
                  <c:v>38587</c:v>
                </c:pt>
                <c:pt idx="1945">
                  <c:v>38588</c:v>
                </c:pt>
                <c:pt idx="1946">
                  <c:v>38589</c:v>
                </c:pt>
                <c:pt idx="1947">
                  <c:v>38590</c:v>
                </c:pt>
                <c:pt idx="1948">
                  <c:v>38593</c:v>
                </c:pt>
                <c:pt idx="1949">
                  <c:v>38594</c:v>
                </c:pt>
                <c:pt idx="1950">
                  <c:v>38595</c:v>
                </c:pt>
                <c:pt idx="1951">
                  <c:v>38596</c:v>
                </c:pt>
                <c:pt idx="1952">
                  <c:v>38597</c:v>
                </c:pt>
                <c:pt idx="1953">
                  <c:v>38601</c:v>
                </c:pt>
                <c:pt idx="1954">
                  <c:v>38602</c:v>
                </c:pt>
                <c:pt idx="1955">
                  <c:v>38603</c:v>
                </c:pt>
                <c:pt idx="1956">
                  <c:v>38604</c:v>
                </c:pt>
                <c:pt idx="1957">
                  <c:v>38607</c:v>
                </c:pt>
                <c:pt idx="1958">
                  <c:v>38608</c:v>
                </c:pt>
                <c:pt idx="1959">
                  <c:v>38609</c:v>
                </c:pt>
                <c:pt idx="1960">
                  <c:v>38610</c:v>
                </c:pt>
                <c:pt idx="1961">
                  <c:v>38611</c:v>
                </c:pt>
                <c:pt idx="1962">
                  <c:v>38614</c:v>
                </c:pt>
                <c:pt idx="1963">
                  <c:v>38615</c:v>
                </c:pt>
                <c:pt idx="1964">
                  <c:v>38616</c:v>
                </c:pt>
                <c:pt idx="1965">
                  <c:v>38617</c:v>
                </c:pt>
                <c:pt idx="1966">
                  <c:v>38618</c:v>
                </c:pt>
                <c:pt idx="1967">
                  <c:v>38621</c:v>
                </c:pt>
                <c:pt idx="1968">
                  <c:v>38622</c:v>
                </c:pt>
                <c:pt idx="1969">
                  <c:v>38623</c:v>
                </c:pt>
                <c:pt idx="1970">
                  <c:v>38624</c:v>
                </c:pt>
                <c:pt idx="1971">
                  <c:v>38625</c:v>
                </c:pt>
                <c:pt idx="1972">
                  <c:v>38628</c:v>
                </c:pt>
                <c:pt idx="1973">
                  <c:v>38629</c:v>
                </c:pt>
                <c:pt idx="1974">
                  <c:v>38630</c:v>
                </c:pt>
                <c:pt idx="1975">
                  <c:v>38631</c:v>
                </c:pt>
                <c:pt idx="1976">
                  <c:v>38632</c:v>
                </c:pt>
                <c:pt idx="1977">
                  <c:v>38635</c:v>
                </c:pt>
                <c:pt idx="1978">
                  <c:v>38636</c:v>
                </c:pt>
                <c:pt idx="1979">
                  <c:v>38637</c:v>
                </c:pt>
                <c:pt idx="1980">
                  <c:v>38638</c:v>
                </c:pt>
                <c:pt idx="1981">
                  <c:v>38639</c:v>
                </c:pt>
                <c:pt idx="1982">
                  <c:v>38642</c:v>
                </c:pt>
                <c:pt idx="1983">
                  <c:v>38643</c:v>
                </c:pt>
                <c:pt idx="1984">
                  <c:v>38644</c:v>
                </c:pt>
                <c:pt idx="1985">
                  <c:v>38645</c:v>
                </c:pt>
                <c:pt idx="1986">
                  <c:v>38646</c:v>
                </c:pt>
                <c:pt idx="1987">
                  <c:v>38649</c:v>
                </c:pt>
                <c:pt idx="1988">
                  <c:v>38650</c:v>
                </c:pt>
                <c:pt idx="1989">
                  <c:v>38651</c:v>
                </c:pt>
                <c:pt idx="1990">
                  <c:v>38652</c:v>
                </c:pt>
                <c:pt idx="1991">
                  <c:v>38653</c:v>
                </c:pt>
                <c:pt idx="1992">
                  <c:v>38656</c:v>
                </c:pt>
                <c:pt idx="1993">
                  <c:v>38657</c:v>
                </c:pt>
                <c:pt idx="1994">
                  <c:v>38658</c:v>
                </c:pt>
                <c:pt idx="1995">
                  <c:v>38659</c:v>
                </c:pt>
                <c:pt idx="1996">
                  <c:v>38660</c:v>
                </c:pt>
                <c:pt idx="1997">
                  <c:v>38663</c:v>
                </c:pt>
                <c:pt idx="1998">
                  <c:v>38664</c:v>
                </c:pt>
                <c:pt idx="1999">
                  <c:v>38665</c:v>
                </c:pt>
                <c:pt idx="2000">
                  <c:v>38666</c:v>
                </c:pt>
                <c:pt idx="2001">
                  <c:v>38667</c:v>
                </c:pt>
                <c:pt idx="2002">
                  <c:v>38670</c:v>
                </c:pt>
                <c:pt idx="2003">
                  <c:v>38671</c:v>
                </c:pt>
                <c:pt idx="2004">
                  <c:v>38672</c:v>
                </c:pt>
                <c:pt idx="2005">
                  <c:v>38673</c:v>
                </c:pt>
                <c:pt idx="2006">
                  <c:v>38674</c:v>
                </c:pt>
                <c:pt idx="2007">
                  <c:v>38677</c:v>
                </c:pt>
                <c:pt idx="2008">
                  <c:v>38678</c:v>
                </c:pt>
                <c:pt idx="2009">
                  <c:v>38679</c:v>
                </c:pt>
                <c:pt idx="2010">
                  <c:v>38681</c:v>
                </c:pt>
                <c:pt idx="2011">
                  <c:v>38684</c:v>
                </c:pt>
                <c:pt idx="2012">
                  <c:v>38685</c:v>
                </c:pt>
                <c:pt idx="2013">
                  <c:v>38686</c:v>
                </c:pt>
                <c:pt idx="2014">
                  <c:v>38687</c:v>
                </c:pt>
                <c:pt idx="2015">
                  <c:v>38688</c:v>
                </c:pt>
                <c:pt idx="2016">
                  <c:v>38691</c:v>
                </c:pt>
                <c:pt idx="2017">
                  <c:v>38692</c:v>
                </c:pt>
                <c:pt idx="2018">
                  <c:v>38693</c:v>
                </c:pt>
                <c:pt idx="2019">
                  <c:v>38694</c:v>
                </c:pt>
                <c:pt idx="2020">
                  <c:v>38695</c:v>
                </c:pt>
                <c:pt idx="2021">
                  <c:v>38698</c:v>
                </c:pt>
                <c:pt idx="2022">
                  <c:v>38699</c:v>
                </c:pt>
                <c:pt idx="2023">
                  <c:v>38700</c:v>
                </c:pt>
                <c:pt idx="2024">
                  <c:v>38701</c:v>
                </c:pt>
                <c:pt idx="2025">
                  <c:v>38702</c:v>
                </c:pt>
                <c:pt idx="2026">
                  <c:v>38705</c:v>
                </c:pt>
                <c:pt idx="2027">
                  <c:v>38706</c:v>
                </c:pt>
                <c:pt idx="2028">
                  <c:v>38707</c:v>
                </c:pt>
                <c:pt idx="2029">
                  <c:v>38708</c:v>
                </c:pt>
                <c:pt idx="2030">
                  <c:v>38709</c:v>
                </c:pt>
                <c:pt idx="2031">
                  <c:v>38713</c:v>
                </c:pt>
                <c:pt idx="2032">
                  <c:v>38714</c:v>
                </c:pt>
                <c:pt idx="2033">
                  <c:v>38715</c:v>
                </c:pt>
                <c:pt idx="2034">
                  <c:v>38716</c:v>
                </c:pt>
                <c:pt idx="2035">
                  <c:v>38720</c:v>
                </c:pt>
                <c:pt idx="2036">
                  <c:v>38721</c:v>
                </c:pt>
                <c:pt idx="2037">
                  <c:v>38722</c:v>
                </c:pt>
                <c:pt idx="2038">
                  <c:v>38723</c:v>
                </c:pt>
                <c:pt idx="2039">
                  <c:v>38726</c:v>
                </c:pt>
                <c:pt idx="2040">
                  <c:v>38727</c:v>
                </c:pt>
                <c:pt idx="2041">
                  <c:v>38728</c:v>
                </c:pt>
                <c:pt idx="2042">
                  <c:v>38729</c:v>
                </c:pt>
                <c:pt idx="2043">
                  <c:v>38730</c:v>
                </c:pt>
                <c:pt idx="2044">
                  <c:v>38734</c:v>
                </c:pt>
                <c:pt idx="2045">
                  <c:v>38735</c:v>
                </c:pt>
                <c:pt idx="2046">
                  <c:v>38736</c:v>
                </c:pt>
                <c:pt idx="2047">
                  <c:v>38737</c:v>
                </c:pt>
                <c:pt idx="2048">
                  <c:v>38740</c:v>
                </c:pt>
                <c:pt idx="2049">
                  <c:v>38741</c:v>
                </c:pt>
                <c:pt idx="2050">
                  <c:v>38742</c:v>
                </c:pt>
                <c:pt idx="2051">
                  <c:v>38743</c:v>
                </c:pt>
                <c:pt idx="2052">
                  <c:v>38744</c:v>
                </c:pt>
                <c:pt idx="2053">
                  <c:v>38747</c:v>
                </c:pt>
                <c:pt idx="2054">
                  <c:v>38748</c:v>
                </c:pt>
                <c:pt idx="2055">
                  <c:v>38749</c:v>
                </c:pt>
                <c:pt idx="2056">
                  <c:v>38750</c:v>
                </c:pt>
                <c:pt idx="2057">
                  <c:v>38751</c:v>
                </c:pt>
                <c:pt idx="2058">
                  <c:v>38754</c:v>
                </c:pt>
                <c:pt idx="2059">
                  <c:v>38755</c:v>
                </c:pt>
                <c:pt idx="2060">
                  <c:v>38756</c:v>
                </c:pt>
                <c:pt idx="2061">
                  <c:v>38757</c:v>
                </c:pt>
                <c:pt idx="2062">
                  <c:v>38758</c:v>
                </c:pt>
                <c:pt idx="2063">
                  <c:v>38761</c:v>
                </c:pt>
                <c:pt idx="2064">
                  <c:v>38762</c:v>
                </c:pt>
                <c:pt idx="2065">
                  <c:v>38763</c:v>
                </c:pt>
                <c:pt idx="2066">
                  <c:v>38764</c:v>
                </c:pt>
                <c:pt idx="2067">
                  <c:v>38765</c:v>
                </c:pt>
                <c:pt idx="2068">
                  <c:v>38769</c:v>
                </c:pt>
                <c:pt idx="2069">
                  <c:v>38770</c:v>
                </c:pt>
                <c:pt idx="2070">
                  <c:v>38771</c:v>
                </c:pt>
                <c:pt idx="2071">
                  <c:v>38772</c:v>
                </c:pt>
                <c:pt idx="2072">
                  <c:v>38775</c:v>
                </c:pt>
                <c:pt idx="2073">
                  <c:v>38776</c:v>
                </c:pt>
                <c:pt idx="2074">
                  <c:v>38777</c:v>
                </c:pt>
                <c:pt idx="2075">
                  <c:v>38778</c:v>
                </c:pt>
                <c:pt idx="2076">
                  <c:v>38779</c:v>
                </c:pt>
                <c:pt idx="2077">
                  <c:v>38782</c:v>
                </c:pt>
                <c:pt idx="2078">
                  <c:v>38783</c:v>
                </c:pt>
                <c:pt idx="2079">
                  <c:v>38784</c:v>
                </c:pt>
                <c:pt idx="2080">
                  <c:v>38785</c:v>
                </c:pt>
                <c:pt idx="2081">
                  <c:v>38786</c:v>
                </c:pt>
                <c:pt idx="2082">
                  <c:v>38789</c:v>
                </c:pt>
                <c:pt idx="2083">
                  <c:v>38790</c:v>
                </c:pt>
                <c:pt idx="2084">
                  <c:v>38791</c:v>
                </c:pt>
                <c:pt idx="2085">
                  <c:v>38792</c:v>
                </c:pt>
                <c:pt idx="2086">
                  <c:v>38793</c:v>
                </c:pt>
                <c:pt idx="2087">
                  <c:v>38796</c:v>
                </c:pt>
                <c:pt idx="2088">
                  <c:v>38797</c:v>
                </c:pt>
                <c:pt idx="2089">
                  <c:v>38798</c:v>
                </c:pt>
                <c:pt idx="2090">
                  <c:v>38799</c:v>
                </c:pt>
                <c:pt idx="2091">
                  <c:v>38800</c:v>
                </c:pt>
                <c:pt idx="2092">
                  <c:v>38803</c:v>
                </c:pt>
                <c:pt idx="2093">
                  <c:v>38804</c:v>
                </c:pt>
                <c:pt idx="2094">
                  <c:v>38805</c:v>
                </c:pt>
                <c:pt idx="2095">
                  <c:v>38806</c:v>
                </c:pt>
                <c:pt idx="2096">
                  <c:v>38807</c:v>
                </c:pt>
                <c:pt idx="2097">
                  <c:v>38810</c:v>
                </c:pt>
                <c:pt idx="2098">
                  <c:v>38811</c:v>
                </c:pt>
                <c:pt idx="2099">
                  <c:v>38812</c:v>
                </c:pt>
                <c:pt idx="2100">
                  <c:v>38813</c:v>
                </c:pt>
                <c:pt idx="2101">
                  <c:v>38814</c:v>
                </c:pt>
                <c:pt idx="2102">
                  <c:v>38817</c:v>
                </c:pt>
                <c:pt idx="2103">
                  <c:v>38818</c:v>
                </c:pt>
                <c:pt idx="2104">
                  <c:v>38819</c:v>
                </c:pt>
                <c:pt idx="2105">
                  <c:v>38820</c:v>
                </c:pt>
                <c:pt idx="2106">
                  <c:v>38824</c:v>
                </c:pt>
                <c:pt idx="2107">
                  <c:v>38825</c:v>
                </c:pt>
                <c:pt idx="2108">
                  <c:v>38826</c:v>
                </c:pt>
                <c:pt idx="2109">
                  <c:v>38827</c:v>
                </c:pt>
                <c:pt idx="2110">
                  <c:v>38828</c:v>
                </c:pt>
                <c:pt idx="2111">
                  <c:v>38831</c:v>
                </c:pt>
                <c:pt idx="2112">
                  <c:v>38832</c:v>
                </c:pt>
                <c:pt idx="2113">
                  <c:v>38833</c:v>
                </c:pt>
                <c:pt idx="2114">
                  <c:v>38834</c:v>
                </c:pt>
                <c:pt idx="2115">
                  <c:v>38835</c:v>
                </c:pt>
                <c:pt idx="2116">
                  <c:v>38838</c:v>
                </c:pt>
                <c:pt idx="2117">
                  <c:v>38839</c:v>
                </c:pt>
                <c:pt idx="2118">
                  <c:v>38840</c:v>
                </c:pt>
                <c:pt idx="2119">
                  <c:v>38841</c:v>
                </c:pt>
                <c:pt idx="2120">
                  <c:v>38842</c:v>
                </c:pt>
                <c:pt idx="2121">
                  <c:v>38845</c:v>
                </c:pt>
                <c:pt idx="2122">
                  <c:v>38846</c:v>
                </c:pt>
                <c:pt idx="2123">
                  <c:v>38847</c:v>
                </c:pt>
                <c:pt idx="2124">
                  <c:v>38848</c:v>
                </c:pt>
                <c:pt idx="2125">
                  <c:v>38849</c:v>
                </c:pt>
                <c:pt idx="2126">
                  <c:v>38852</c:v>
                </c:pt>
                <c:pt idx="2127">
                  <c:v>38853</c:v>
                </c:pt>
                <c:pt idx="2128">
                  <c:v>38854</c:v>
                </c:pt>
                <c:pt idx="2129">
                  <c:v>38855</c:v>
                </c:pt>
                <c:pt idx="2130">
                  <c:v>38856</c:v>
                </c:pt>
                <c:pt idx="2131">
                  <c:v>38859</c:v>
                </c:pt>
                <c:pt idx="2132">
                  <c:v>38860</c:v>
                </c:pt>
                <c:pt idx="2133">
                  <c:v>38861</c:v>
                </c:pt>
                <c:pt idx="2134">
                  <c:v>38862</c:v>
                </c:pt>
                <c:pt idx="2135">
                  <c:v>38863</c:v>
                </c:pt>
                <c:pt idx="2136">
                  <c:v>38867</c:v>
                </c:pt>
                <c:pt idx="2137">
                  <c:v>38868</c:v>
                </c:pt>
                <c:pt idx="2138">
                  <c:v>38869</c:v>
                </c:pt>
                <c:pt idx="2139">
                  <c:v>38870</c:v>
                </c:pt>
                <c:pt idx="2140">
                  <c:v>38873</c:v>
                </c:pt>
                <c:pt idx="2141">
                  <c:v>38874</c:v>
                </c:pt>
                <c:pt idx="2142">
                  <c:v>38875</c:v>
                </c:pt>
                <c:pt idx="2143">
                  <c:v>38876</c:v>
                </c:pt>
                <c:pt idx="2144">
                  <c:v>38877</c:v>
                </c:pt>
                <c:pt idx="2145">
                  <c:v>38880</c:v>
                </c:pt>
                <c:pt idx="2146">
                  <c:v>38881</c:v>
                </c:pt>
                <c:pt idx="2147">
                  <c:v>38882</c:v>
                </c:pt>
                <c:pt idx="2148">
                  <c:v>38883</c:v>
                </c:pt>
                <c:pt idx="2149">
                  <c:v>38884</c:v>
                </c:pt>
                <c:pt idx="2150">
                  <c:v>38887</c:v>
                </c:pt>
                <c:pt idx="2151">
                  <c:v>38888</c:v>
                </c:pt>
                <c:pt idx="2152">
                  <c:v>38889</c:v>
                </c:pt>
                <c:pt idx="2153">
                  <c:v>38890</c:v>
                </c:pt>
                <c:pt idx="2154">
                  <c:v>38891</c:v>
                </c:pt>
                <c:pt idx="2155">
                  <c:v>38894</c:v>
                </c:pt>
                <c:pt idx="2156">
                  <c:v>38895</c:v>
                </c:pt>
                <c:pt idx="2157">
                  <c:v>38896</c:v>
                </c:pt>
                <c:pt idx="2158">
                  <c:v>38897</c:v>
                </c:pt>
                <c:pt idx="2159">
                  <c:v>38898</c:v>
                </c:pt>
                <c:pt idx="2160">
                  <c:v>38901</c:v>
                </c:pt>
                <c:pt idx="2161">
                  <c:v>38903</c:v>
                </c:pt>
                <c:pt idx="2162">
                  <c:v>38904</c:v>
                </c:pt>
                <c:pt idx="2163">
                  <c:v>38905</c:v>
                </c:pt>
                <c:pt idx="2164">
                  <c:v>38908</c:v>
                </c:pt>
                <c:pt idx="2165">
                  <c:v>38909</c:v>
                </c:pt>
                <c:pt idx="2166">
                  <c:v>38910</c:v>
                </c:pt>
                <c:pt idx="2167">
                  <c:v>38911</c:v>
                </c:pt>
                <c:pt idx="2168">
                  <c:v>38912</c:v>
                </c:pt>
                <c:pt idx="2169">
                  <c:v>38915</c:v>
                </c:pt>
                <c:pt idx="2170">
                  <c:v>38916</c:v>
                </c:pt>
                <c:pt idx="2171">
                  <c:v>38917</c:v>
                </c:pt>
                <c:pt idx="2172">
                  <c:v>38918</c:v>
                </c:pt>
                <c:pt idx="2173">
                  <c:v>38919</c:v>
                </c:pt>
                <c:pt idx="2174">
                  <c:v>38922</c:v>
                </c:pt>
                <c:pt idx="2175">
                  <c:v>38923</c:v>
                </c:pt>
                <c:pt idx="2176">
                  <c:v>38924</c:v>
                </c:pt>
                <c:pt idx="2177">
                  <c:v>38925</c:v>
                </c:pt>
                <c:pt idx="2178">
                  <c:v>38926</c:v>
                </c:pt>
                <c:pt idx="2179">
                  <c:v>38929</c:v>
                </c:pt>
                <c:pt idx="2180">
                  <c:v>38930</c:v>
                </c:pt>
                <c:pt idx="2181">
                  <c:v>38931</c:v>
                </c:pt>
                <c:pt idx="2182">
                  <c:v>38932</c:v>
                </c:pt>
                <c:pt idx="2183">
                  <c:v>38933</c:v>
                </c:pt>
                <c:pt idx="2184">
                  <c:v>38936</c:v>
                </c:pt>
                <c:pt idx="2185">
                  <c:v>38937</c:v>
                </c:pt>
                <c:pt idx="2186">
                  <c:v>38938</c:v>
                </c:pt>
                <c:pt idx="2187">
                  <c:v>38939</c:v>
                </c:pt>
                <c:pt idx="2188">
                  <c:v>38940</c:v>
                </c:pt>
                <c:pt idx="2189">
                  <c:v>38943</c:v>
                </c:pt>
                <c:pt idx="2190">
                  <c:v>38944</c:v>
                </c:pt>
                <c:pt idx="2191">
                  <c:v>38945</c:v>
                </c:pt>
                <c:pt idx="2192">
                  <c:v>38946</c:v>
                </c:pt>
                <c:pt idx="2193">
                  <c:v>38947</c:v>
                </c:pt>
                <c:pt idx="2194">
                  <c:v>38950</c:v>
                </c:pt>
                <c:pt idx="2195">
                  <c:v>38951</c:v>
                </c:pt>
                <c:pt idx="2196">
                  <c:v>38952</c:v>
                </c:pt>
                <c:pt idx="2197">
                  <c:v>38953</c:v>
                </c:pt>
                <c:pt idx="2198">
                  <c:v>38954</c:v>
                </c:pt>
                <c:pt idx="2199">
                  <c:v>38957</c:v>
                </c:pt>
                <c:pt idx="2200">
                  <c:v>38958</c:v>
                </c:pt>
                <c:pt idx="2201">
                  <c:v>38959</c:v>
                </c:pt>
                <c:pt idx="2202">
                  <c:v>38960</c:v>
                </c:pt>
                <c:pt idx="2203">
                  <c:v>38961</c:v>
                </c:pt>
                <c:pt idx="2204">
                  <c:v>38965</c:v>
                </c:pt>
                <c:pt idx="2205">
                  <c:v>38966</c:v>
                </c:pt>
                <c:pt idx="2206">
                  <c:v>38967</c:v>
                </c:pt>
                <c:pt idx="2207">
                  <c:v>38968</c:v>
                </c:pt>
                <c:pt idx="2208">
                  <c:v>38971</c:v>
                </c:pt>
                <c:pt idx="2209">
                  <c:v>38972</c:v>
                </c:pt>
                <c:pt idx="2210">
                  <c:v>38973</c:v>
                </c:pt>
                <c:pt idx="2211">
                  <c:v>38974</c:v>
                </c:pt>
                <c:pt idx="2212">
                  <c:v>38975</c:v>
                </c:pt>
                <c:pt idx="2213">
                  <c:v>38978</c:v>
                </c:pt>
                <c:pt idx="2214">
                  <c:v>38979</c:v>
                </c:pt>
                <c:pt idx="2215">
                  <c:v>38980</c:v>
                </c:pt>
                <c:pt idx="2216">
                  <c:v>38981</c:v>
                </c:pt>
                <c:pt idx="2217">
                  <c:v>38982</c:v>
                </c:pt>
                <c:pt idx="2218">
                  <c:v>38985</c:v>
                </c:pt>
                <c:pt idx="2219">
                  <c:v>38986</c:v>
                </c:pt>
                <c:pt idx="2220">
                  <c:v>38987</c:v>
                </c:pt>
                <c:pt idx="2221">
                  <c:v>38988</c:v>
                </c:pt>
                <c:pt idx="2222">
                  <c:v>38989</c:v>
                </c:pt>
                <c:pt idx="2223">
                  <c:v>38992</c:v>
                </c:pt>
                <c:pt idx="2224">
                  <c:v>38993</c:v>
                </c:pt>
                <c:pt idx="2225">
                  <c:v>38994</c:v>
                </c:pt>
                <c:pt idx="2226">
                  <c:v>38995</c:v>
                </c:pt>
                <c:pt idx="2227">
                  <c:v>38996</c:v>
                </c:pt>
                <c:pt idx="2228">
                  <c:v>38999</c:v>
                </c:pt>
                <c:pt idx="2229">
                  <c:v>39000</c:v>
                </c:pt>
                <c:pt idx="2230">
                  <c:v>39001</c:v>
                </c:pt>
                <c:pt idx="2231">
                  <c:v>39002</c:v>
                </c:pt>
                <c:pt idx="2232">
                  <c:v>39003</c:v>
                </c:pt>
                <c:pt idx="2233">
                  <c:v>39006</c:v>
                </c:pt>
                <c:pt idx="2234">
                  <c:v>39007</c:v>
                </c:pt>
                <c:pt idx="2235">
                  <c:v>39008</c:v>
                </c:pt>
                <c:pt idx="2236">
                  <c:v>39009</c:v>
                </c:pt>
                <c:pt idx="2237">
                  <c:v>39010</c:v>
                </c:pt>
                <c:pt idx="2238">
                  <c:v>39013</c:v>
                </c:pt>
                <c:pt idx="2239">
                  <c:v>39014</c:v>
                </c:pt>
                <c:pt idx="2240">
                  <c:v>39015</c:v>
                </c:pt>
                <c:pt idx="2241">
                  <c:v>39016</c:v>
                </c:pt>
                <c:pt idx="2242">
                  <c:v>39017</c:v>
                </c:pt>
                <c:pt idx="2243">
                  <c:v>39020</c:v>
                </c:pt>
                <c:pt idx="2244">
                  <c:v>39021</c:v>
                </c:pt>
                <c:pt idx="2245">
                  <c:v>39022</c:v>
                </c:pt>
                <c:pt idx="2246">
                  <c:v>39023</c:v>
                </c:pt>
                <c:pt idx="2247">
                  <c:v>39024</c:v>
                </c:pt>
                <c:pt idx="2248">
                  <c:v>39027</c:v>
                </c:pt>
                <c:pt idx="2249">
                  <c:v>39028</c:v>
                </c:pt>
                <c:pt idx="2250">
                  <c:v>39029</c:v>
                </c:pt>
                <c:pt idx="2251">
                  <c:v>39030</c:v>
                </c:pt>
                <c:pt idx="2252">
                  <c:v>39031</c:v>
                </c:pt>
                <c:pt idx="2253">
                  <c:v>39034</c:v>
                </c:pt>
                <c:pt idx="2254">
                  <c:v>39035</c:v>
                </c:pt>
                <c:pt idx="2255">
                  <c:v>39036</c:v>
                </c:pt>
                <c:pt idx="2256">
                  <c:v>39037</c:v>
                </c:pt>
                <c:pt idx="2257">
                  <c:v>39038</c:v>
                </c:pt>
                <c:pt idx="2258">
                  <c:v>39041</c:v>
                </c:pt>
                <c:pt idx="2259">
                  <c:v>39042</c:v>
                </c:pt>
                <c:pt idx="2260">
                  <c:v>39043</c:v>
                </c:pt>
                <c:pt idx="2261">
                  <c:v>39045</c:v>
                </c:pt>
                <c:pt idx="2262">
                  <c:v>39048</c:v>
                </c:pt>
                <c:pt idx="2263">
                  <c:v>39049</c:v>
                </c:pt>
                <c:pt idx="2264">
                  <c:v>39050</c:v>
                </c:pt>
                <c:pt idx="2265">
                  <c:v>39051</c:v>
                </c:pt>
                <c:pt idx="2266">
                  <c:v>39052</c:v>
                </c:pt>
                <c:pt idx="2267">
                  <c:v>39055</c:v>
                </c:pt>
                <c:pt idx="2268">
                  <c:v>39056</c:v>
                </c:pt>
                <c:pt idx="2269">
                  <c:v>39057</c:v>
                </c:pt>
                <c:pt idx="2270">
                  <c:v>39058</c:v>
                </c:pt>
                <c:pt idx="2271">
                  <c:v>39059</c:v>
                </c:pt>
                <c:pt idx="2272">
                  <c:v>39062</c:v>
                </c:pt>
                <c:pt idx="2273">
                  <c:v>39063</c:v>
                </c:pt>
                <c:pt idx="2274">
                  <c:v>39064</c:v>
                </c:pt>
                <c:pt idx="2275">
                  <c:v>39065</c:v>
                </c:pt>
                <c:pt idx="2276">
                  <c:v>39066</c:v>
                </c:pt>
                <c:pt idx="2277">
                  <c:v>39069</c:v>
                </c:pt>
                <c:pt idx="2278">
                  <c:v>39070</c:v>
                </c:pt>
                <c:pt idx="2279">
                  <c:v>39071</c:v>
                </c:pt>
                <c:pt idx="2280">
                  <c:v>39072</c:v>
                </c:pt>
                <c:pt idx="2281">
                  <c:v>39073</c:v>
                </c:pt>
                <c:pt idx="2282">
                  <c:v>39077</c:v>
                </c:pt>
                <c:pt idx="2283">
                  <c:v>39078</c:v>
                </c:pt>
                <c:pt idx="2284">
                  <c:v>39079</c:v>
                </c:pt>
                <c:pt idx="2285">
                  <c:v>39080</c:v>
                </c:pt>
                <c:pt idx="2286">
                  <c:v>39085</c:v>
                </c:pt>
                <c:pt idx="2287">
                  <c:v>39086</c:v>
                </c:pt>
                <c:pt idx="2288">
                  <c:v>39087</c:v>
                </c:pt>
                <c:pt idx="2289">
                  <c:v>39090</c:v>
                </c:pt>
                <c:pt idx="2290">
                  <c:v>39091</c:v>
                </c:pt>
                <c:pt idx="2291">
                  <c:v>39092</c:v>
                </c:pt>
                <c:pt idx="2292">
                  <c:v>39093</c:v>
                </c:pt>
                <c:pt idx="2293">
                  <c:v>39094</c:v>
                </c:pt>
                <c:pt idx="2294">
                  <c:v>39098</c:v>
                </c:pt>
                <c:pt idx="2295">
                  <c:v>39099</c:v>
                </c:pt>
                <c:pt idx="2296">
                  <c:v>39100</c:v>
                </c:pt>
                <c:pt idx="2297">
                  <c:v>39101</c:v>
                </c:pt>
                <c:pt idx="2298">
                  <c:v>39104</c:v>
                </c:pt>
                <c:pt idx="2299">
                  <c:v>39105</c:v>
                </c:pt>
                <c:pt idx="2300">
                  <c:v>39106</c:v>
                </c:pt>
                <c:pt idx="2301">
                  <c:v>39107</c:v>
                </c:pt>
                <c:pt idx="2302">
                  <c:v>39108</c:v>
                </c:pt>
                <c:pt idx="2303">
                  <c:v>39111</c:v>
                </c:pt>
                <c:pt idx="2304">
                  <c:v>39112</c:v>
                </c:pt>
                <c:pt idx="2305">
                  <c:v>39113</c:v>
                </c:pt>
                <c:pt idx="2306">
                  <c:v>39114</c:v>
                </c:pt>
                <c:pt idx="2307">
                  <c:v>39115</c:v>
                </c:pt>
                <c:pt idx="2308">
                  <c:v>39118</c:v>
                </c:pt>
                <c:pt idx="2309">
                  <c:v>39119</c:v>
                </c:pt>
                <c:pt idx="2310">
                  <c:v>39120</c:v>
                </c:pt>
                <c:pt idx="2311">
                  <c:v>39121</c:v>
                </c:pt>
                <c:pt idx="2312">
                  <c:v>39122</c:v>
                </c:pt>
                <c:pt idx="2313">
                  <c:v>39125</c:v>
                </c:pt>
                <c:pt idx="2314">
                  <c:v>39126</c:v>
                </c:pt>
                <c:pt idx="2315">
                  <c:v>39127</c:v>
                </c:pt>
                <c:pt idx="2316">
                  <c:v>39128</c:v>
                </c:pt>
                <c:pt idx="2317">
                  <c:v>39129</c:v>
                </c:pt>
                <c:pt idx="2318">
                  <c:v>39133</c:v>
                </c:pt>
                <c:pt idx="2319">
                  <c:v>39134</c:v>
                </c:pt>
                <c:pt idx="2320">
                  <c:v>39135</c:v>
                </c:pt>
                <c:pt idx="2321">
                  <c:v>39136</c:v>
                </c:pt>
                <c:pt idx="2322">
                  <c:v>39139</c:v>
                </c:pt>
                <c:pt idx="2323">
                  <c:v>39140</c:v>
                </c:pt>
                <c:pt idx="2324">
                  <c:v>39141</c:v>
                </c:pt>
                <c:pt idx="2325">
                  <c:v>39142</c:v>
                </c:pt>
                <c:pt idx="2326">
                  <c:v>39143</c:v>
                </c:pt>
                <c:pt idx="2327">
                  <c:v>39146</c:v>
                </c:pt>
                <c:pt idx="2328">
                  <c:v>39147</c:v>
                </c:pt>
                <c:pt idx="2329">
                  <c:v>39148</c:v>
                </c:pt>
                <c:pt idx="2330">
                  <c:v>39149</c:v>
                </c:pt>
                <c:pt idx="2331">
                  <c:v>39150</c:v>
                </c:pt>
                <c:pt idx="2332">
                  <c:v>39153</c:v>
                </c:pt>
                <c:pt idx="2333">
                  <c:v>39154</c:v>
                </c:pt>
                <c:pt idx="2334">
                  <c:v>39155</c:v>
                </c:pt>
                <c:pt idx="2335">
                  <c:v>39156</c:v>
                </c:pt>
                <c:pt idx="2336">
                  <c:v>39157</c:v>
                </c:pt>
                <c:pt idx="2337">
                  <c:v>39160</c:v>
                </c:pt>
                <c:pt idx="2338">
                  <c:v>39161</c:v>
                </c:pt>
                <c:pt idx="2339">
                  <c:v>39162</c:v>
                </c:pt>
                <c:pt idx="2340">
                  <c:v>39163</c:v>
                </c:pt>
                <c:pt idx="2341">
                  <c:v>39164</c:v>
                </c:pt>
                <c:pt idx="2342">
                  <c:v>39167</c:v>
                </c:pt>
                <c:pt idx="2343">
                  <c:v>39168</c:v>
                </c:pt>
                <c:pt idx="2344">
                  <c:v>39169</c:v>
                </c:pt>
                <c:pt idx="2345">
                  <c:v>39170</c:v>
                </c:pt>
                <c:pt idx="2346">
                  <c:v>39171</c:v>
                </c:pt>
                <c:pt idx="2347">
                  <c:v>39174</c:v>
                </c:pt>
                <c:pt idx="2348">
                  <c:v>39175</c:v>
                </c:pt>
                <c:pt idx="2349">
                  <c:v>39176</c:v>
                </c:pt>
                <c:pt idx="2350">
                  <c:v>39177</c:v>
                </c:pt>
                <c:pt idx="2351">
                  <c:v>39181</c:v>
                </c:pt>
                <c:pt idx="2352">
                  <c:v>39182</c:v>
                </c:pt>
                <c:pt idx="2353">
                  <c:v>39183</c:v>
                </c:pt>
                <c:pt idx="2354">
                  <c:v>39184</c:v>
                </c:pt>
                <c:pt idx="2355">
                  <c:v>39185</c:v>
                </c:pt>
                <c:pt idx="2356">
                  <c:v>39188</c:v>
                </c:pt>
                <c:pt idx="2357">
                  <c:v>39189</c:v>
                </c:pt>
                <c:pt idx="2358">
                  <c:v>39190</c:v>
                </c:pt>
                <c:pt idx="2359">
                  <c:v>39191</c:v>
                </c:pt>
                <c:pt idx="2360">
                  <c:v>39192</c:v>
                </c:pt>
                <c:pt idx="2361">
                  <c:v>39195</c:v>
                </c:pt>
                <c:pt idx="2362">
                  <c:v>39196</c:v>
                </c:pt>
                <c:pt idx="2363">
                  <c:v>39197</c:v>
                </c:pt>
                <c:pt idx="2364">
                  <c:v>39198</c:v>
                </c:pt>
                <c:pt idx="2365">
                  <c:v>39199</c:v>
                </c:pt>
                <c:pt idx="2366">
                  <c:v>39202</c:v>
                </c:pt>
                <c:pt idx="2367">
                  <c:v>39203</c:v>
                </c:pt>
                <c:pt idx="2368">
                  <c:v>39204</c:v>
                </c:pt>
                <c:pt idx="2369">
                  <c:v>39205</c:v>
                </c:pt>
                <c:pt idx="2370">
                  <c:v>39206</c:v>
                </c:pt>
                <c:pt idx="2371">
                  <c:v>39209</c:v>
                </c:pt>
                <c:pt idx="2372">
                  <c:v>39210</c:v>
                </c:pt>
                <c:pt idx="2373">
                  <c:v>39211</c:v>
                </c:pt>
                <c:pt idx="2374">
                  <c:v>39212</c:v>
                </c:pt>
                <c:pt idx="2375">
                  <c:v>39213</c:v>
                </c:pt>
                <c:pt idx="2376">
                  <c:v>39216</c:v>
                </c:pt>
                <c:pt idx="2377">
                  <c:v>39217</c:v>
                </c:pt>
                <c:pt idx="2378">
                  <c:v>39218</c:v>
                </c:pt>
                <c:pt idx="2379">
                  <c:v>39219</c:v>
                </c:pt>
                <c:pt idx="2380">
                  <c:v>39220</c:v>
                </c:pt>
                <c:pt idx="2381">
                  <c:v>39223</c:v>
                </c:pt>
                <c:pt idx="2382">
                  <c:v>39224</c:v>
                </c:pt>
                <c:pt idx="2383">
                  <c:v>39225</c:v>
                </c:pt>
                <c:pt idx="2384">
                  <c:v>39226</c:v>
                </c:pt>
                <c:pt idx="2385">
                  <c:v>39227</c:v>
                </c:pt>
                <c:pt idx="2386">
                  <c:v>39231</c:v>
                </c:pt>
                <c:pt idx="2387">
                  <c:v>39232</c:v>
                </c:pt>
                <c:pt idx="2388">
                  <c:v>39233</c:v>
                </c:pt>
                <c:pt idx="2389">
                  <c:v>39234</c:v>
                </c:pt>
                <c:pt idx="2390">
                  <c:v>39237</c:v>
                </c:pt>
                <c:pt idx="2391">
                  <c:v>39238</c:v>
                </c:pt>
                <c:pt idx="2392">
                  <c:v>39239</c:v>
                </c:pt>
                <c:pt idx="2393">
                  <c:v>39240</c:v>
                </c:pt>
                <c:pt idx="2394">
                  <c:v>39241</c:v>
                </c:pt>
                <c:pt idx="2395">
                  <c:v>39244</c:v>
                </c:pt>
                <c:pt idx="2396">
                  <c:v>39245</c:v>
                </c:pt>
                <c:pt idx="2397">
                  <c:v>39246</c:v>
                </c:pt>
                <c:pt idx="2398">
                  <c:v>39247</c:v>
                </c:pt>
                <c:pt idx="2399">
                  <c:v>39248</c:v>
                </c:pt>
                <c:pt idx="2400">
                  <c:v>39251</c:v>
                </c:pt>
                <c:pt idx="2401">
                  <c:v>39252</c:v>
                </c:pt>
                <c:pt idx="2402">
                  <c:v>39253</c:v>
                </c:pt>
                <c:pt idx="2403">
                  <c:v>39254</c:v>
                </c:pt>
                <c:pt idx="2404">
                  <c:v>39255</c:v>
                </c:pt>
                <c:pt idx="2405">
                  <c:v>39258</c:v>
                </c:pt>
                <c:pt idx="2406">
                  <c:v>39259</c:v>
                </c:pt>
                <c:pt idx="2407">
                  <c:v>39260</c:v>
                </c:pt>
                <c:pt idx="2408">
                  <c:v>39261</c:v>
                </c:pt>
                <c:pt idx="2409">
                  <c:v>39262</c:v>
                </c:pt>
                <c:pt idx="2410">
                  <c:v>39265</c:v>
                </c:pt>
                <c:pt idx="2411">
                  <c:v>39266</c:v>
                </c:pt>
                <c:pt idx="2412">
                  <c:v>39268</c:v>
                </c:pt>
                <c:pt idx="2413">
                  <c:v>39269</c:v>
                </c:pt>
                <c:pt idx="2414">
                  <c:v>39272</c:v>
                </c:pt>
                <c:pt idx="2415">
                  <c:v>39273</c:v>
                </c:pt>
                <c:pt idx="2416">
                  <c:v>39274</c:v>
                </c:pt>
                <c:pt idx="2417">
                  <c:v>39275</c:v>
                </c:pt>
                <c:pt idx="2418">
                  <c:v>39276</c:v>
                </c:pt>
                <c:pt idx="2419">
                  <c:v>39279</c:v>
                </c:pt>
                <c:pt idx="2420">
                  <c:v>39280</c:v>
                </c:pt>
                <c:pt idx="2421">
                  <c:v>39281</c:v>
                </c:pt>
                <c:pt idx="2422">
                  <c:v>39282</c:v>
                </c:pt>
                <c:pt idx="2423">
                  <c:v>39283</c:v>
                </c:pt>
                <c:pt idx="2424">
                  <c:v>39286</c:v>
                </c:pt>
                <c:pt idx="2425">
                  <c:v>39287</c:v>
                </c:pt>
                <c:pt idx="2426">
                  <c:v>39288</c:v>
                </c:pt>
                <c:pt idx="2427">
                  <c:v>39289</c:v>
                </c:pt>
                <c:pt idx="2428">
                  <c:v>39290</c:v>
                </c:pt>
                <c:pt idx="2429">
                  <c:v>39293</c:v>
                </c:pt>
                <c:pt idx="2430">
                  <c:v>39294</c:v>
                </c:pt>
                <c:pt idx="2431">
                  <c:v>39295</c:v>
                </c:pt>
                <c:pt idx="2432">
                  <c:v>39296</c:v>
                </c:pt>
                <c:pt idx="2433">
                  <c:v>39297</c:v>
                </c:pt>
                <c:pt idx="2434">
                  <c:v>39300</c:v>
                </c:pt>
                <c:pt idx="2435">
                  <c:v>39301</c:v>
                </c:pt>
                <c:pt idx="2436">
                  <c:v>39302</c:v>
                </c:pt>
                <c:pt idx="2437">
                  <c:v>39303</c:v>
                </c:pt>
                <c:pt idx="2438">
                  <c:v>39304</c:v>
                </c:pt>
                <c:pt idx="2439">
                  <c:v>39307</c:v>
                </c:pt>
                <c:pt idx="2440">
                  <c:v>39308</c:v>
                </c:pt>
                <c:pt idx="2441">
                  <c:v>39309</c:v>
                </c:pt>
                <c:pt idx="2442">
                  <c:v>39310</c:v>
                </c:pt>
                <c:pt idx="2443">
                  <c:v>39311</c:v>
                </c:pt>
                <c:pt idx="2444">
                  <c:v>39314</c:v>
                </c:pt>
                <c:pt idx="2445">
                  <c:v>39315</c:v>
                </c:pt>
                <c:pt idx="2446">
                  <c:v>39316</c:v>
                </c:pt>
                <c:pt idx="2447">
                  <c:v>39317</c:v>
                </c:pt>
                <c:pt idx="2448">
                  <c:v>39318</c:v>
                </c:pt>
                <c:pt idx="2449">
                  <c:v>39321</c:v>
                </c:pt>
                <c:pt idx="2450">
                  <c:v>39322</c:v>
                </c:pt>
                <c:pt idx="2451">
                  <c:v>39323</c:v>
                </c:pt>
                <c:pt idx="2452">
                  <c:v>39324</c:v>
                </c:pt>
                <c:pt idx="2453">
                  <c:v>39325</c:v>
                </c:pt>
                <c:pt idx="2454">
                  <c:v>39329</c:v>
                </c:pt>
                <c:pt idx="2455">
                  <c:v>39330</c:v>
                </c:pt>
                <c:pt idx="2456">
                  <c:v>39331</c:v>
                </c:pt>
                <c:pt idx="2457">
                  <c:v>39332</c:v>
                </c:pt>
                <c:pt idx="2458">
                  <c:v>39335</c:v>
                </c:pt>
                <c:pt idx="2459">
                  <c:v>39336</c:v>
                </c:pt>
                <c:pt idx="2460">
                  <c:v>39337</c:v>
                </c:pt>
                <c:pt idx="2461">
                  <c:v>39338</c:v>
                </c:pt>
                <c:pt idx="2462">
                  <c:v>39339</c:v>
                </c:pt>
                <c:pt idx="2463">
                  <c:v>39342</c:v>
                </c:pt>
                <c:pt idx="2464">
                  <c:v>39343</c:v>
                </c:pt>
                <c:pt idx="2465">
                  <c:v>39344</c:v>
                </c:pt>
                <c:pt idx="2466">
                  <c:v>39345</c:v>
                </c:pt>
                <c:pt idx="2467">
                  <c:v>39346</c:v>
                </c:pt>
                <c:pt idx="2468">
                  <c:v>39349</c:v>
                </c:pt>
                <c:pt idx="2469">
                  <c:v>39350</c:v>
                </c:pt>
                <c:pt idx="2470">
                  <c:v>39351</c:v>
                </c:pt>
                <c:pt idx="2471">
                  <c:v>39352</c:v>
                </c:pt>
                <c:pt idx="2472">
                  <c:v>39353</c:v>
                </c:pt>
                <c:pt idx="2473">
                  <c:v>39356</c:v>
                </c:pt>
                <c:pt idx="2474">
                  <c:v>39357</c:v>
                </c:pt>
                <c:pt idx="2475">
                  <c:v>39358</c:v>
                </c:pt>
                <c:pt idx="2476">
                  <c:v>39359</c:v>
                </c:pt>
                <c:pt idx="2477">
                  <c:v>39360</c:v>
                </c:pt>
                <c:pt idx="2478">
                  <c:v>39363</c:v>
                </c:pt>
                <c:pt idx="2479">
                  <c:v>39364</c:v>
                </c:pt>
                <c:pt idx="2480">
                  <c:v>39365</c:v>
                </c:pt>
                <c:pt idx="2481">
                  <c:v>39366</c:v>
                </c:pt>
                <c:pt idx="2482">
                  <c:v>39367</c:v>
                </c:pt>
                <c:pt idx="2483">
                  <c:v>39370</c:v>
                </c:pt>
                <c:pt idx="2484">
                  <c:v>39371</c:v>
                </c:pt>
                <c:pt idx="2485">
                  <c:v>39372</c:v>
                </c:pt>
                <c:pt idx="2486">
                  <c:v>39373</c:v>
                </c:pt>
                <c:pt idx="2487">
                  <c:v>39374</c:v>
                </c:pt>
                <c:pt idx="2488">
                  <c:v>39377</c:v>
                </c:pt>
                <c:pt idx="2489">
                  <c:v>39378</c:v>
                </c:pt>
                <c:pt idx="2490">
                  <c:v>39379</c:v>
                </c:pt>
                <c:pt idx="2491">
                  <c:v>39380</c:v>
                </c:pt>
                <c:pt idx="2492">
                  <c:v>39381</c:v>
                </c:pt>
                <c:pt idx="2493">
                  <c:v>39384</c:v>
                </c:pt>
                <c:pt idx="2494">
                  <c:v>39385</c:v>
                </c:pt>
                <c:pt idx="2495">
                  <c:v>39386</c:v>
                </c:pt>
                <c:pt idx="2496">
                  <c:v>39387</c:v>
                </c:pt>
                <c:pt idx="2497">
                  <c:v>39388</c:v>
                </c:pt>
                <c:pt idx="2498">
                  <c:v>39391</c:v>
                </c:pt>
                <c:pt idx="2499">
                  <c:v>39392</c:v>
                </c:pt>
                <c:pt idx="2500">
                  <c:v>39393</c:v>
                </c:pt>
                <c:pt idx="2501">
                  <c:v>39394</c:v>
                </c:pt>
                <c:pt idx="2502">
                  <c:v>39395</c:v>
                </c:pt>
                <c:pt idx="2503">
                  <c:v>39398</c:v>
                </c:pt>
                <c:pt idx="2504">
                  <c:v>39399</c:v>
                </c:pt>
                <c:pt idx="2505">
                  <c:v>39400</c:v>
                </c:pt>
                <c:pt idx="2506">
                  <c:v>39401</c:v>
                </c:pt>
                <c:pt idx="2507">
                  <c:v>39402</c:v>
                </c:pt>
                <c:pt idx="2508">
                  <c:v>39405</c:v>
                </c:pt>
                <c:pt idx="2509">
                  <c:v>39406</c:v>
                </c:pt>
                <c:pt idx="2510">
                  <c:v>39407</c:v>
                </c:pt>
                <c:pt idx="2511">
                  <c:v>39409</c:v>
                </c:pt>
                <c:pt idx="2512">
                  <c:v>39412</c:v>
                </c:pt>
                <c:pt idx="2513">
                  <c:v>39413</c:v>
                </c:pt>
                <c:pt idx="2514">
                  <c:v>39414</c:v>
                </c:pt>
                <c:pt idx="2515">
                  <c:v>39415</c:v>
                </c:pt>
                <c:pt idx="2516">
                  <c:v>39416</c:v>
                </c:pt>
                <c:pt idx="2517">
                  <c:v>39419</c:v>
                </c:pt>
                <c:pt idx="2518">
                  <c:v>39420</c:v>
                </c:pt>
                <c:pt idx="2519">
                  <c:v>39421</c:v>
                </c:pt>
                <c:pt idx="2520">
                  <c:v>39422</c:v>
                </c:pt>
                <c:pt idx="2521">
                  <c:v>39423</c:v>
                </c:pt>
                <c:pt idx="2522">
                  <c:v>39426</c:v>
                </c:pt>
                <c:pt idx="2523">
                  <c:v>39427</c:v>
                </c:pt>
                <c:pt idx="2524">
                  <c:v>39428</c:v>
                </c:pt>
                <c:pt idx="2525">
                  <c:v>39429</c:v>
                </c:pt>
                <c:pt idx="2526">
                  <c:v>39430</c:v>
                </c:pt>
                <c:pt idx="2527">
                  <c:v>39433</c:v>
                </c:pt>
                <c:pt idx="2528">
                  <c:v>39434</c:v>
                </c:pt>
                <c:pt idx="2529">
                  <c:v>39435</c:v>
                </c:pt>
                <c:pt idx="2530">
                  <c:v>39436</c:v>
                </c:pt>
                <c:pt idx="2531">
                  <c:v>39437</c:v>
                </c:pt>
                <c:pt idx="2532">
                  <c:v>39440</c:v>
                </c:pt>
                <c:pt idx="2533">
                  <c:v>39442</c:v>
                </c:pt>
                <c:pt idx="2534">
                  <c:v>39443</c:v>
                </c:pt>
                <c:pt idx="2535">
                  <c:v>39444</c:v>
                </c:pt>
                <c:pt idx="2536">
                  <c:v>39447</c:v>
                </c:pt>
                <c:pt idx="2537">
                  <c:v>39449</c:v>
                </c:pt>
                <c:pt idx="2538">
                  <c:v>39450</c:v>
                </c:pt>
                <c:pt idx="2539">
                  <c:v>39451</c:v>
                </c:pt>
                <c:pt idx="2540">
                  <c:v>39454</c:v>
                </c:pt>
                <c:pt idx="2541">
                  <c:v>39455</c:v>
                </c:pt>
                <c:pt idx="2542">
                  <c:v>39456</c:v>
                </c:pt>
                <c:pt idx="2543">
                  <c:v>39457</c:v>
                </c:pt>
                <c:pt idx="2544">
                  <c:v>39458</c:v>
                </c:pt>
                <c:pt idx="2545">
                  <c:v>39461</c:v>
                </c:pt>
                <c:pt idx="2546">
                  <c:v>39462</c:v>
                </c:pt>
                <c:pt idx="2547">
                  <c:v>39463</c:v>
                </c:pt>
                <c:pt idx="2548">
                  <c:v>39464</c:v>
                </c:pt>
                <c:pt idx="2549">
                  <c:v>39465</c:v>
                </c:pt>
                <c:pt idx="2550">
                  <c:v>39469</c:v>
                </c:pt>
                <c:pt idx="2551">
                  <c:v>39470</c:v>
                </c:pt>
                <c:pt idx="2552">
                  <c:v>39471</c:v>
                </c:pt>
                <c:pt idx="2553">
                  <c:v>39472</c:v>
                </c:pt>
                <c:pt idx="2554">
                  <c:v>39475</c:v>
                </c:pt>
                <c:pt idx="2555">
                  <c:v>39476</c:v>
                </c:pt>
                <c:pt idx="2556">
                  <c:v>39477</c:v>
                </c:pt>
                <c:pt idx="2557">
                  <c:v>39478</c:v>
                </c:pt>
                <c:pt idx="2558">
                  <c:v>39479</c:v>
                </c:pt>
                <c:pt idx="2559">
                  <c:v>39482</c:v>
                </c:pt>
                <c:pt idx="2560">
                  <c:v>39483</c:v>
                </c:pt>
                <c:pt idx="2561">
                  <c:v>39484</c:v>
                </c:pt>
                <c:pt idx="2562">
                  <c:v>39485</c:v>
                </c:pt>
                <c:pt idx="2563">
                  <c:v>39486</c:v>
                </c:pt>
                <c:pt idx="2564">
                  <c:v>39489</c:v>
                </c:pt>
                <c:pt idx="2565">
                  <c:v>39490</c:v>
                </c:pt>
                <c:pt idx="2566">
                  <c:v>39491</c:v>
                </c:pt>
                <c:pt idx="2567">
                  <c:v>39492</c:v>
                </c:pt>
                <c:pt idx="2568">
                  <c:v>39493</c:v>
                </c:pt>
                <c:pt idx="2569">
                  <c:v>39497</c:v>
                </c:pt>
                <c:pt idx="2570">
                  <c:v>39498</c:v>
                </c:pt>
                <c:pt idx="2571">
                  <c:v>39499</c:v>
                </c:pt>
                <c:pt idx="2572">
                  <c:v>39500</c:v>
                </c:pt>
                <c:pt idx="2573">
                  <c:v>39503</c:v>
                </c:pt>
                <c:pt idx="2574">
                  <c:v>39504</c:v>
                </c:pt>
                <c:pt idx="2575">
                  <c:v>39505</c:v>
                </c:pt>
                <c:pt idx="2576">
                  <c:v>39506</c:v>
                </c:pt>
                <c:pt idx="2577">
                  <c:v>39507</c:v>
                </c:pt>
                <c:pt idx="2578">
                  <c:v>39510</c:v>
                </c:pt>
                <c:pt idx="2579">
                  <c:v>39511</c:v>
                </c:pt>
                <c:pt idx="2580">
                  <c:v>39512</c:v>
                </c:pt>
                <c:pt idx="2581">
                  <c:v>39513</c:v>
                </c:pt>
                <c:pt idx="2582">
                  <c:v>39514</c:v>
                </c:pt>
                <c:pt idx="2583">
                  <c:v>39517</c:v>
                </c:pt>
                <c:pt idx="2584">
                  <c:v>39518</c:v>
                </c:pt>
                <c:pt idx="2585">
                  <c:v>39519</c:v>
                </c:pt>
                <c:pt idx="2586">
                  <c:v>39520</c:v>
                </c:pt>
                <c:pt idx="2587">
                  <c:v>39521</c:v>
                </c:pt>
                <c:pt idx="2588">
                  <c:v>39524</c:v>
                </c:pt>
                <c:pt idx="2589">
                  <c:v>39525</c:v>
                </c:pt>
                <c:pt idx="2590">
                  <c:v>39526</c:v>
                </c:pt>
                <c:pt idx="2591">
                  <c:v>39527</c:v>
                </c:pt>
                <c:pt idx="2592">
                  <c:v>39531</c:v>
                </c:pt>
                <c:pt idx="2593">
                  <c:v>39532</c:v>
                </c:pt>
                <c:pt idx="2594">
                  <c:v>39533</c:v>
                </c:pt>
                <c:pt idx="2595">
                  <c:v>39534</c:v>
                </c:pt>
                <c:pt idx="2596">
                  <c:v>39535</c:v>
                </c:pt>
                <c:pt idx="2597">
                  <c:v>39538</c:v>
                </c:pt>
                <c:pt idx="2598">
                  <c:v>39539</c:v>
                </c:pt>
                <c:pt idx="2599">
                  <c:v>39540</c:v>
                </c:pt>
                <c:pt idx="2600">
                  <c:v>39541</c:v>
                </c:pt>
                <c:pt idx="2601">
                  <c:v>39542</c:v>
                </c:pt>
                <c:pt idx="2602">
                  <c:v>39545</c:v>
                </c:pt>
                <c:pt idx="2603">
                  <c:v>39546</c:v>
                </c:pt>
                <c:pt idx="2604">
                  <c:v>39547</c:v>
                </c:pt>
                <c:pt idx="2605">
                  <c:v>39548</c:v>
                </c:pt>
                <c:pt idx="2606">
                  <c:v>39549</c:v>
                </c:pt>
                <c:pt idx="2607">
                  <c:v>39552</c:v>
                </c:pt>
                <c:pt idx="2608">
                  <c:v>39553</c:v>
                </c:pt>
                <c:pt idx="2609">
                  <c:v>39554</c:v>
                </c:pt>
                <c:pt idx="2610">
                  <c:v>39555</c:v>
                </c:pt>
                <c:pt idx="2611">
                  <c:v>39556</c:v>
                </c:pt>
                <c:pt idx="2612">
                  <c:v>39559</c:v>
                </c:pt>
                <c:pt idx="2613">
                  <c:v>39560</c:v>
                </c:pt>
                <c:pt idx="2614">
                  <c:v>39561</c:v>
                </c:pt>
                <c:pt idx="2615">
                  <c:v>39562</c:v>
                </c:pt>
                <c:pt idx="2616">
                  <c:v>39563</c:v>
                </c:pt>
                <c:pt idx="2617">
                  <c:v>39566</c:v>
                </c:pt>
                <c:pt idx="2618">
                  <c:v>39567</c:v>
                </c:pt>
                <c:pt idx="2619">
                  <c:v>39568</c:v>
                </c:pt>
                <c:pt idx="2620">
                  <c:v>39569</c:v>
                </c:pt>
                <c:pt idx="2621">
                  <c:v>39570</c:v>
                </c:pt>
                <c:pt idx="2622">
                  <c:v>39573</c:v>
                </c:pt>
                <c:pt idx="2623">
                  <c:v>39574</c:v>
                </c:pt>
                <c:pt idx="2624">
                  <c:v>39575</c:v>
                </c:pt>
                <c:pt idx="2625">
                  <c:v>39576</c:v>
                </c:pt>
                <c:pt idx="2626">
                  <c:v>39577</c:v>
                </c:pt>
                <c:pt idx="2627">
                  <c:v>39580</c:v>
                </c:pt>
                <c:pt idx="2628">
                  <c:v>39581</c:v>
                </c:pt>
                <c:pt idx="2629">
                  <c:v>39582</c:v>
                </c:pt>
                <c:pt idx="2630">
                  <c:v>39583</c:v>
                </c:pt>
                <c:pt idx="2631">
                  <c:v>39584</c:v>
                </c:pt>
                <c:pt idx="2632">
                  <c:v>39587</c:v>
                </c:pt>
                <c:pt idx="2633">
                  <c:v>39588</c:v>
                </c:pt>
                <c:pt idx="2634">
                  <c:v>39589</c:v>
                </c:pt>
                <c:pt idx="2635">
                  <c:v>39590</c:v>
                </c:pt>
                <c:pt idx="2636">
                  <c:v>39591</c:v>
                </c:pt>
                <c:pt idx="2637">
                  <c:v>39595</c:v>
                </c:pt>
                <c:pt idx="2638">
                  <c:v>39596</c:v>
                </c:pt>
                <c:pt idx="2639">
                  <c:v>39597</c:v>
                </c:pt>
                <c:pt idx="2640">
                  <c:v>39598</c:v>
                </c:pt>
                <c:pt idx="2641">
                  <c:v>39601</c:v>
                </c:pt>
                <c:pt idx="2642">
                  <c:v>39602</c:v>
                </c:pt>
                <c:pt idx="2643">
                  <c:v>39603</c:v>
                </c:pt>
                <c:pt idx="2644">
                  <c:v>39604</c:v>
                </c:pt>
                <c:pt idx="2645">
                  <c:v>39605</c:v>
                </c:pt>
                <c:pt idx="2646">
                  <c:v>39608</c:v>
                </c:pt>
                <c:pt idx="2647">
                  <c:v>39609</c:v>
                </c:pt>
                <c:pt idx="2648">
                  <c:v>39610</c:v>
                </c:pt>
                <c:pt idx="2649">
                  <c:v>39611</c:v>
                </c:pt>
                <c:pt idx="2650">
                  <c:v>39612</c:v>
                </c:pt>
                <c:pt idx="2651">
                  <c:v>39615</c:v>
                </c:pt>
                <c:pt idx="2652">
                  <c:v>39616</c:v>
                </c:pt>
                <c:pt idx="2653">
                  <c:v>39617</c:v>
                </c:pt>
                <c:pt idx="2654">
                  <c:v>39618</c:v>
                </c:pt>
                <c:pt idx="2655">
                  <c:v>39619</c:v>
                </c:pt>
                <c:pt idx="2656">
                  <c:v>39622</c:v>
                </c:pt>
                <c:pt idx="2657">
                  <c:v>39623</c:v>
                </c:pt>
                <c:pt idx="2658">
                  <c:v>39624</c:v>
                </c:pt>
                <c:pt idx="2659">
                  <c:v>39625</c:v>
                </c:pt>
                <c:pt idx="2660">
                  <c:v>39626</c:v>
                </c:pt>
                <c:pt idx="2661">
                  <c:v>39629</c:v>
                </c:pt>
                <c:pt idx="2662">
                  <c:v>39630</c:v>
                </c:pt>
                <c:pt idx="2663">
                  <c:v>39631</c:v>
                </c:pt>
                <c:pt idx="2664">
                  <c:v>39632</c:v>
                </c:pt>
                <c:pt idx="2665">
                  <c:v>39636</c:v>
                </c:pt>
                <c:pt idx="2666">
                  <c:v>39637</c:v>
                </c:pt>
                <c:pt idx="2667">
                  <c:v>39638</c:v>
                </c:pt>
                <c:pt idx="2668">
                  <c:v>39639</c:v>
                </c:pt>
                <c:pt idx="2669">
                  <c:v>39640</c:v>
                </c:pt>
                <c:pt idx="2670">
                  <c:v>39643</c:v>
                </c:pt>
                <c:pt idx="2671">
                  <c:v>39644</c:v>
                </c:pt>
                <c:pt idx="2672">
                  <c:v>39645</c:v>
                </c:pt>
                <c:pt idx="2673">
                  <c:v>39646</c:v>
                </c:pt>
                <c:pt idx="2674">
                  <c:v>39647</c:v>
                </c:pt>
                <c:pt idx="2675">
                  <c:v>39650</c:v>
                </c:pt>
                <c:pt idx="2676">
                  <c:v>39651</c:v>
                </c:pt>
                <c:pt idx="2677">
                  <c:v>39652</c:v>
                </c:pt>
                <c:pt idx="2678">
                  <c:v>39653</c:v>
                </c:pt>
                <c:pt idx="2679">
                  <c:v>39654</c:v>
                </c:pt>
                <c:pt idx="2680">
                  <c:v>39657</c:v>
                </c:pt>
                <c:pt idx="2681">
                  <c:v>39658</c:v>
                </c:pt>
                <c:pt idx="2682">
                  <c:v>39659</c:v>
                </c:pt>
                <c:pt idx="2683">
                  <c:v>39660</c:v>
                </c:pt>
                <c:pt idx="2684">
                  <c:v>39661</c:v>
                </c:pt>
                <c:pt idx="2685">
                  <c:v>39664</c:v>
                </c:pt>
                <c:pt idx="2686">
                  <c:v>39665</c:v>
                </c:pt>
                <c:pt idx="2687">
                  <c:v>39666</c:v>
                </c:pt>
                <c:pt idx="2688">
                  <c:v>39667</c:v>
                </c:pt>
                <c:pt idx="2689">
                  <c:v>39668</c:v>
                </c:pt>
                <c:pt idx="2690">
                  <c:v>39671</c:v>
                </c:pt>
                <c:pt idx="2691">
                  <c:v>39672</c:v>
                </c:pt>
                <c:pt idx="2692">
                  <c:v>39673</c:v>
                </c:pt>
                <c:pt idx="2693">
                  <c:v>39674</c:v>
                </c:pt>
                <c:pt idx="2694">
                  <c:v>39675</c:v>
                </c:pt>
                <c:pt idx="2695">
                  <c:v>39678</c:v>
                </c:pt>
                <c:pt idx="2696">
                  <c:v>39679</c:v>
                </c:pt>
                <c:pt idx="2697">
                  <c:v>39680</c:v>
                </c:pt>
                <c:pt idx="2698">
                  <c:v>39681</c:v>
                </c:pt>
                <c:pt idx="2699">
                  <c:v>39682</c:v>
                </c:pt>
                <c:pt idx="2700">
                  <c:v>39685</c:v>
                </c:pt>
                <c:pt idx="2701">
                  <c:v>39686</c:v>
                </c:pt>
                <c:pt idx="2702">
                  <c:v>39687</c:v>
                </c:pt>
                <c:pt idx="2703">
                  <c:v>39688</c:v>
                </c:pt>
                <c:pt idx="2704">
                  <c:v>39689</c:v>
                </c:pt>
                <c:pt idx="2705">
                  <c:v>39693</c:v>
                </c:pt>
                <c:pt idx="2706">
                  <c:v>39694</c:v>
                </c:pt>
                <c:pt idx="2707">
                  <c:v>39695</c:v>
                </c:pt>
                <c:pt idx="2708">
                  <c:v>39696</c:v>
                </c:pt>
                <c:pt idx="2709">
                  <c:v>39699</c:v>
                </c:pt>
                <c:pt idx="2710">
                  <c:v>39700</c:v>
                </c:pt>
                <c:pt idx="2711">
                  <c:v>39701</c:v>
                </c:pt>
                <c:pt idx="2712">
                  <c:v>39702</c:v>
                </c:pt>
                <c:pt idx="2713">
                  <c:v>39703</c:v>
                </c:pt>
                <c:pt idx="2714">
                  <c:v>39706</c:v>
                </c:pt>
                <c:pt idx="2715">
                  <c:v>39707</c:v>
                </c:pt>
                <c:pt idx="2716">
                  <c:v>39708</c:v>
                </c:pt>
                <c:pt idx="2717">
                  <c:v>39709</c:v>
                </c:pt>
                <c:pt idx="2718">
                  <c:v>39710</c:v>
                </c:pt>
                <c:pt idx="2719">
                  <c:v>39713</c:v>
                </c:pt>
                <c:pt idx="2720">
                  <c:v>39714</c:v>
                </c:pt>
                <c:pt idx="2721">
                  <c:v>39715</c:v>
                </c:pt>
                <c:pt idx="2722">
                  <c:v>39716</c:v>
                </c:pt>
                <c:pt idx="2723">
                  <c:v>39717</c:v>
                </c:pt>
                <c:pt idx="2724">
                  <c:v>39720</c:v>
                </c:pt>
                <c:pt idx="2725">
                  <c:v>39721</c:v>
                </c:pt>
                <c:pt idx="2726">
                  <c:v>39722</c:v>
                </c:pt>
                <c:pt idx="2727">
                  <c:v>39723</c:v>
                </c:pt>
                <c:pt idx="2728">
                  <c:v>39724</c:v>
                </c:pt>
                <c:pt idx="2729">
                  <c:v>39727</c:v>
                </c:pt>
                <c:pt idx="2730">
                  <c:v>39728</c:v>
                </c:pt>
                <c:pt idx="2731">
                  <c:v>39729</c:v>
                </c:pt>
                <c:pt idx="2732">
                  <c:v>39730</c:v>
                </c:pt>
                <c:pt idx="2733">
                  <c:v>39731</c:v>
                </c:pt>
                <c:pt idx="2734">
                  <c:v>39734</c:v>
                </c:pt>
                <c:pt idx="2735">
                  <c:v>39735</c:v>
                </c:pt>
                <c:pt idx="2736">
                  <c:v>39736</c:v>
                </c:pt>
                <c:pt idx="2737">
                  <c:v>39737</c:v>
                </c:pt>
                <c:pt idx="2738">
                  <c:v>39738</c:v>
                </c:pt>
                <c:pt idx="2739">
                  <c:v>39741</c:v>
                </c:pt>
                <c:pt idx="2740">
                  <c:v>39742</c:v>
                </c:pt>
                <c:pt idx="2741">
                  <c:v>39743</c:v>
                </c:pt>
                <c:pt idx="2742">
                  <c:v>39744</c:v>
                </c:pt>
                <c:pt idx="2743">
                  <c:v>39745</c:v>
                </c:pt>
                <c:pt idx="2744">
                  <c:v>39748</c:v>
                </c:pt>
                <c:pt idx="2745">
                  <c:v>39749</c:v>
                </c:pt>
                <c:pt idx="2746">
                  <c:v>39750</c:v>
                </c:pt>
                <c:pt idx="2747">
                  <c:v>39751</c:v>
                </c:pt>
                <c:pt idx="2748">
                  <c:v>39752</c:v>
                </c:pt>
                <c:pt idx="2749">
                  <c:v>39755</c:v>
                </c:pt>
                <c:pt idx="2750">
                  <c:v>39756</c:v>
                </c:pt>
                <c:pt idx="2751">
                  <c:v>39757</c:v>
                </c:pt>
                <c:pt idx="2752">
                  <c:v>39758</c:v>
                </c:pt>
                <c:pt idx="2753">
                  <c:v>39759</c:v>
                </c:pt>
                <c:pt idx="2754">
                  <c:v>39762</c:v>
                </c:pt>
                <c:pt idx="2755">
                  <c:v>39763</c:v>
                </c:pt>
                <c:pt idx="2756">
                  <c:v>39764</c:v>
                </c:pt>
                <c:pt idx="2757">
                  <c:v>39765</c:v>
                </c:pt>
                <c:pt idx="2758">
                  <c:v>39766</c:v>
                </c:pt>
                <c:pt idx="2759">
                  <c:v>39769</c:v>
                </c:pt>
                <c:pt idx="2760">
                  <c:v>39770</c:v>
                </c:pt>
                <c:pt idx="2761">
                  <c:v>39771</c:v>
                </c:pt>
                <c:pt idx="2762">
                  <c:v>39772</c:v>
                </c:pt>
                <c:pt idx="2763">
                  <c:v>39773</c:v>
                </c:pt>
                <c:pt idx="2764">
                  <c:v>39776</c:v>
                </c:pt>
                <c:pt idx="2765">
                  <c:v>39777</c:v>
                </c:pt>
                <c:pt idx="2766">
                  <c:v>39778</c:v>
                </c:pt>
                <c:pt idx="2767">
                  <c:v>39780</c:v>
                </c:pt>
                <c:pt idx="2768">
                  <c:v>39783</c:v>
                </c:pt>
                <c:pt idx="2769">
                  <c:v>39784</c:v>
                </c:pt>
                <c:pt idx="2770">
                  <c:v>39785</c:v>
                </c:pt>
                <c:pt idx="2771">
                  <c:v>39786</c:v>
                </c:pt>
                <c:pt idx="2772">
                  <c:v>39787</c:v>
                </c:pt>
                <c:pt idx="2773">
                  <c:v>39790</c:v>
                </c:pt>
                <c:pt idx="2774">
                  <c:v>39791</c:v>
                </c:pt>
                <c:pt idx="2775">
                  <c:v>39792</c:v>
                </c:pt>
                <c:pt idx="2776">
                  <c:v>39793</c:v>
                </c:pt>
                <c:pt idx="2777">
                  <c:v>39794</c:v>
                </c:pt>
                <c:pt idx="2778">
                  <c:v>39797</c:v>
                </c:pt>
                <c:pt idx="2779">
                  <c:v>39798</c:v>
                </c:pt>
                <c:pt idx="2780">
                  <c:v>39799</c:v>
                </c:pt>
                <c:pt idx="2781">
                  <c:v>39800</c:v>
                </c:pt>
                <c:pt idx="2782">
                  <c:v>39801</c:v>
                </c:pt>
                <c:pt idx="2783">
                  <c:v>39804</c:v>
                </c:pt>
                <c:pt idx="2784">
                  <c:v>39805</c:v>
                </c:pt>
                <c:pt idx="2785">
                  <c:v>39806</c:v>
                </c:pt>
                <c:pt idx="2786">
                  <c:v>39808</c:v>
                </c:pt>
                <c:pt idx="2787">
                  <c:v>39811</c:v>
                </c:pt>
                <c:pt idx="2788">
                  <c:v>39812</c:v>
                </c:pt>
                <c:pt idx="2789">
                  <c:v>39813</c:v>
                </c:pt>
                <c:pt idx="2790">
                  <c:v>39815</c:v>
                </c:pt>
                <c:pt idx="2791">
                  <c:v>39818</c:v>
                </c:pt>
                <c:pt idx="2792">
                  <c:v>39819</c:v>
                </c:pt>
                <c:pt idx="2793">
                  <c:v>39820</c:v>
                </c:pt>
                <c:pt idx="2794">
                  <c:v>39821</c:v>
                </c:pt>
                <c:pt idx="2795">
                  <c:v>39822</c:v>
                </c:pt>
                <c:pt idx="2796">
                  <c:v>39825</c:v>
                </c:pt>
                <c:pt idx="2797">
                  <c:v>39826</c:v>
                </c:pt>
                <c:pt idx="2798">
                  <c:v>39827</c:v>
                </c:pt>
                <c:pt idx="2799">
                  <c:v>39828</c:v>
                </c:pt>
                <c:pt idx="2800">
                  <c:v>39829</c:v>
                </c:pt>
                <c:pt idx="2801">
                  <c:v>39833</c:v>
                </c:pt>
                <c:pt idx="2802">
                  <c:v>39834</c:v>
                </c:pt>
                <c:pt idx="2803">
                  <c:v>39835</c:v>
                </c:pt>
                <c:pt idx="2804">
                  <c:v>39836</c:v>
                </c:pt>
                <c:pt idx="2805">
                  <c:v>39839</c:v>
                </c:pt>
                <c:pt idx="2806">
                  <c:v>39840</c:v>
                </c:pt>
                <c:pt idx="2807">
                  <c:v>39841</c:v>
                </c:pt>
                <c:pt idx="2808">
                  <c:v>39842</c:v>
                </c:pt>
                <c:pt idx="2809">
                  <c:v>39843</c:v>
                </c:pt>
                <c:pt idx="2810">
                  <c:v>39846</c:v>
                </c:pt>
                <c:pt idx="2811">
                  <c:v>39847</c:v>
                </c:pt>
                <c:pt idx="2812">
                  <c:v>39848</c:v>
                </c:pt>
                <c:pt idx="2813">
                  <c:v>39849</c:v>
                </c:pt>
                <c:pt idx="2814">
                  <c:v>39850</c:v>
                </c:pt>
                <c:pt idx="2815">
                  <c:v>39853</c:v>
                </c:pt>
                <c:pt idx="2816">
                  <c:v>39854</c:v>
                </c:pt>
                <c:pt idx="2817">
                  <c:v>39855</c:v>
                </c:pt>
                <c:pt idx="2818">
                  <c:v>39856</c:v>
                </c:pt>
                <c:pt idx="2819">
                  <c:v>39857</c:v>
                </c:pt>
                <c:pt idx="2820">
                  <c:v>39861</c:v>
                </c:pt>
                <c:pt idx="2821">
                  <c:v>39862</c:v>
                </c:pt>
                <c:pt idx="2822">
                  <c:v>39863</c:v>
                </c:pt>
                <c:pt idx="2823">
                  <c:v>39864</c:v>
                </c:pt>
                <c:pt idx="2824">
                  <c:v>39867</c:v>
                </c:pt>
                <c:pt idx="2825">
                  <c:v>39868</c:v>
                </c:pt>
                <c:pt idx="2826">
                  <c:v>39869</c:v>
                </c:pt>
                <c:pt idx="2827">
                  <c:v>39870</c:v>
                </c:pt>
                <c:pt idx="2828">
                  <c:v>39871</c:v>
                </c:pt>
                <c:pt idx="2829">
                  <c:v>39874</c:v>
                </c:pt>
                <c:pt idx="2830">
                  <c:v>39875</c:v>
                </c:pt>
                <c:pt idx="2831">
                  <c:v>39876</c:v>
                </c:pt>
                <c:pt idx="2832">
                  <c:v>39877</c:v>
                </c:pt>
                <c:pt idx="2833">
                  <c:v>39878</c:v>
                </c:pt>
                <c:pt idx="2834">
                  <c:v>39881</c:v>
                </c:pt>
                <c:pt idx="2835">
                  <c:v>39882</c:v>
                </c:pt>
                <c:pt idx="2836">
                  <c:v>39883</c:v>
                </c:pt>
                <c:pt idx="2837">
                  <c:v>39884</c:v>
                </c:pt>
                <c:pt idx="2838">
                  <c:v>39885</c:v>
                </c:pt>
                <c:pt idx="2839">
                  <c:v>39888</c:v>
                </c:pt>
                <c:pt idx="2840">
                  <c:v>39889</c:v>
                </c:pt>
                <c:pt idx="2841">
                  <c:v>39890</c:v>
                </c:pt>
                <c:pt idx="2842">
                  <c:v>39891</c:v>
                </c:pt>
                <c:pt idx="2843">
                  <c:v>39892</c:v>
                </c:pt>
                <c:pt idx="2844">
                  <c:v>39895</c:v>
                </c:pt>
                <c:pt idx="2845">
                  <c:v>39896</c:v>
                </c:pt>
                <c:pt idx="2846">
                  <c:v>39897</c:v>
                </c:pt>
                <c:pt idx="2847">
                  <c:v>39898</c:v>
                </c:pt>
                <c:pt idx="2848">
                  <c:v>39899</c:v>
                </c:pt>
                <c:pt idx="2849">
                  <c:v>39902</c:v>
                </c:pt>
                <c:pt idx="2850">
                  <c:v>39903</c:v>
                </c:pt>
                <c:pt idx="2851">
                  <c:v>39904</c:v>
                </c:pt>
                <c:pt idx="2852">
                  <c:v>39905</c:v>
                </c:pt>
                <c:pt idx="2853">
                  <c:v>39906</c:v>
                </c:pt>
                <c:pt idx="2854">
                  <c:v>39909</c:v>
                </c:pt>
                <c:pt idx="2855">
                  <c:v>39910</c:v>
                </c:pt>
                <c:pt idx="2856">
                  <c:v>39911</c:v>
                </c:pt>
                <c:pt idx="2857">
                  <c:v>39912</c:v>
                </c:pt>
                <c:pt idx="2858">
                  <c:v>39916</c:v>
                </c:pt>
                <c:pt idx="2859">
                  <c:v>39917</c:v>
                </c:pt>
                <c:pt idx="2860">
                  <c:v>39918</c:v>
                </c:pt>
                <c:pt idx="2861">
                  <c:v>39919</c:v>
                </c:pt>
                <c:pt idx="2862">
                  <c:v>39920</c:v>
                </c:pt>
                <c:pt idx="2863">
                  <c:v>39923</c:v>
                </c:pt>
                <c:pt idx="2864">
                  <c:v>39924</c:v>
                </c:pt>
                <c:pt idx="2865">
                  <c:v>39925</c:v>
                </c:pt>
                <c:pt idx="2866">
                  <c:v>39926</c:v>
                </c:pt>
                <c:pt idx="2867">
                  <c:v>39927</c:v>
                </c:pt>
                <c:pt idx="2868">
                  <c:v>39930</c:v>
                </c:pt>
                <c:pt idx="2869">
                  <c:v>39931</c:v>
                </c:pt>
                <c:pt idx="2870">
                  <c:v>39932</c:v>
                </c:pt>
                <c:pt idx="2871">
                  <c:v>39933</c:v>
                </c:pt>
                <c:pt idx="2872">
                  <c:v>39934</c:v>
                </c:pt>
                <c:pt idx="2873">
                  <c:v>39937</c:v>
                </c:pt>
                <c:pt idx="2874">
                  <c:v>39938</c:v>
                </c:pt>
                <c:pt idx="2875">
                  <c:v>39939</c:v>
                </c:pt>
                <c:pt idx="2876">
                  <c:v>39940</c:v>
                </c:pt>
                <c:pt idx="2877">
                  <c:v>39941</c:v>
                </c:pt>
                <c:pt idx="2878">
                  <c:v>39944</c:v>
                </c:pt>
                <c:pt idx="2879">
                  <c:v>39945</c:v>
                </c:pt>
                <c:pt idx="2880">
                  <c:v>39946</c:v>
                </c:pt>
                <c:pt idx="2881">
                  <c:v>39947</c:v>
                </c:pt>
                <c:pt idx="2882">
                  <c:v>39948</c:v>
                </c:pt>
                <c:pt idx="2883">
                  <c:v>39951</c:v>
                </c:pt>
                <c:pt idx="2884">
                  <c:v>39952</c:v>
                </c:pt>
                <c:pt idx="2885">
                  <c:v>39953</c:v>
                </c:pt>
                <c:pt idx="2886">
                  <c:v>39954</c:v>
                </c:pt>
                <c:pt idx="2887">
                  <c:v>39955</c:v>
                </c:pt>
                <c:pt idx="2888">
                  <c:v>39959</c:v>
                </c:pt>
                <c:pt idx="2889">
                  <c:v>39960</c:v>
                </c:pt>
                <c:pt idx="2890">
                  <c:v>39961</c:v>
                </c:pt>
                <c:pt idx="2891">
                  <c:v>39962</c:v>
                </c:pt>
                <c:pt idx="2892">
                  <c:v>39965</c:v>
                </c:pt>
                <c:pt idx="2893">
                  <c:v>39966</c:v>
                </c:pt>
                <c:pt idx="2894">
                  <c:v>39967</c:v>
                </c:pt>
                <c:pt idx="2895">
                  <c:v>39968</c:v>
                </c:pt>
                <c:pt idx="2896">
                  <c:v>39969</c:v>
                </c:pt>
                <c:pt idx="2897">
                  <c:v>39972</c:v>
                </c:pt>
                <c:pt idx="2898">
                  <c:v>39973</c:v>
                </c:pt>
                <c:pt idx="2899">
                  <c:v>39974</c:v>
                </c:pt>
                <c:pt idx="2900">
                  <c:v>39975</c:v>
                </c:pt>
                <c:pt idx="2901">
                  <c:v>39976</c:v>
                </c:pt>
                <c:pt idx="2902">
                  <c:v>39979</c:v>
                </c:pt>
                <c:pt idx="2903">
                  <c:v>39980</c:v>
                </c:pt>
                <c:pt idx="2904">
                  <c:v>39981</c:v>
                </c:pt>
                <c:pt idx="2905">
                  <c:v>39982</c:v>
                </c:pt>
                <c:pt idx="2906">
                  <c:v>39983</c:v>
                </c:pt>
                <c:pt idx="2907">
                  <c:v>39986</c:v>
                </c:pt>
                <c:pt idx="2908">
                  <c:v>39987</c:v>
                </c:pt>
                <c:pt idx="2909">
                  <c:v>39988</c:v>
                </c:pt>
                <c:pt idx="2910">
                  <c:v>39989</c:v>
                </c:pt>
                <c:pt idx="2911">
                  <c:v>39990</c:v>
                </c:pt>
                <c:pt idx="2912">
                  <c:v>39993</c:v>
                </c:pt>
                <c:pt idx="2913">
                  <c:v>39994</c:v>
                </c:pt>
                <c:pt idx="2914">
                  <c:v>39995</c:v>
                </c:pt>
                <c:pt idx="2915">
                  <c:v>39996</c:v>
                </c:pt>
                <c:pt idx="2916">
                  <c:v>40000</c:v>
                </c:pt>
                <c:pt idx="2917">
                  <c:v>40001</c:v>
                </c:pt>
                <c:pt idx="2918">
                  <c:v>40002</c:v>
                </c:pt>
                <c:pt idx="2919">
                  <c:v>40003</c:v>
                </c:pt>
                <c:pt idx="2920">
                  <c:v>40004</c:v>
                </c:pt>
                <c:pt idx="2921">
                  <c:v>40007</c:v>
                </c:pt>
                <c:pt idx="2922">
                  <c:v>40008</c:v>
                </c:pt>
                <c:pt idx="2923">
                  <c:v>40009</c:v>
                </c:pt>
                <c:pt idx="2924">
                  <c:v>40010</c:v>
                </c:pt>
                <c:pt idx="2925">
                  <c:v>40011</c:v>
                </c:pt>
                <c:pt idx="2926">
                  <c:v>40014</c:v>
                </c:pt>
                <c:pt idx="2927">
                  <c:v>40015</c:v>
                </c:pt>
                <c:pt idx="2928">
                  <c:v>40016</c:v>
                </c:pt>
                <c:pt idx="2929">
                  <c:v>40017</c:v>
                </c:pt>
                <c:pt idx="2930">
                  <c:v>40018</c:v>
                </c:pt>
                <c:pt idx="2931">
                  <c:v>40021</c:v>
                </c:pt>
                <c:pt idx="2932">
                  <c:v>40022</c:v>
                </c:pt>
                <c:pt idx="2933">
                  <c:v>40023</c:v>
                </c:pt>
                <c:pt idx="2934">
                  <c:v>40024</c:v>
                </c:pt>
                <c:pt idx="2935">
                  <c:v>40025</c:v>
                </c:pt>
                <c:pt idx="2936">
                  <c:v>40028</c:v>
                </c:pt>
                <c:pt idx="2937">
                  <c:v>40029</c:v>
                </c:pt>
                <c:pt idx="2938">
                  <c:v>40030</c:v>
                </c:pt>
                <c:pt idx="2939">
                  <c:v>40031</c:v>
                </c:pt>
                <c:pt idx="2940">
                  <c:v>40032</c:v>
                </c:pt>
                <c:pt idx="2941">
                  <c:v>40035</c:v>
                </c:pt>
                <c:pt idx="2942">
                  <c:v>40036</c:v>
                </c:pt>
                <c:pt idx="2943">
                  <c:v>40037</c:v>
                </c:pt>
                <c:pt idx="2944">
                  <c:v>40038</c:v>
                </c:pt>
                <c:pt idx="2945">
                  <c:v>40039</c:v>
                </c:pt>
                <c:pt idx="2946">
                  <c:v>40042</c:v>
                </c:pt>
                <c:pt idx="2947">
                  <c:v>40043</c:v>
                </c:pt>
                <c:pt idx="2948">
                  <c:v>40044</c:v>
                </c:pt>
                <c:pt idx="2949">
                  <c:v>40045</c:v>
                </c:pt>
                <c:pt idx="2950">
                  <c:v>40046</c:v>
                </c:pt>
                <c:pt idx="2951">
                  <c:v>40049</c:v>
                </c:pt>
                <c:pt idx="2952">
                  <c:v>40050</c:v>
                </c:pt>
                <c:pt idx="2953">
                  <c:v>40051</c:v>
                </c:pt>
                <c:pt idx="2954">
                  <c:v>40052</c:v>
                </c:pt>
                <c:pt idx="2955">
                  <c:v>40053</c:v>
                </c:pt>
                <c:pt idx="2956">
                  <c:v>40056</c:v>
                </c:pt>
                <c:pt idx="2957">
                  <c:v>40057</c:v>
                </c:pt>
                <c:pt idx="2958">
                  <c:v>40058</c:v>
                </c:pt>
                <c:pt idx="2959">
                  <c:v>40059</c:v>
                </c:pt>
                <c:pt idx="2960">
                  <c:v>40060</c:v>
                </c:pt>
                <c:pt idx="2961">
                  <c:v>40064</c:v>
                </c:pt>
                <c:pt idx="2962">
                  <c:v>40065</c:v>
                </c:pt>
                <c:pt idx="2963">
                  <c:v>40066</c:v>
                </c:pt>
                <c:pt idx="2964">
                  <c:v>40067</c:v>
                </c:pt>
                <c:pt idx="2965">
                  <c:v>40070</c:v>
                </c:pt>
                <c:pt idx="2966">
                  <c:v>40071</c:v>
                </c:pt>
                <c:pt idx="2967">
                  <c:v>40072</c:v>
                </c:pt>
                <c:pt idx="2968">
                  <c:v>40073</c:v>
                </c:pt>
                <c:pt idx="2969">
                  <c:v>40074</c:v>
                </c:pt>
                <c:pt idx="2970">
                  <c:v>40077</c:v>
                </c:pt>
                <c:pt idx="2971">
                  <c:v>40078</c:v>
                </c:pt>
                <c:pt idx="2972">
                  <c:v>40079</c:v>
                </c:pt>
                <c:pt idx="2973">
                  <c:v>40080</c:v>
                </c:pt>
                <c:pt idx="2974">
                  <c:v>40081</c:v>
                </c:pt>
                <c:pt idx="2975">
                  <c:v>40084</c:v>
                </c:pt>
                <c:pt idx="2976">
                  <c:v>40085</c:v>
                </c:pt>
                <c:pt idx="2977">
                  <c:v>40086</c:v>
                </c:pt>
                <c:pt idx="2978">
                  <c:v>40087</c:v>
                </c:pt>
                <c:pt idx="2979">
                  <c:v>40088</c:v>
                </c:pt>
                <c:pt idx="2980">
                  <c:v>40091</c:v>
                </c:pt>
                <c:pt idx="2981">
                  <c:v>40092</c:v>
                </c:pt>
                <c:pt idx="2982">
                  <c:v>40093</c:v>
                </c:pt>
                <c:pt idx="2983">
                  <c:v>40094</c:v>
                </c:pt>
                <c:pt idx="2984">
                  <c:v>40095</c:v>
                </c:pt>
                <c:pt idx="2985">
                  <c:v>40098</c:v>
                </c:pt>
                <c:pt idx="2986">
                  <c:v>40099</c:v>
                </c:pt>
                <c:pt idx="2987">
                  <c:v>40100</c:v>
                </c:pt>
                <c:pt idx="2988">
                  <c:v>40101</c:v>
                </c:pt>
                <c:pt idx="2989">
                  <c:v>40102</c:v>
                </c:pt>
                <c:pt idx="2990">
                  <c:v>40105</c:v>
                </c:pt>
                <c:pt idx="2991">
                  <c:v>40106</c:v>
                </c:pt>
                <c:pt idx="2992">
                  <c:v>40107</c:v>
                </c:pt>
                <c:pt idx="2993">
                  <c:v>40108</c:v>
                </c:pt>
                <c:pt idx="2994">
                  <c:v>40109</c:v>
                </c:pt>
                <c:pt idx="2995">
                  <c:v>40112</c:v>
                </c:pt>
                <c:pt idx="2996">
                  <c:v>40113</c:v>
                </c:pt>
                <c:pt idx="2997">
                  <c:v>40114</c:v>
                </c:pt>
                <c:pt idx="2998">
                  <c:v>40115</c:v>
                </c:pt>
                <c:pt idx="2999">
                  <c:v>40116</c:v>
                </c:pt>
                <c:pt idx="3000">
                  <c:v>40119</c:v>
                </c:pt>
                <c:pt idx="3001">
                  <c:v>40120</c:v>
                </c:pt>
                <c:pt idx="3002">
                  <c:v>40121</c:v>
                </c:pt>
                <c:pt idx="3003">
                  <c:v>40122</c:v>
                </c:pt>
                <c:pt idx="3004">
                  <c:v>40123</c:v>
                </c:pt>
                <c:pt idx="3005">
                  <c:v>40126</c:v>
                </c:pt>
                <c:pt idx="3006">
                  <c:v>40127</c:v>
                </c:pt>
                <c:pt idx="3007">
                  <c:v>40128</c:v>
                </c:pt>
                <c:pt idx="3008">
                  <c:v>40129</c:v>
                </c:pt>
                <c:pt idx="3009">
                  <c:v>40130</c:v>
                </c:pt>
                <c:pt idx="3010">
                  <c:v>40133</c:v>
                </c:pt>
                <c:pt idx="3011">
                  <c:v>40134</c:v>
                </c:pt>
                <c:pt idx="3012">
                  <c:v>40135</c:v>
                </c:pt>
                <c:pt idx="3013">
                  <c:v>40136</c:v>
                </c:pt>
                <c:pt idx="3014">
                  <c:v>40137</c:v>
                </c:pt>
                <c:pt idx="3015">
                  <c:v>40140</c:v>
                </c:pt>
                <c:pt idx="3016">
                  <c:v>40141</c:v>
                </c:pt>
                <c:pt idx="3017">
                  <c:v>40142</c:v>
                </c:pt>
                <c:pt idx="3018">
                  <c:v>40144</c:v>
                </c:pt>
                <c:pt idx="3019">
                  <c:v>40147</c:v>
                </c:pt>
                <c:pt idx="3020">
                  <c:v>40148</c:v>
                </c:pt>
                <c:pt idx="3021">
                  <c:v>40149</c:v>
                </c:pt>
                <c:pt idx="3022">
                  <c:v>40150</c:v>
                </c:pt>
                <c:pt idx="3023">
                  <c:v>40151</c:v>
                </c:pt>
                <c:pt idx="3024">
                  <c:v>40154</c:v>
                </c:pt>
                <c:pt idx="3025">
                  <c:v>40155</c:v>
                </c:pt>
                <c:pt idx="3026">
                  <c:v>40156</c:v>
                </c:pt>
                <c:pt idx="3027">
                  <c:v>40157</c:v>
                </c:pt>
                <c:pt idx="3028">
                  <c:v>40158</c:v>
                </c:pt>
                <c:pt idx="3029">
                  <c:v>40161</c:v>
                </c:pt>
                <c:pt idx="3030">
                  <c:v>40162</c:v>
                </c:pt>
                <c:pt idx="3031">
                  <c:v>40163</c:v>
                </c:pt>
                <c:pt idx="3032">
                  <c:v>40164</c:v>
                </c:pt>
                <c:pt idx="3033">
                  <c:v>40165</c:v>
                </c:pt>
                <c:pt idx="3034">
                  <c:v>40168</c:v>
                </c:pt>
                <c:pt idx="3035">
                  <c:v>40169</c:v>
                </c:pt>
                <c:pt idx="3036">
                  <c:v>40170</c:v>
                </c:pt>
                <c:pt idx="3037">
                  <c:v>40171</c:v>
                </c:pt>
                <c:pt idx="3038">
                  <c:v>40175</c:v>
                </c:pt>
                <c:pt idx="3039">
                  <c:v>40176</c:v>
                </c:pt>
                <c:pt idx="3040">
                  <c:v>40177</c:v>
                </c:pt>
                <c:pt idx="3041">
                  <c:v>40178</c:v>
                </c:pt>
                <c:pt idx="3042">
                  <c:v>40182</c:v>
                </c:pt>
                <c:pt idx="3043">
                  <c:v>40183</c:v>
                </c:pt>
                <c:pt idx="3044">
                  <c:v>40184</c:v>
                </c:pt>
                <c:pt idx="3045">
                  <c:v>40185</c:v>
                </c:pt>
                <c:pt idx="3046">
                  <c:v>40186</c:v>
                </c:pt>
                <c:pt idx="3047">
                  <c:v>40189</c:v>
                </c:pt>
                <c:pt idx="3048">
                  <c:v>40190</c:v>
                </c:pt>
                <c:pt idx="3049">
                  <c:v>40191</c:v>
                </c:pt>
                <c:pt idx="3050">
                  <c:v>40192</c:v>
                </c:pt>
                <c:pt idx="3051">
                  <c:v>40193</c:v>
                </c:pt>
                <c:pt idx="3052">
                  <c:v>40197</c:v>
                </c:pt>
                <c:pt idx="3053">
                  <c:v>40198</c:v>
                </c:pt>
                <c:pt idx="3054">
                  <c:v>40199</c:v>
                </c:pt>
                <c:pt idx="3055">
                  <c:v>40200</c:v>
                </c:pt>
                <c:pt idx="3056">
                  <c:v>40203</c:v>
                </c:pt>
                <c:pt idx="3057">
                  <c:v>40204</c:v>
                </c:pt>
                <c:pt idx="3058">
                  <c:v>40205</c:v>
                </c:pt>
                <c:pt idx="3059">
                  <c:v>40206</c:v>
                </c:pt>
                <c:pt idx="3060">
                  <c:v>40207</c:v>
                </c:pt>
                <c:pt idx="3061">
                  <c:v>40210</c:v>
                </c:pt>
                <c:pt idx="3062">
                  <c:v>40211</c:v>
                </c:pt>
                <c:pt idx="3063">
                  <c:v>40212</c:v>
                </c:pt>
                <c:pt idx="3064">
                  <c:v>40213</c:v>
                </c:pt>
                <c:pt idx="3065">
                  <c:v>40214</c:v>
                </c:pt>
                <c:pt idx="3066">
                  <c:v>40217</c:v>
                </c:pt>
                <c:pt idx="3067">
                  <c:v>40218</c:v>
                </c:pt>
                <c:pt idx="3068">
                  <c:v>40219</c:v>
                </c:pt>
                <c:pt idx="3069">
                  <c:v>40220</c:v>
                </c:pt>
                <c:pt idx="3070">
                  <c:v>40221</c:v>
                </c:pt>
                <c:pt idx="3071">
                  <c:v>40225</c:v>
                </c:pt>
                <c:pt idx="3072">
                  <c:v>40226</c:v>
                </c:pt>
                <c:pt idx="3073">
                  <c:v>40227</c:v>
                </c:pt>
                <c:pt idx="3074">
                  <c:v>40228</c:v>
                </c:pt>
                <c:pt idx="3075">
                  <c:v>40231</c:v>
                </c:pt>
                <c:pt idx="3076">
                  <c:v>40232</c:v>
                </c:pt>
                <c:pt idx="3077">
                  <c:v>40233</c:v>
                </c:pt>
                <c:pt idx="3078">
                  <c:v>40234</c:v>
                </c:pt>
                <c:pt idx="3079">
                  <c:v>40235</c:v>
                </c:pt>
                <c:pt idx="3080">
                  <c:v>40238</c:v>
                </c:pt>
                <c:pt idx="3081">
                  <c:v>40239</c:v>
                </c:pt>
                <c:pt idx="3082">
                  <c:v>40240</c:v>
                </c:pt>
                <c:pt idx="3083">
                  <c:v>40241</c:v>
                </c:pt>
                <c:pt idx="3084">
                  <c:v>40242</c:v>
                </c:pt>
                <c:pt idx="3085">
                  <c:v>40245</c:v>
                </c:pt>
                <c:pt idx="3086">
                  <c:v>40246</c:v>
                </c:pt>
                <c:pt idx="3087">
                  <c:v>40247</c:v>
                </c:pt>
                <c:pt idx="3088">
                  <c:v>40248</c:v>
                </c:pt>
                <c:pt idx="3089">
                  <c:v>40249</c:v>
                </c:pt>
                <c:pt idx="3090">
                  <c:v>40252</c:v>
                </c:pt>
                <c:pt idx="3091">
                  <c:v>40253</c:v>
                </c:pt>
                <c:pt idx="3092">
                  <c:v>40254</c:v>
                </c:pt>
                <c:pt idx="3093">
                  <c:v>40255</c:v>
                </c:pt>
                <c:pt idx="3094">
                  <c:v>40256</c:v>
                </c:pt>
                <c:pt idx="3095">
                  <c:v>40259</c:v>
                </c:pt>
                <c:pt idx="3096">
                  <c:v>40260</c:v>
                </c:pt>
                <c:pt idx="3097">
                  <c:v>40261</c:v>
                </c:pt>
                <c:pt idx="3098">
                  <c:v>40262</c:v>
                </c:pt>
                <c:pt idx="3099">
                  <c:v>40263</c:v>
                </c:pt>
                <c:pt idx="3100">
                  <c:v>40266</c:v>
                </c:pt>
                <c:pt idx="3101">
                  <c:v>40267</c:v>
                </c:pt>
                <c:pt idx="3102">
                  <c:v>40268</c:v>
                </c:pt>
                <c:pt idx="3103">
                  <c:v>40269</c:v>
                </c:pt>
                <c:pt idx="3104">
                  <c:v>40273</c:v>
                </c:pt>
                <c:pt idx="3105">
                  <c:v>40274</c:v>
                </c:pt>
                <c:pt idx="3106">
                  <c:v>40275</c:v>
                </c:pt>
                <c:pt idx="3107">
                  <c:v>40276</c:v>
                </c:pt>
                <c:pt idx="3108">
                  <c:v>40277</c:v>
                </c:pt>
                <c:pt idx="3109">
                  <c:v>40280</c:v>
                </c:pt>
                <c:pt idx="3110">
                  <c:v>40281</c:v>
                </c:pt>
                <c:pt idx="3111">
                  <c:v>40282</c:v>
                </c:pt>
                <c:pt idx="3112">
                  <c:v>40283</c:v>
                </c:pt>
                <c:pt idx="3113">
                  <c:v>40284</c:v>
                </c:pt>
                <c:pt idx="3114">
                  <c:v>40287</c:v>
                </c:pt>
                <c:pt idx="3115">
                  <c:v>40288</c:v>
                </c:pt>
                <c:pt idx="3116">
                  <c:v>40289</c:v>
                </c:pt>
                <c:pt idx="3117">
                  <c:v>40290</c:v>
                </c:pt>
                <c:pt idx="3118">
                  <c:v>40291</c:v>
                </c:pt>
                <c:pt idx="3119">
                  <c:v>40294</c:v>
                </c:pt>
                <c:pt idx="3120">
                  <c:v>40295</c:v>
                </c:pt>
                <c:pt idx="3121">
                  <c:v>40296</c:v>
                </c:pt>
                <c:pt idx="3122">
                  <c:v>40297</c:v>
                </c:pt>
                <c:pt idx="3123">
                  <c:v>40298</c:v>
                </c:pt>
                <c:pt idx="3124">
                  <c:v>40301</c:v>
                </c:pt>
                <c:pt idx="3125">
                  <c:v>40302</c:v>
                </c:pt>
                <c:pt idx="3126">
                  <c:v>40303</c:v>
                </c:pt>
                <c:pt idx="3127">
                  <c:v>40304</c:v>
                </c:pt>
                <c:pt idx="3128">
                  <c:v>40305</c:v>
                </c:pt>
                <c:pt idx="3129">
                  <c:v>40308</c:v>
                </c:pt>
                <c:pt idx="3130">
                  <c:v>40309</c:v>
                </c:pt>
                <c:pt idx="3131">
                  <c:v>40310</c:v>
                </c:pt>
                <c:pt idx="3132">
                  <c:v>40311</c:v>
                </c:pt>
                <c:pt idx="3133">
                  <c:v>40312</c:v>
                </c:pt>
                <c:pt idx="3134">
                  <c:v>40315</c:v>
                </c:pt>
                <c:pt idx="3135">
                  <c:v>40316</c:v>
                </c:pt>
                <c:pt idx="3136">
                  <c:v>40317</c:v>
                </c:pt>
                <c:pt idx="3137">
                  <c:v>40318</c:v>
                </c:pt>
                <c:pt idx="3138">
                  <c:v>40319</c:v>
                </c:pt>
                <c:pt idx="3139">
                  <c:v>40322</c:v>
                </c:pt>
                <c:pt idx="3140">
                  <c:v>40323</c:v>
                </c:pt>
                <c:pt idx="3141">
                  <c:v>40324</c:v>
                </c:pt>
                <c:pt idx="3142">
                  <c:v>40325</c:v>
                </c:pt>
                <c:pt idx="3143">
                  <c:v>40326</c:v>
                </c:pt>
                <c:pt idx="3144">
                  <c:v>40330</c:v>
                </c:pt>
                <c:pt idx="3145">
                  <c:v>40331</c:v>
                </c:pt>
                <c:pt idx="3146">
                  <c:v>40332</c:v>
                </c:pt>
                <c:pt idx="3147">
                  <c:v>40333</c:v>
                </c:pt>
                <c:pt idx="3148">
                  <c:v>40336</c:v>
                </c:pt>
                <c:pt idx="3149">
                  <c:v>40337</c:v>
                </c:pt>
                <c:pt idx="3150">
                  <c:v>40338</c:v>
                </c:pt>
                <c:pt idx="3151">
                  <c:v>40339</c:v>
                </c:pt>
                <c:pt idx="3152">
                  <c:v>40340</c:v>
                </c:pt>
                <c:pt idx="3153">
                  <c:v>40343</c:v>
                </c:pt>
                <c:pt idx="3154">
                  <c:v>40344</c:v>
                </c:pt>
                <c:pt idx="3155">
                  <c:v>40345</c:v>
                </c:pt>
                <c:pt idx="3156">
                  <c:v>40346</c:v>
                </c:pt>
                <c:pt idx="3157">
                  <c:v>40347</c:v>
                </c:pt>
                <c:pt idx="3158">
                  <c:v>40350</c:v>
                </c:pt>
                <c:pt idx="3159">
                  <c:v>40351</c:v>
                </c:pt>
                <c:pt idx="3160">
                  <c:v>40352</c:v>
                </c:pt>
                <c:pt idx="3161">
                  <c:v>40353</c:v>
                </c:pt>
                <c:pt idx="3162">
                  <c:v>40354</c:v>
                </c:pt>
                <c:pt idx="3163">
                  <c:v>40357</c:v>
                </c:pt>
                <c:pt idx="3164">
                  <c:v>40358</c:v>
                </c:pt>
                <c:pt idx="3165">
                  <c:v>40359</c:v>
                </c:pt>
                <c:pt idx="3166">
                  <c:v>40360</c:v>
                </c:pt>
                <c:pt idx="3167">
                  <c:v>40361</c:v>
                </c:pt>
                <c:pt idx="3168">
                  <c:v>40365</c:v>
                </c:pt>
                <c:pt idx="3169">
                  <c:v>40366</c:v>
                </c:pt>
                <c:pt idx="3170">
                  <c:v>40367</c:v>
                </c:pt>
                <c:pt idx="3171">
                  <c:v>40368</c:v>
                </c:pt>
                <c:pt idx="3172">
                  <c:v>40371</c:v>
                </c:pt>
                <c:pt idx="3173">
                  <c:v>40372</c:v>
                </c:pt>
                <c:pt idx="3174">
                  <c:v>40373</c:v>
                </c:pt>
                <c:pt idx="3175">
                  <c:v>40374</c:v>
                </c:pt>
                <c:pt idx="3176">
                  <c:v>40375</c:v>
                </c:pt>
                <c:pt idx="3177">
                  <c:v>40378</c:v>
                </c:pt>
                <c:pt idx="3178">
                  <c:v>40379</c:v>
                </c:pt>
                <c:pt idx="3179">
                  <c:v>40380</c:v>
                </c:pt>
                <c:pt idx="3180">
                  <c:v>40381</c:v>
                </c:pt>
                <c:pt idx="3181">
                  <c:v>40382</c:v>
                </c:pt>
                <c:pt idx="3182">
                  <c:v>40385</c:v>
                </c:pt>
                <c:pt idx="3183">
                  <c:v>40386</c:v>
                </c:pt>
                <c:pt idx="3184">
                  <c:v>40387</c:v>
                </c:pt>
                <c:pt idx="3185">
                  <c:v>40388</c:v>
                </c:pt>
                <c:pt idx="3186">
                  <c:v>40389</c:v>
                </c:pt>
                <c:pt idx="3187">
                  <c:v>40392</c:v>
                </c:pt>
                <c:pt idx="3188">
                  <c:v>40393</c:v>
                </c:pt>
                <c:pt idx="3189">
                  <c:v>40394</c:v>
                </c:pt>
                <c:pt idx="3190">
                  <c:v>40395</c:v>
                </c:pt>
                <c:pt idx="3191">
                  <c:v>40396</c:v>
                </c:pt>
                <c:pt idx="3192">
                  <c:v>40399</c:v>
                </c:pt>
                <c:pt idx="3193">
                  <c:v>40400</c:v>
                </c:pt>
                <c:pt idx="3194">
                  <c:v>40401</c:v>
                </c:pt>
                <c:pt idx="3195">
                  <c:v>40402</c:v>
                </c:pt>
                <c:pt idx="3196">
                  <c:v>40403</c:v>
                </c:pt>
                <c:pt idx="3197">
                  <c:v>40406</c:v>
                </c:pt>
                <c:pt idx="3198">
                  <c:v>40407</c:v>
                </c:pt>
                <c:pt idx="3199">
                  <c:v>40408</c:v>
                </c:pt>
                <c:pt idx="3200">
                  <c:v>40409</c:v>
                </c:pt>
                <c:pt idx="3201">
                  <c:v>40410</c:v>
                </c:pt>
                <c:pt idx="3202">
                  <c:v>40413</c:v>
                </c:pt>
                <c:pt idx="3203">
                  <c:v>40414</c:v>
                </c:pt>
                <c:pt idx="3204">
                  <c:v>40415</c:v>
                </c:pt>
                <c:pt idx="3205">
                  <c:v>40416</c:v>
                </c:pt>
                <c:pt idx="3206">
                  <c:v>40417</c:v>
                </c:pt>
                <c:pt idx="3207">
                  <c:v>40420</c:v>
                </c:pt>
                <c:pt idx="3208">
                  <c:v>40421</c:v>
                </c:pt>
                <c:pt idx="3209">
                  <c:v>40422</c:v>
                </c:pt>
                <c:pt idx="3210">
                  <c:v>40423</c:v>
                </c:pt>
                <c:pt idx="3211">
                  <c:v>40424</c:v>
                </c:pt>
                <c:pt idx="3212">
                  <c:v>40428</c:v>
                </c:pt>
                <c:pt idx="3213">
                  <c:v>40429</c:v>
                </c:pt>
                <c:pt idx="3214">
                  <c:v>40430</c:v>
                </c:pt>
                <c:pt idx="3215">
                  <c:v>40431</c:v>
                </c:pt>
                <c:pt idx="3216">
                  <c:v>40434</c:v>
                </c:pt>
                <c:pt idx="3217">
                  <c:v>40435</c:v>
                </c:pt>
                <c:pt idx="3218">
                  <c:v>40436</c:v>
                </c:pt>
                <c:pt idx="3219">
                  <c:v>40437</c:v>
                </c:pt>
                <c:pt idx="3220">
                  <c:v>40438</c:v>
                </c:pt>
                <c:pt idx="3221">
                  <c:v>40441</c:v>
                </c:pt>
                <c:pt idx="3222">
                  <c:v>40442</c:v>
                </c:pt>
                <c:pt idx="3223">
                  <c:v>40443</c:v>
                </c:pt>
                <c:pt idx="3224">
                  <c:v>40444</c:v>
                </c:pt>
                <c:pt idx="3225">
                  <c:v>40445</c:v>
                </c:pt>
                <c:pt idx="3226">
                  <c:v>40448</c:v>
                </c:pt>
                <c:pt idx="3227">
                  <c:v>40449</c:v>
                </c:pt>
                <c:pt idx="3228">
                  <c:v>40450</c:v>
                </c:pt>
                <c:pt idx="3229">
                  <c:v>40451</c:v>
                </c:pt>
                <c:pt idx="3230">
                  <c:v>40452</c:v>
                </c:pt>
                <c:pt idx="3231">
                  <c:v>40455</c:v>
                </c:pt>
                <c:pt idx="3232">
                  <c:v>40456</c:v>
                </c:pt>
                <c:pt idx="3233">
                  <c:v>40457</c:v>
                </c:pt>
                <c:pt idx="3234">
                  <c:v>40458</c:v>
                </c:pt>
                <c:pt idx="3235">
                  <c:v>40459</c:v>
                </c:pt>
                <c:pt idx="3236">
                  <c:v>40462</c:v>
                </c:pt>
                <c:pt idx="3237">
                  <c:v>40463</c:v>
                </c:pt>
                <c:pt idx="3238">
                  <c:v>40464</c:v>
                </c:pt>
                <c:pt idx="3239">
                  <c:v>40465</c:v>
                </c:pt>
                <c:pt idx="3240">
                  <c:v>40466</c:v>
                </c:pt>
                <c:pt idx="3241">
                  <c:v>40469</c:v>
                </c:pt>
                <c:pt idx="3242">
                  <c:v>40470</c:v>
                </c:pt>
                <c:pt idx="3243">
                  <c:v>40471</c:v>
                </c:pt>
                <c:pt idx="3244">
                  <c:v>40472</c:v>
                </c:pt>
                <c:pt idx="3245">
                  <c:v>40473</c:v>
                </c:pt>
                <c:pt idx="3246">
                  <c:v>40476</c:v>
                </c:pt>
                <c:pt idx="3247">
                  <c:v>40477</c:v>
                </c:pt>
                <c:pt idx="3248">
                  <c:v>40478</c:v>
                </c:pt>
                <c:pt idx="3249">
                  <c:v>40479</c:v>
                </c:pt>
                <c:pt idx="3250">
                  <c:v>40480</c:v>
                </c:pt>
                <c:pt idx="3251">
                  <c:v>40483</c:v>
                </c:pt>
                <c:pt idx="3252">
                  <c:v>40484</c:v>
                </c:pt>
                <c:pt idx="3253">
                  <c:v>40485</c:v>
                </c:pt>
                <c:pt idx="3254">
                  <c:v>40486</c:v>
                </c:pt>
                <c:pt idx="3255">
                  <c:v>40487</c:v>
                </c:pt>
                <c:pt idx="3256">
                  <c:v>40490</c:v>
                </c:pt>
                <c:pt idx="3257">
                  <c:v>40491</c:v>
                </c:pt>
                <c:pt idx="3258">
                  <c:v>40492</c:v>
                </c:pt>
                <c:pt idx="3259">
                  <c:v>40493</c:v>
                </c:pt>
                <c:pt idx="3260">
                  <c:v>40494</c:v>
                </c:pt>
                <c:pt idx="3261">
                  <c:v>40497</c:v>
                </c:pt>
                <c:pt idx="3262">
                  <c:v>40498</c:v>
                </c:pt>
                <c:pt idx="3263">
                  <c:v>40499</c:v>
                </c:pt>
                <c:pt idx="3264">
                  <c:v>40500</c:v>
                </c:pt>
                <c:pt idx="3265">
                  <c:v>40501</c:v>
                </c:pt>
                <c:pt idx="3266">
                  <c:v>40504</c:v>
                </c:pt>
                <c:pt idx="3267">
                  <c:v>40505</c:v>
                </c:pt>
                <c:pt idx="3268">
                  <c:v>40506</c:v>
                </c:pt>
                <c:pt idx="3269">
                  <c:v>40508</c:v>
                </c:pt>
                <c:pt idx="3270">
                  <c:v>40511</c:v>
                </c:pt>
                <c:pt idx="3271">
                  <c:v>40512</c:v>
                </c:pt>
                <c:pt idx="3272">
                  <c:v>40513</c:v>
                </c:pt>
                <c:pt idx="3273">
                  <c:v>40514</c:v>
                </c:pt>
                <c:pt idx="3274">
                  <c:v>40515</c:v>
                </c:pt>
                <c:pt idx="3275">
                  <c:v>40518</c:v>
                </c:pt>
                <c:pt idx="3276">
                  <c:v>40519</c:v>
                </c:pt>
                <c:pt idx="3277">
                  <c:v>40520</c:v>
                </c:pt>
                <c:pt idx="3278">
                  <c:v>40521</c:v>
                </c:pt>
                <c:pt idx="3279">
                  <c:v>40522</c:v>
                </c:pt>
                <c:pt idx="3280">
                  <c:v>40525</c:v>
                </c:pt>
                <c:pt idx="3281">
                  <c:v>40526</c:v>
                </c:pt>
                <c:pt idx="3282">
                  <c:v>40527</c:v>
                </c:pt>
                <c:pt idx="3283">
                  <c:v>40528</c:v>
                </c:pt>
                <c:pt idx="3284">
                  <c:v>40529</c:v>
                </c:pt>
                <c:pt idx="3285">
                  <c:v>40532</c:v>
                </c:pt>
                <c:pt idx="3286">
                  <c:v>40533</c:v>
                </c:pt>
                <c:pt idx="3287">
                  <c:v>40534</c:v>
                </c:pt>
                <c:pt idx="3288">
                  <c:v>40535</c:v>
                </c:pt>
                <c:pt idx="3289">
                  <c:v>40539</c:v>
                </c:pt>
                <c:pt idx="3290">
                  <c:v>40540</c:v>
                </c:pt>
                <c:pt idx="3291">
                  <c:v>40541</c:v>
                </c:pt>
                <c:pt idx="3292">
                  <c:v>40542</c:v>
                </c:pt>
                <c:pt idx="3293">
                  <c:v>40543</c:v>
                </c:pt>
                <c:pt idx="3294">
                  <c:v>40546</c:v>
                </c:pt>
                <c:pt idx="3295">
                  <c:v>40547</c:v>
                </c:pt>
                <c:pt idx="3296">
                  <c:v>40548</c:v>
                </c:pt>
                <c:pt idx="3297">
                  <c:v>40549</c:v>
                </c:pt>
                <c:pt idx="3298">
                  <c:v>40550</c:v>
                </c:pt>
                <c:pt idx="3299">
                  <c:v>40553</c:v>
                </c:pt>
                <c:pt idx="3300">
                  <c:v>40554</c:v>
                </c:pt>
                <c:pt idx="3301">
                  <c:v>40555</c:v>
                </c:pt>
                <c:pt idx="3302">
                  <c:v>40556</c:v>
                </c:pt>
                <c:pt idx="3303">
                  <c:v>40557</c:v>
                </c:pt>
                <c:pt idx="3304">
                  <c:v>40561</c:v>
                </c:pt>
                <c:pt idx="3305">
                  <c:v>40562</c:v>
                </c:pt>
                <c:pt idx="3306">
                  <c:v>40563</c:v>
                </c:pt>
                <c:pt idx="3307">
                  <c:v>40564</c:v>
                </c:pt>
                <c:pt idx="3308">
                  <c:v>40567</c:v>
                </c:pt>
                <c:pt idx="3309">
                  <c:v>40568</c:v>
                </c:pt>
                <c:pt idx="3310">
                  <c:v>40569</c:v>
                </c:pt>
                <c:pt idx="3311">
                  <c:v>40570</c:v>
                </c:pt>
                <c:pt idx="3312">
                  <c:v>40571</c:v>
                </c:pt>
                <c:pt idx="3313">
                  <c:v>40574</c:v>
                </c:pt>
                <c:pt idx="3314">
                  <c:v>40575</c:v>
                </c:pt>
                <c:pt idx="3315">
                  <c:v>40576</c:v>
                </c:pt>
                <c:pt idx="3316">
                  <c:v>40577</c:v>
                </c:pt>
                <c:pt idx="3317">
                  <c:v>40578</c:v>
                </c:pt>
                <c:pt idx="3318">
                  <c:v>40581</c:v>
                </c:pt>
                <c:pt idx="3319">
                  <c:v>40582</c:v>
                </c:pt>
                <c:pt idx="3320">
                  <c:v>40583</c:v>
                </c:pt>
                <c:pt idx="3321">
                  <c:v>40584</c:v>
                </c:pt>
                <c:pt idx="3322">
                  <c:v>40585</c:v>
                </c:pt>
                <c:pt idx="3323">
                  <c:v>40588</c:v>
                </c:pt>
                <c:pt idx="3324">
                  <c:v>40589</c:v>
                </c:pt>
                <c:pt idx="3325">
                  <c:v>40590</c:v>
                </c:pt>
                <c:pt idx="3326">
                  <c:v>40591</c:v>
                </c:pt>
                <c:pt idx="3327">
                  <c:v>40592</c:v>
                </c:pt>
                <c:pt idx="3328">
                  <c:v>40596</c:v>
                </c:pt>
                <c:pt idx="3329">
                  <c:v>40597</c:v>
                </c:pt>
                <c:pt idx="3330">
                  <c:v>40598</c:v>
                </c:pt>
                <c:pt idx="3331">
                  <c:v>40599</c:v>
                </c:pt>
                <c:pt idx="3332">
                  <c:v>40602</c:v>
                </c:pt>
                <c:pt idx="3333">
                  <c:v>40603</c:v>
                </c:pt>
                <c:pt idx="3334">
                  <c:v>40604</c:v>
                </c:pt>
                <c:pt idx="3335">
                  <c:v>40605</c:v>
                </c:pt>
                <c:pt idx="3336">
                  <c:v>40606</c:v>
                </c:pt>
                <c:pt idx="3337">
                  <c:v>40609</c:v>
                </c:pt>
                <c:pt idx="3338">
                  <c:v>40610</c:v>
                </c:pt>
                <c:pt idx="3339">
                  <c:v>40611</c:v>
                </c:pt>
                <c:pt idx="3340">
                  <c:v>40612</c:v>
                </c:pt>
                <c:pt idx="3341">
                  <c:v>40613</c:v>
                </c:pt>
                <c:pt idx="3342">
                  <c:v>40616</c:v>
                </c:pt>
                <c:pt idx="3343">
                  <c:v>40617</c:v>
                </c:pt>
                <c:pt idx="3344">
                  <c:v>40618</c:v>
                </c:pt>
                <c:pt idx="3345">
                  <c:v>40619</c:v>
                </c:pt>
                <c:pt idx="3346">
                  <c:v>40620</c:v>
                </c:pt>
                <c:pt idx="3347">
                  <c:v>40623</c:v>
                </c:pt>
                <c:pt idx="3348">
                  <c:v>40624</c:v>
                </c:pt>
                <c:pt idx="3349">
                  <c:v>40625</c:v>
                </c:pt>
                <c:pt idx="3350">
                  <c:v>40626</c:v>
                </c:pt>
                <c:pt idx="3351">
                  <c:v>40627</c:v>
                </c:pt>
                <c:pt idx="3352">
                  <c:v>40630</c:v>
                </c:pt>
                <c:pt idx="3353">
                  <c:v>40631</c:v>
                </c:pt>
                <c:pt idx="3354">
                  <c:v>40632</c:v>
                </c:pt>
                <c:pt idx="3355">
                  <c:v>40633</c:v>
                </c:pt>
                <c:pt idx="3356">
                  <c:v>40634</c:v>
                </c:pt>
                <c:pt idx="3357">
                  <c:v>40637</c:v>
                </c:pt>
                <c:pt idx="3358">
                  <c:v>40638</c:v>
                </c:pt>
                <c:pt idx="3359">
                  <c:v>40639</c:v>
                </c:pt>
                <c:pt idx="3360">
                  <c:v>40640</c:v>
                </c:pt>
                <c:pt idx="3361">
                  <c:v>40641</c:v>
                </c:pt>
                <c:pt idx="3362">
                  <c:v>40644</c:v>
                </c:pt>
                <c:pt idx="3363">
                  <c:v>40645</c:v>
                </c:pt>
                <c:pt idx="3364">
                  <c:v>40646</c:v>
                </c:pt>
                <c:pt idx="3365">
                  <c:v>40647</c:v>
                </c:pt>
                <c:pt idx="3366">
                  <c:v>40648</c:v>
                </c:pt>
                <c:pt idx="3367">
                  <c:v>40651</c:v>
                </c:pt>
                <c:pt idx="3368">
                  <c:v>40652</c:v>
                </c:pt>
                <c:pt idx="3369">
                  <c:v>40653</c:v>
                </c:pt>
                <c:pt idx="3370">
                  <c:v>40654</c:v>
                </c:pt>
                <c:pt idx="3371">
                  <c:v>40658</c:v>
                </c:pt>
                <c:pt idx="3372">
                  <c:v>40659</c:v>
                </c:pt>
                <c:pt idx="3373">
                  <c:v>40660</c:v>
                </c:pt>
                <c:pt idx="3374">
                  <c:v>40661</c:v>
                </c:pt>
                <c:pt idx="3375">
                  <c:v>40662</c:v>
                </c:pt>
                <c:pt idx="3376">
                  <c:v>40665</c:v>
                </c:pt>
                <c:pt idx="3377">
                  <c:v>40666</c:v>
                </c:pt>
                <c:pt idx="3378">
                  <c:v>40667</c:v>
                </c:pt>
                <c:pt idx="3379">
                  <c:v>40668</c:v>
                </c:pt>
                <c:pt idx="3380">
                  <c:v>40669</c:v>
                </c:pt>
                <c:pt idx="3381">
                  <c:v>40672</c:v>
                </c:pt>
                <c:pt idx="3382">
                  <c:v>40673</c:v>
                </c:pt>
                <c:pt idx="3383">
                  <c:v>40674</c:v>
                </c:pt>
                <c:pt idx="3384">
                  <c:v>40675</c:v>
                </c:pt>
                <c:pt idx="3385">
                  <c:v>40676</c:v>
                </c:pt>
                <c:pt idx="3386">
                  <c:v>40679</c:v>
                </c:pt>
                <c:pt idx="3387">
                  <c:v>40680</c:v>
                </c:pt>
                <c:pt idx="3388">
                  <c:v>40681</c:v>
                </c:pt>
                <c:pt idx="3389">
                  <c:v>40682</c:v>
                </c:pt>
                <c:pt idx="3390">
                  <c:v>40683</c:v>
                </c:pt>
                <c:pt idx="3391">
                  <c:v>40686</c:v>
                </c:pt>
                <c:pt idx="3392">
                  <c:v>40687</c:v>
                </c:pt>
                <c:pt idx="3393">
                  <c:v>40688</c:v>
                </c:pt>
                <c:pt idx="3394">
                  <c:v>40689</c:v>
                </c:pt>
                <c:pt idx="3395">
                  <c:v>40690</c:v>
                </c:pt>
                <c:pt idx="3396">
                  <c:v>40694</c:v>
                </c:pt>
                <c:pt idx="3397">
                  <c:v>40695</c:v>
                </c:pt>
                <c:pt idx="3398">
                  <c:v>40696</c:v>
                </c:pt>
                <c:pt idx="3399">
                  <c:v>40697</c:v>
                </c:pt>
                <c:pt idx="3400">
                  <c:v>40700</c:v>
                </c:pt>
                <c:pt idx="3401">
                  <c:v>40701</c:v>
                </c:pt>
                <c:pt idx="3402">
                  <c:v>40702</c:v>
                </c:pt>
                <c:pt idx="3403">
                  <c:v>40703</c:v>
                </c:pt>
                <c:pt idx="3404">
                  <c:v>40704</c:v>
                </c:pt>
                <c:pt idx="3405">
                  <c:v>40707</c:v>
                </c:pt>
                <c:pt idx="3406">
                  <c:v>40708</c:v>
                </c:pt>
                <c:pt idx="3407">
                  <c:v>40709</c:v>
                </c:pt>
                <c:pt idx="3408">
                  <c:v>40710</c:v>
                </c:pt>
                <c:pt idx="3409">
                  <c:v>40711</c:v>
                </c:pt>
                <c:pt idx="3410">
                  <c:v>40714</c:v>
                </c:pt>
                <c:pt idx="3411">
                  <c:v>40715</c:v>
                </c:pt>
                <c:pt idx="3412">
                  <c:v>40716</c:v>
                </c:pt>
                <c:pt idx="3413">
                  <c:v>40717</c:v>
                </c:pt>
                <c:pt idx="3414">
                  <c:v>40718</c:v>
                </c:pt>
                <c:pt idx="3415">
                  <c:v>40721</c:v>
                </c:pt>
                <c:pt idx="3416">
                  <c:v>40722</c:v>
                </c:pt>
                <c:pt idx="3417">
                  <c:v>40723</c:v>
                </c:pt>
                <c:pt idx="3418">
                  <c:v>40724</c:v>
                </c:pt>
                <c:pt idx="3419">
                  <c:v>40725</c:v>
                </c:pt>
                <c:pt idx="3420">
                  <c:v>40729</c:v>
                </c:pt>
                <c:pt idx="3421">
                  <c:v>40730</c:v>
                </c:pt>
                <c:pt idx="3422">
                  <c:v>40731</c:v>
                </c:pt>
                <c:pt idx="3423">
                  <c:v>40732</c:v>
                </c:pt>
                <c:pt idx="3424">
                  <c:v>40735</c:v>
                </c:pt>
                <c:pt idx="3425">
                  <c:v>40736</c:v>
                </c:pt>
                <c:pt idx="3426">
                  <c:v>40737</c:v>
                </c:pt>
                <c:pt idx="3427">
                  <c:v>40738</c:v>
                </c:pt>
                <c:pt idx="3428">
                  <c:v>40739</c:v>
                </c:pt>
                <c:pt idx="3429">
                  <c:v>40742</c:v>
                </c:pt>
                <c:pt idx="3430">
                  <c:v>40743</c:v>
                </c:pt>
                <c:pt idx="3431">
                  <c:v>40744</c:v>
                </c:pt>
                <c:pt idx="3432">
                  <c:v>40745</c:v>
                </c:pt>
                <c:pt idx="3433">
                  <c:v>40746</c:v>
                </c:pt>
                <c:pt idx="3434">
                  <c:v>40749</c:v>
                </c:pt>
                <c:pt idx="3435">
                  <c:v>40750</c:v>
                </c:pt>
                <c:pt idx="3436">
                  <c:v>40751</c:v>
                </c:pt>
                <c:pt idx="3437">
                  <c:v>40752</c:v>
                </c:pt>
                <c:pt idx="3438">
                  <c:v>40753</c:v>
                </c:pt>
                <c:pt idx="3439">
                  <c:v>40756</c:v>
                </c:pt>
                <c:pt idx="3440">
                  <c:v>40757</c:v>
                </c:pt>
                <c:pt idx="3441">
                  <c:v>40758</c:v>
                </c:pt>
                <c:pt idx="3442">
                  <c:v>40759</c:v>
                </c:pt>
                <c:pt idx="3443">
                  <c:v>40760</c:v>
                </c:pt>
                <c:pt idx="3444">
                  <c:v>40763</c:v>
                </c:pt>
                <c:pt idx="3445">
                  <c:v>40764</c:v>
                </c:pt>
                <c:pt idx="3446">
                  <c:v>40765</c:v>
                </c:pt>
                <c:pt idx="3447">
                  <c:v>40766</c:v>
                </c:pt>
                <c:pt idx="3448">
                  <c:v>40767</c:v>
                </c:pt>
                <c:pt idx="3449">
                  <c:v>40770</c:v>
                </c:pt>
                <c:pt idx="3450">
                  <c:v>40771</c:v>
                </c:pt>
                <c:pt idx="3451">
                  <c:v>40772</c:v>
                </c:pt>
                <c:pt idx="3452">
                  <c:v>40773</c:v>
                </c:pt>
                <c:pt idx="3453">
                  <c:v>40774</c:v>
                </c:pt>
                <c:pt idx="3454">
                  <c:v>40777</c:v>
                </c:pt>
                <c:pt idx="3455">
                  <c:v>40778</c:v>
                </c:pt>
                <c:pt idx="3456">
                  <c:v>40779</c:v>
                </c:pt>
                <c:pt idx="3457">
                  <c:v>40780</c:v>
                </c:pt>
                <c:pt idx="3458">
                  <c:v>40781</c:v>
                </c:pt>
                <c:pt idx="3459">
                  <c:v>40784</c:v>
                </c:pt>
                <c:pt idx="3460">
                  <c:v>40785</c:v>
                </c:pt>
                <c:pt idx="3461">
                  <c:v>40786</c:v>
                </c:pt>
                <c:pt idx="3462">
                  <c:v>40787</c:v>
                </c:pt>
                <c:pt idx="3463">
                  <c:v>40788</c:v>
                </c:pt>
                <c:pt idx="3464">
                  <c:v>40792</c:v>
                </c:pt>
                <c:pt idx="3465">
                  <c:v>40793</c:v>
                </c:pt>
                <c:pt idx="3466">
                  <c:v>40794</c:v>
                </c:pt>
                <c:pt idx="3467">
                  <c:v>40795</c:v>
                </c:pt>
                <c:pt idx="3468">
                  <c:v>40798</c:v>
                </c:pt>
                <c:pt idx="3469">
                  <c:v>40799</c:v>
                </c:pt>
                <c:pt idx="3470">
                  <c:v>40800</c:v>
                </c:pt>
                <c:pt idx="3471">
                  <c:v>40801</c:v>
                </c:pt>
                <c:pt idx="3472">
                  <c:v>40802</c:v>
                </c:pt>
                <c:pt idx="3473">
                  <c:v>40805</c:v>
                </c:pt>
                <c:pt idx="3474">
                  <c:v>40806</c:v>
                </c:pt>
                <c:pt idx="3475">
                  <c:v>40807</c:v>
                </c:pt>
                <c:pt idx="3476">
                  <c:v>40808</c:v>
                </c:pt>
                <c:pt idx="3477">
                  <c:v>40809</c:v>
                </c:pt>
                <c:pt idx="3478">
                  <c:v>40812</c:v>
                </c:pt>
                <c:pt idx="3479">
                  <c:v>40813</c:v>
                </c:pt>
                <c:pt idx="3480">
                  <c:v>40814</c:v>
                </c:pt>
                <c:pt idx="3481">
                  <c:v>40815</c:v>
                </c:pt>
                <c:pt idx="3482">
                  <c:v>40816</c:v>
                </c:pt>
                <c:pt idx="3483">
                  <c:v>40819</c:v>
                </c:pt>
                <c:pt idx="3484">
                  <c:v>40820</c:v>
                </c:pt>
                <c:pt idx="3485">
                  <c:v>40821</c:v>
                </c:pt>
                <c:pt idx="3486">
                  <c:v>40822</c:v>
                </c:pt>
                <c:pt idx="3487">
                  <c:v>40823</c:v>
                </c:pt>
                <c:pt idx="3488">
                  <c:v>40826</c:v>
                </c:pt>
                <c:pt idx="3489">
                  <c:v>40827</c:v>
                </c:pt>
                <c:pt idx="3490">
                  <c:v>40828</c:v>
                </c:pt>
                <c:pt idx="3491">
                  <c:v>40829</c:v>
                </c:pt>
                <c:pt idx="3492">
                  <c:v>40830</c:v>
                </c:pt>
                <c:pt idx="3493">
                  <c:v>40833</c:v>
                </c:pt>
                <c:pt idx="3494">
                  <c:v>40834</c:v>
                </c:pt>
                <c:pt idx="3495">
                  <c:v>40835</c:v>
                </c:pt>
                <c:pt idx="3496">
                  <c:v>40836</c:v>
                </c:pt>
                <c:pt idx="3497">
                  <c:v>40837</c:v>
                </c:pt>
                <c:pt idx="3498">
                  <c:v>40840</c:v>
                </c:pt>
                <c:pt idx="3499">
                  <c:v>40841</c:v>
                </c:pt>
                <c:pt idx="3500">
                  <c:v>40842</c:v>
                </c:pt>
                <c:pt idx="3501">
                  <c:v>40843</c:v>
                </c:pt>
                <c:pt idx="3502">
                  <c:v>40844</c:v>
                </c:pt>
                <c:pt idx="3503">
                  <c:v>40847</c:v>
                </c:pt>
                <c:pt idx="3504">
                  <c:v>40848</c:v>
                </c:pt>
                <c:pt idx="3505">
                  <c:v>40849</c:v>
                </c:pt>
                <c:pt idx="3506">
                  <c:v>40850</c:v>
                </c:pt>
                <c:pt idx="3507">
                  <c:v>40851</c:v>
                </c:pt>
                <c:pt idx="3508">
                  <c:v>40854</c:v>
                </c:pt>
                <c:pt idx="3509">
                  <c:v>40855</c:v>
                </c:pt>
                <c:pt idx="3510">
                  <c:v>40856</c:v>
                </c:pt>
                <c:pt idx="3511">
                  <c:v>40857</c:v>
                </c:pt>
                <c:pt idx="3512">
                  <c:v>40858</c:v>
                </c:pt>
                <c:pt idx="3513">
                  <c:v>40861</c:v>
                </c:pt>
                <c:pt idx="3514">
                  <c:v>40862</c:v>
                </c:pt>
                <c:pt idx="3515">
                  <c:v>40863</c:v>
                </c:pt>
                <c:pt idx="3516">
                  <c:v>40864</c:v>
                </c:pt>
                <c:pt idx="3517">
                  <c:v>40865</c:v>
                </c:pt>
                <c:pt idx="3518">
                  <c:v>40868</c:v>
                </c:pt>
                <c:pt idx="3519">
                  <c:v>40869</c:v>
                </c:pt>
                <c:pt idx="3520">
                  <c:v>40870</c:v>
                </c:pt>
                <c:pt idx="3521">
                  <c:v>40872</c:v>
                </c:pt>
                <c:pt idx="3522">
                  <c:v>40875</c:v>
                </c:pt>
                <c:pt idx="3523">
                  <c:v>40876</c:v>
                </c:pt>
                <c:pt idx="3524">
                  <c:v>40877</c:v>
                </c:pt>
                <c:pt idx="3525">
                  <c:v>40878</c:v>
                </c:pt>
                <c:pt idx="3526">
                  <c:v>40879</c:v>
                </c:pt>
                <c:pt idx="3527">
                  <c:v>40882</c:v>
                </c:pt>
                <c:pt idx="3528">
                  <c:v>40883</c:v>
                </c:pt>
                <c:pt idx="3529">
                  <c:v>40884</c:v>
                </c:pt>
                <c:pt idx="3530">
                  <c:v>40885</c:v>
                </c:pt>
                <c:pt idx="3531">
                  <c:v>40886</c:v>
                </c:pt>
                <c:pt idx="3532">
                  <c:v>40889</c:v>
                </c:pt>
                <c:pt idx="3533">
                  <c:v>40890</c:v>
                </c:pt>
                <c:pt idx="3534">
                  <c:v>40891</c:v>
                </c:pt>
                <c:pt idx="3535">
                  <c:v>40892</c:v>
                </c:pt>
                <c:pt idx="3536">
                  <c:v>40893</c:v>
                </c:pt>
                <c:pt idx="3537">
                  <c:v>40896</c:v>
                </c:pt>
                <c:pt idx="3538">
                  <c:v>40897</c:v>
                </c:pt>
                <c:pt idx="3539">
                  <c:v>40898</c:v>
                </c:pt>
                <c:pt idx="3540">
                  <c:v>40899</c:v>
                </c:pt>
                <c:pt idx="3541">
                  <c:v>40900</c:v>
                </c:pt>
                <c:pt idx="3542">
                  <c:v>40904</c:v>
                </c:pt>
                <c:pt idx="3543">
                  <c:v>40905</c:v>
                </c:pt>
                <c:pt idx="3544">
                  <c:v>40906</c:v>
                </c:pt>
                <c:pt idx="3545">
                  <c:v>40907</c:v>
                </c:pt>
                <c:pt idx="3546">
                  <c:v>40911</c:v>
                </c:pt>
                <c:pt idx="3547">
                  <c:v>40912</c:v>
                </c:pt>
                <c:pt idx="3548">
                  <c:v>40913</c:v>
                </c:pt>
                <c:pt idx="3549">
                  <c:v>40914</c:v>
                </c:pt>
                <c:pt idx="3550">
                  <c:v>40917</c:v>
                </c:pt>
                <c:pt idx="3551">
                  <c:v>40918</c:v>
                </c:pt>
                <c:pt idx="3552">
                  <c:v>40919</c:v>
                </c:pt>
                <c:pt idx="3553">
                  <c:v>40920</c:v>
                </c:pt>
                <c:pt idx="3554">
                  <c:v>40921</c:v>
                </c:pt>
                <c:pt idx="3555">
                  <c:v>40925</c:v>
                </c:pt>
                <c:pt idx="3556">
                  <c:v>40926</c:v>
                </c:pt>
                <c:pt idx="3557">
                  <c:v>40927</c:v>
                </c:pt>
                <c:pt idx="3558">
                  <c:v>40928</c:v>
                </c:pt>
                <c:pt idx="3559">
                  <c:v>40931</c:v>
                </c:pt>
                <c:pt idx="3560">
                  <c:v>40932</c:v>
                </c:pt>
                <c:pt idx="3561">
                  <c:v>40933</c:v>
                </c:pt>
                <c:pt idx="3562">
                  <c:v>40934</c:v>
                </c:pt>
                <c:pt idx="3563">
                  <c:v>40935</c:v>
                </c:pt>
                <c:pt idx="3564">
                  <c:v>40938</c:v>
                </c:pt>
                <c:pt idx="3565">
                  <c:v>40939</c:v>
                </c:pt>
                <c:pt idx="3566">
                  <c:v>40940</c:v>
                </c:pt>
                <c:pt idx="3567">
                  <c:v>40941</c:v>
                </c:pt>
                <c:pt idx="3568">
                  <c:v>40942</c:v>
                </c:pt>
                <c:pt idx="3569">
                  <c:v>40945</c:v>
                </c:pt>
                <c:pt idx="3570">
                  <c:v>40946</c:v>
                </c:pt>
                <c:pt idx="3571">
                  <c:v>40947</c:v>
                </c:pt>
                <c:pt idx="3572">
                  <c:v>40948</c:v>
                </c:pt>
                <c:pt idx="3573">
                  <c:v>40949</c:v>
                </c:pt>
                <c:pt idx="3574">
                  <c:v>40952</c:v>
                </c:pt>
                <c:pt idx="3575">
                  <c:v>40953</c:v>
                </c:pt>
                <c:pt idx="3576">
                  <c:v>40954</c:v>
                </c:pt>
                <c:pt idx="3577">
                  <c:v>40955</c:v>
                </c:pt>
                <c:pt idx="3578">
                  <c:v>40956</c:v>
                </c:pt>
                <c:pt idx="3579">
                  <c:v>40960</c:v>
                </c:pt>
                <c:pt idx="3580">
                  <c:v>40961</c:v>
                </c:pt>
                <c:pt idx="3581">
                  <c:v>40962</c:v>
                </c:pt>
                <c:pt idx="3582">
                  <c:v>40963</c:v>
                </c:pt>
                <c:pt idx="3583">
                  <c:v>40966</c:v>
                </c:pt>
                <c:pt idx="3584">
                  <c:v>40967</c:v>
                </c:pt>
                <c:pt idx="3585">
                  <c:v>40968</c:v>
                </c:pt>
                <c:pt idx="3586">
                  <c:v>40969</c:v>
                </c:pt>
                <c:pt idx="3587">
                  <c:v>40970</c:v>
                </c:pt>
                <c:pt idx="3588">
                  <c:v>40973</c:v>
                </c:pt>
                <c:pt idx="3589">
                  <c:v>40974</c:v>
                </c:pt>
                <c:pt idx="3590">
                  <c:v>40975</c:v>
                </c:pt>
                <c:pt idx="3591">
                  <c:v>40976</c:v>
                </c:pt>
                <c:pt idx="3592">
                  <c:v>40977</c:v>
                </c:pt>
                <c:pt idx="3593">
                  <c:v>40980</c:v>
                </c:pt>
                <c:pt idx="3594">
                  <c:v>40981</c:v>
                </c:pt>
                <c:pt idx="3595">
                  <c:v>40982</c:v>
                </c:pt>
                <c:pt idx="3596">
                  <c:v>40983</c:v>
                </c:pt>
                <c:pt idx="3597">
                  <c:v>40984</c:v>
                </c:pt>
                <c:pt idx="3598">
                  <c:v>40987</c:v>
                </c:pt>
                <c:pt idx="3599">
                  <c:v>40988</c:v>
                </c:pt>
                <c:pt idx="3600">
                  <c:v>40989</c:v>
                </c:pt>
                <c:pt idx="3601">
                  <c:v>40990</c:v>
                </c:pt>
                <c:pt idx="3602">
                  <c:v>40991</c:v>
                </c:pt>
                <c:pt idx="3603">
                  <c:v>40994</c:v>
                </c:pt>
                <c:pt idx="3604">
                  <c:v>40995</c:v>
                </c:pt>
                <c:pt idx="3605">
                  <c:v>40996</c:v>
                </c:pt>
                <c:pt idx="3606">
                  <c:v>40997</c:v>
                </c:pt>
                <c:pt idx="3607">
                  <c:v>40998</c:v>
                </c:pt>
                <c:pt idx="3608">
                  <c:v>41001</c:v>
                </c:pt>
                <c:pt idx="3609">
                  <c:v>41002</c:v>
                </c:pt>
                <c:pt idx="3610">
                  <c:v>41003</c:v>
                </c:pt>
                <c:pt idx="3611">
                  <c:v>41004</c:v>
                </c:pt>
                <c:pt idx="3612">
                  <c:v>41008</c:v>
                </c:pt>
                <c:pt idx="3613">
                  <c:v>41009</c:v>
                </c:pt>
                <c:pt idx="3614">
                  <c:v>41010</c:v>
                </c:pt>
                <c:pt idx="3615">
                  <c:v>41011</c:v>
                </c:pt>
                <c:pt idx="3616">
                  <c:v>41012</c:v>
                </c:pt>
                <c:pt idx="3617">
                  <c:v>41015</c:v>
                </c:pt>
                <c:pt idx="3618">
                  <c:v>41016</c:v>
                </c:pt>
                <c:pt idx="3619">
                  <c:v>41017</c:v>
                </c:pt>
                <c:pt idx="3620">
                  <c:v>41018</c:v>
                </c:pt>
                <c:pt idx="3621">
                  <c:v>41019</c:v>
                </c:pt>
                <c:pt idx="3622">
                  <c:v>41022</c:v>
                </c:pt>
                <c:pt idx="3623">
                  <c:v>41023</c:v>
                </c:pt>
                <c:pt idx="3624">
                  <c:v>41024</c:v>
                </c:pt>
                <c:pt idx="3625">
                  <c:v>41025</c:v>
                </c:pt>
                <c:pt idx="3626">
                  <c:v>41026</c:v>
                </c:pt>
                <c:pt idx="3627">
                  <c:v>41029</c:v>
                </c:pt>
                <c:pt idx="3628">
                  <c:v>41030</c:v>
                </c:pt>
                <c:pt idx="3629">
                  <c:v>41031</c:v>
                </c:pt>
                <c:pt idx="3630">
                  <c:v>41032</c:v>
                </c:pt>
                <c:pt idx="3631">
                  <c:v>41033</c:v>
                </c:pt>
                <c:pt idx="3632">
                  <c:v>41036</c:v>
                </c:pt>
                <c:pt idx="3633">
                  <c:v>41037</c:v>
                </c:pt>
                <c:pt idx="3634">
                  <c:v>41038</c:v>
                </c:pt>
                <c:pt idx="3635">
                  <c:v>41039</c:v>
                </c:pt>
                <c:pt idx="3636">
                  <c:v>41040</c:v>
                </c:pt>
                <c:pt idx="3637">
                  <c:v>41043</c:v>
                </c:pt>
                <c:pt idx="3638">
                  <c:v>41044</c:v>
                </c:pt>
                <c:pt idx="3639">
                  <c:v>41045</c:v>
                </c:pt>
                <c:pt idx="3640">
                  <c:v>41046</c:v>
                </c:pt>
                <c:pt idx="3641">
                  <c:v>41047</c:v>
                </c:pt>
                <c:pt idx="3642">
                  <c:v>41050</c:v>
                </c:pt>
                <c:pt idx="3643">
                  <c:v>41051</c:v>
                </c:pt>
                <c:pt idx="3644">
                  <c:v>41052</c:v>
                </c:pt>
                <c:pt idx="3645">
                  <c:v>41053</c:v>
                </c:pt>
                <c:pt idx="3646">
                  <c:v>41054</c:v>
                </c:pt>
                <c:pt idx="3647">
                  <c:v>41058</c:v>
                </c:pt>
                <c:pt idx="3648">
                  <c:v>41059</c:v>
                </c:pt>
                <c:pt idx="3649">
                  <c:v>41060</c:v>
                </c:pt>
                <c:pt idx="3650">
                  <c:v>41061</c:v>
                </c:pt>
                <c:pt idx="3651">
                  <c:v>41064</c:v>
                </c:pt>
                <c:pt idx="3652">
                  <c:v>41065</c:v>
                </c:pt>
                <c:pt idx="3653">
                  <c:v>41066</c:v>
                </c:pt>
                <c:pt idx="3654">
                  <c:v>41067</c:v>
                </c:pt>
                <c:pt idx="3655">
                  <c:v>41068</c:v>
                </c:pt>
                <c:pt idx="3656">
                  <c:v>41071</c:v>
                </c:pt>
                <c:pt idx="3657">
                  <c:v>41072</c:v>
                </c:pt>
                <c:pt idx="3658">
                  <c:v>41073</c:v>
                </c:pt>
                <c:pt idx="3659">
                  <c:v>41074</c:v>
                </c:pt>
                <c:pt idx="3660">
                  <c:v>41075</c:v>
                </c:pt>
                <c:pt idx="3661">
                  <c:v>41078</c:v>
                </c:pt>
                <c:pt idx="3662">
                  <c:v>41079</c:v>
                </c:pt>
                <c:pt idx="3663">
                  <c:v>41080</c:v>
                </c:pt>
                <c:pt idx="3664">
                  <c:v>41081</c:v>
                </c:pt>
                <c:pt idx="3665">
                  <c:v>41082</c:v>
                </c:pt>
                <c:pt idx="3666">
                  <c:v>41085</c:v>
                </c:pt>
                <c:pt idx="3667">
                  <c:v>41086</c:v>
                </c:pt>
                <c:pt idx="3668">
                  <c:v>41087</c:v>
                </c:pt>
                <c:pt idx="3669">
                  <c:v>41088</c:v>
                </c:pt>
                <c:pt idx="3670">
                  <c:v>41089</c:v>
                </c:pt>
                <c:pt idx="3671">
                  <c:v>41092</c:v>
                </c:pt>
                <c:pt idx="3672">
                  <c:v>41093</c:v>
                </c:pt>
                <c:pt idx="3673">
                  <c:v>41095</c:v>
                </c:pt>
                <c:pt idx="3674">
                  <c:v>41096</c:v>
                </c:pt>
                <c:pt idx="3675">
                  <c:v>41099</c:v>
                </c:pt>
                <c:pt idx="3676">
                  <c:v>41100</c:v>
                </c:pt>
                <c:pt idx="3677">
                  <c:v>41101</c:v>
                </c:pt>
                <c:pt idx="3678">
                  <c:v>41102</c:v>
                </c:pt>
                <c:pt idx="3679">
                  <c:v>41103</c:v>
                </c:pt>
                <c:pt idx="3680">
                  <c:v>41106</c:v>
                </c:pt>
                <c:pt idx="3681">
                  <c:v>41107</c:v>
                </c:pt>
                <c:pt idx="3682">
                  <c:v>41108</c:v>
                </c:pt>
                <c:pt idx="3683">
                  <c:v>41109</c:v>
                </c:pt>
                <c:pt idx="3684">
                  <c:v>41110</c:v>
                </c:pt>
                <c:pt idx="3685">
                  <c:v>41113</c:v>
                </c:pt>
                <c:pt idx="3686">
                  <c:v>41114</c:v>
                </c:pt>
                <c:pt idx="3687">
                  <c:v>41115</c:v>
                </c:pt>
                <c:pt idx="3688">
                  <c:v>41116</c:v>
                </c:pt>
                <c:pt idx="3689">
                  <c:v>41117</c:v>
                </c:pt>
                <c:pt idx="3690">
                  <c:v>41120</c:v>
                </c:pt>
                <c:pt idx="3691">
                  <c:v>41121</c:v>
                </c:pt>
                <c:pt idx="3692">
                  <c:v>41122</c:v>
                </c:pt>
                <c:pt idx="3693">
                  <c:v>41123</c:v>
                </c:pt>
                <c:pt idx="3694">
                  <c:v>41124</c:v>
                </c:pt>
                <c:pt idx="3695">
                  <c:v>41127</c:v>
                </c:pt>
                <c:pt idx="3696">
                  <c:v>41128</c:v>
                </c:pt>
                <c:pt idx="3697">
                  <c:v>41129</c:v>
                </c:pt>
                <c:pt idx="3698">
                  <c:v>41130</c:v>
                </c:pt>
                <c:pt idx="3699">
                  <c:v>41131</c:v>
                </c:pt>
                <c:pt idx="3700">
                  <c:v>41134</c:v>
                </c:pt>
                <c:pt idx="3701">
                  <c:v>41135</c:v>
                </c:pt>
                <c:pt idx="3702">
                  <c:v>41136</c:v>
                </c:pt>
                <c:pt idx="3703">
                  <c:v>41137</c:v>
                </c:pt>
                <c:pt idx="3704">
                  <c:v>41138</c:v>
                </c:pt>
                <c:pt idx="3705">
                  <c:v>41141</c:v>
                </c:pt>
                <c:pt idx="3706">
                  <c:v>41142</c:v>
                </c:pt>
                <c:pt idx="3707">
                  <c:v>41143</c:v>
                </c:pt>
                <c:pt idx="3708">
                  <c:v>41144</c:v>
                </c:pt>
                <c:pt idx="3709">
                  <c:v>41145</c:v>
                </c:pt>
                <c:pt idx="3710">
                  <c:v>41148</c:v>
                </c:pt>
                <c:pt idx="3711">
                  <c:v>41149</c:v>
                </c:pt>
                <c:pt idx="3712">
                  <c:v>41150</c:v>
                </c:pt>
                <c:pt idx="3713">
                  <c:v>41151</c:v>
                </c:pt>
                <c:pt idx="3714">
                  <c:v>41152</c:v>
                </c:pt>
                <c:pt idx="3715">
                  <c:v>41156</c:v>
                </c:pt>
                <c:pt idx="3716">
                  <c:v>41157</c:v>
                </c:pt>
                <c:pt idx="3717">
                  <c:v>41158</c:v>
                </c:pt>
                <c:pt idx="3718">
                  <c:v>41159</c:v>
                </c:pt>
                <c:pt idx="3719">
                  <c:v>41162</c:v>
                </c:pt>
                <c:pt idx="3720">
                  <c:v>41163</c:v>
                </c:pt>
                <c:pt idx="3721">
                  <c:v>41164</c:v>
                </c:pt>
                <c:pt idx="3722">
                  <c:v>41165</c:v>
                </c:pt>
                <c:pt idx="3723">
                  <c:v>41166</c:v>
                </c:pt>
                <c:pt idx="3724">
                  <c:v>41169</c:v>
                </c:pt>
                <c:pt idx="3725">
                  <c:v>41170</c:v>
                </c:pt>
                <c:pt idx="3726">
                  <c:v>41171</c:v>
                </c:pt>
                <c:pt idx="3727">
                  <c:v>41172</c:v>
                </c:pt>
                <c:pt idx="3728">
                  <c:v>41173</c:v>
                </c:pt>
                <c:pt idx="3729">
                  <c:v>41176</c:v>
                </c:pt>
                <c:pt idx="3730">
                  <c:v>41177</c:v>
                </c:pt>
                <c:pt idx="3731">
                  <c:v>41178</c:v>
                </c:pt>
                <c:pt idx="3732">
                  <c:v>41179</c:v>
                </c:pt>
                <c:pt idx="3733">
                  <c:v>41180</c:v>
                </c:pt>
                <c:pt idx="3734">
                  <c:v>41183</c:v>
                </c:pt>
                <c:pt idx="3735">
                  <c:v>41184</c:v>
                </c:pt>
                <c:pt idx="3736">
                  <c:v>41185</c:v>
                </c:pt>
                <c:pt idx="3737">
                  <c:v>41186</c:v>
                </c:pt>
                <c:pt idx="3738">
                  <c:v>41187</c:v>
                </c:pt>
                <c:pt idx="3739">
                  <c:v>41190</c:v>
                </c:pt>
                <c:pt idx="3740">
                  <c:v>41191</c:v>
                </c:pt>
                <c:pt idx="3741">
                  <c:v>41192</c:v>
                </c:pt>
                <c:pt idx="3742">
                  <c:v>41193</c:v>
                </c:pt>
                <c:pt idx="3743">
                  <c:v>41194</c:v>
                </c:pt>
                <c:pt idx="3744">
                  <c:v>41197</c:v>
                </c:pt>
                <c:pt idx="3745">
                  <c:v>41198</c:v>
                </c:pt>
                <c:pt idx="3746">
                  <c:v>41199</c:v>
                </c:pt>
                <c:pt idx="3747">
                  <c:v>41200</c:v>
                </c:pt>
                <c:pt idx="3748">
                  <c:v>41201</c:v>
                </c:pt>
                <c:pt idx="3749">
                  <c:v>41204</c:v>
                </c:pt>
                <c:pt idx="3750">
                  <c:v>41205</c:v>
                </c:pt>
                <c:pt idx="3751">
                  <c:v>41206</c:v>
                </c:pt>
                <c:pt idx="3752">
                  <c:v>41207</c:v>
                </c:pt>
                <c:pt idx="3753">
                  <c:v>41208</c:v>
                </c:pt>
                <c:pt idx="3754">
                  <c:v>41213</c:v>
                </c:pt>
                <c:pt idx="3755">
                  <c:v>41214</c:v>
                </c:pt>
                <c:pt idx="3756">
                  <c:v>41215</c:v>
                </c:pt>
                <c:pt idx="3757">
                  <c:v>41218</c:v>
                </c:pt>
                <c:pt idx="3758">
                  <c:v>41219</c:v>
                </c:pt>
                <c:pt idx="3759">
                  <c:v>41220</c:v>
                </c:pt>
                <c:pt idx="3760">
                  <c:v>41221</c:v>
                </c:pt>
                <c:pt idx="3761">
                  <c:v>41222</c:v>
                </c:pt>
                <c:pt idx="3762">
                  <c:v>41225</c:v>
                </c:pt>
                <c:pt idx="3763">
                  <c:v>41226</c:v>
                </c:pt>
                <c:pt idx="3764">
                  <c:v>41227</c:v>
                </c:pt>
                <c:pt idx="3765">
                  <c:v>41228</c:v>
                </c:pt>
                <c:pt idx="3766">
                  <c:v>41229</c:v>
                </c:pt>
                <c:pt idx="3767">
                  <c:v>41232</c:v>
                </c:pt>
                <c:pt idx="3768">
                  <c:v>41233</c:v>
                </c:pt>
                <c:pt idx="3769">
                  <c:v>41234</c:v>
                </c:pt>
                <c:pt idx="3770">
                  <c:v>41236</c:v>
                </c:pt>
                <c:pt idx="3771">
                  <c:v>41239</c:v>
                </c:pt>
                <c:pt idx="3772">
                  <c:v>41240</c:v>
                </c:pt>
                <c:pt idx="3773">
                  <c:v>41241</c:v>
                </c:pt>
                <c:pt idx="3774">
                  <c:v>41242</c:v>
                </c:pt>
                <c:pt idx="3775">
                  <c:v>41243</c:v>
                </c:pt>
                <c:pt idx="3776">
                  <c:v>41246</c:v>
                </c:pt>
                <c:pt idx="3777">
                  <c:v>41247</c:v>
                </c:pt>
                <c:pt idx="3778">
                  <c:v>41248</c:v>
                </c:pt>
                <c:pt idx="3779">
                  <c:v>41249</c:v>
                </c:pt>
                <c:pt idx="3780">
                  <c:v>41250</c:v>
                </c:pt>
                <c:pt idx="3781">
                  <c:v>41253</c:v>
                </c:pt>
                <c:pt idx="3782">
                  <c:v>41254</c:v>
                </c:pt>
                <c:pt idx="3783">
                  <c:v>41255</c:v>
                </c:pt>
                <c:pt idx="3784">
                  <c:v>41256</c:v>
                </c:pt>
                <c:pt idx="3785">
                  <c:v>41257</c:v>
                </c:pt>
                <c:pt idx="3786">
                  <c:v>41260</c:v>
                </c:pt>
                <c:pt idx="3787">
                  <c:v>41261</c:v>
                </c:pt>
                <c:pt idx="3788">
                  <c:v>41262</c:v>
                </c:pt>
                <c:pt idx="3789">
                  <c:v>41263</c:v>
                </c:pt>
                <c:pt idx="3790">
                  <c:v>41264</c:v>
                </c:pt>
                <c:pt idx="3791">
                  <c:v>41267</c:v>
                </c:pt>
                <c:pt idx="3792">
                  <c:v>41269</c:v>
                </c:pt>
                <c:pt idx="3793">
                  <c:v>41270</c:v>
                </c:pt>
                <c:pt idx="3794">
                  <c:v>41271</c:v>
                </c:pt>
                <c:pt idx="3795">
                  <c:v>41274</c:v>
                </c:pt>
                <c:pt idx="3796">
                  <c:v>41276</c:v>
                </c:pt>
                <c:pt idx="3797">
                  <c:v>41277</c:v>
                </c:pt>
                <c:pt idx="3798">
                  <c:v>41278</c:v>
                </c:pt>
                <c:pt idx="3799">
                  <c:v>41281</c:v>
                </c:pt>
                <c:pt idx="3800">
                  <c:v>41282</c:v>
                </c:pt>
                <c:pt idx="3801">
                  <c:v>41283</c:v>
                </c:pt>
                <c:pt idx="3802">
                  <c:v>41284</c:v>
                </c:pt>
                <c:pt idx="3803">
                  <c:v>41285</c:v>
                </c:pt>
                <c:pt idx="3804">
                  <c:v>41288</c:v>
                </c:pt>
                <c:pt idx="3805">
                  <c:v>41289</c:v>
                </c:pt>
                <c:pt idx="3806">
                  <c:v>41290</c:v>
                </c:pt>
                <c:pt idx="3807">
                  <c:v>41291</c:v>
                </c:pt>
                <c:pt idx="3808">
                  <c:v>41292</c:v>
                </c:pt>
                <c:pt idx="3809">
                  <c:v>41296</c:v>
                </c:pt>
                <c:pt idx="3810">
                  <c:v>41297</c:v>
                </c:pt>
                <c:pt idx="3811">
                  <c:v>41298</c:v>
                </c:pt>
                <c:pt idx="3812">
                  <c:v>41299</c:v>
                </c:pt>
                <c:pt idx="3813">
                  <c:v>41302</c:v>
                </c:pt>
                <c:pt idx="3814">
                  <c:v>41303</c:v>
                </c:pt>
                <c:pt idx="3815">
                  <c:v>41304</c:v>
                </c:pt>
                <c:pt idx="3816">
                  <c:v>41305</c:v>
                </c:pt>
                <c:pt idx="3817">
                  <c:v>41306</c:v>
                </c:pt>
                <c:pt idx="3818">
                  <c:v>41309</c:v>
                </c:pt>
                <c:pt idx="3819">
                  <c:v>41310</c:v>
                </c:pt>
                <c:pt idx="3820">
                  <c:v>41311</c:v>
                </c:pt>
                <c:pt idx="3821">
                  <c:v>41312</c:v>
                </c:pt>
                <c:pt idx="3822">
                  <c:v>41313</c:v>
                </c:pt>
                <c:pt idx="3823">
                  <c:v>41316</c:v>
                </c:pt>
                <c:pt idx="3824">
                  <c:v>41317</c:v>
                </c:pt>
                <c:pt idx="3825">
                  <c:v>41318</c:v>
                </c:pt>
                <c:pt idx="3826">
                  <c:v>41319</c:v>
                </c:pt>
                <c:pt idx="3827">
                  <c:v>41320</c:v>
                </c:pt>
                <c:pt idx="3828">
                  <c:v>41324</c:v>
                </c:pt>
                <c:pt idx="3829">
                  <c:v>41325</c:v>
                </c:pt>
                <c:pt idx="3830">
                  <c:v>41326</c:v>
                </c:pt>
                <c:pt idx="3831">
                  <c:v>41327</c:v>
                </c:pt>
                <c:pt idx="3832">
                  <c:v>41330</c:v>
                </c:pt>
                <c:pt idx="3833">
                  <c:v>41331</c:v>
                </c:pt>
                <c:pt idx="3834">
                  <c:v>41332</c:v>
                </c:pt>
                <c:pt idx="3835">
                  <c:v>41333</c:v>
                </c:pt>
                <c:pt idx="3836">
                  <c:v>41334</c:v>
                </c:pt>
                <c:pt idx="3837">
                  <c:v>41337</c:v>
                </c:pt>
                <c:pt idx="3838">
                  <c:v>41338</c:v>
                </c:pt>
                <c:pt idx="3839">
                  <c:v>41339</c:v>
                </c:pt>
                <c:pt idx="3840">
                  <c:v>41340</c:v>
                </c:pt>
                <c:pt idx="3841">
                  <c:v>41341</c:v>
                </c:pt>
                <c:pt idx="3842">
                  <c:v>41344</c:v>
                </c:pt>
                <c:pt idx="3843">
                  <c:v>41345</c:v>
                </c:pt>
                <c:pt idx="3844">
                  <c:v>41346</c:v>
                </c:pt>
                <c:pt idx="3845">
                  <c:v>41347</c:v>
                </c:pt>
                <c:pt idx="3846">
                  <c:v>41348</c:v>
                </c:pt>
                <c:pt idx="3847">
                  <c:v>41351</c:v>
                </c:pt>
                <c:pt idx="3848">
                  <c:v>41352</c:v>
                </c:pt>
                <c:pt idx="3849">
                  <c:v>41353</c:v>
                </c:pt>
                <c:pt idx="3850">
                  <c:v>41354</c:v>
                </c:pt>
                <c:pt idx="3851">
                  <c:v>41355</c:v>
                </c:pt>
                <c:pt idx="3852">
                  <c:v>41358</c:v>
                </c:pt>
                <c:pt idx="3853">
                  <c:v>41359</c:v>
                </c:pt>
                <c:pt idx="3854">
                  <c:v>41360</c:v>
                </c:pt>
                <c:pt idx="3855">
                  <c:v>41361</c:v>
                </c:pt>
                <c:pt idx="3856">
                  <c:v>41365</c:v>
                </c:pt>
                <c:pt idx="3857">
                  <c:v>41366</c:v>
                </c:pt>
                <c:pt idx="3858">
                  <c:v>41367</c:v>
                </c:pt>
                <c:pt idx="3859">
                  <c:v>41368</c:v>
                </c:pt>
                <c:pt idx="3860">
                  <c:v>41369</c:v>
                </c:pt>
                <c:pt idx="3861">
                  <c:v>41372</c:v>
                </c:pt>
                <c:pt idx="3862">
                  <c:v>41373</c:v>
                </c:pt>
                <c:pt idx="3863">
                  <c:v>41374</c:v>
                </c:pt>
                <c:pt idx="3864">
                  <c:v>41375</c:v>
                </c:pt>
                <c:pt idx="3865">
                  <c:v>41376</c:v>
                </c:pt>
                <c:pt idx="3866">
                  <c:v>41379</c:v>
                </c:pt>
                <c:pt idx="3867">
                  <c:v>41380</c:v>
                </c:pt>
                <c:pt idx="3868">
                  <c:v>41381</c:v>
                </c:pt>
                <c:pt idx="3869">
                  <c:v>41382</c:v>
                </c:pt>
                <c:pt idx="3870">
                  <c:v>41383</c:v>
                </c:pt>
                <c:pt idx="3871">
                  <c:v>41386</c:v>
                </c:pt>
                <c:pt idx="3872">
                  <c:v>41387</c:v>
                </c:pt>
                <c:pt idx="3873">
                  <c:v>41388</c:v>
                </c:pt>
                <c:pt idx="3874">
                  <c:v>41389</c:v>
                </c:pt>
                <c:pt idx="3875">
                  <c:v>41390</c:v>
                </c:pt>
                <c:pt idx="3876">
                  <c:v>41393</c:v>
                </c:pt>
                <c:pt idx="3877">
                  <c:v>41394</c:v>
                </c:pt>
                <c:pt idx="3878">
                  <c:v>41395</c:v>
                </c:pt>
                <c:pt idx="3879">
                  <c:v>41396</c:v>
                </c:pt>
                <c:pt idx="3880">
                  <c:v>41397</c:v>
                </c:pt>
                <c:pt idx="3881">
                  <c:v>41400</c:v>
                </c:pt>
                <c:pt idx="3882">
                  <c:v>41401</c:v>
                </c:pt>
                <c:pt idx="3883">
                  <c:v>41402</c:v>
                </c:pt>
                <c:pt idx="3884">
                  <c:v>41403</c:v>
                </c:pt>
                <c:pt idx="3885">
                  <c:v>41404</c:v>
                </c:pt>
                <c:pt idx="3886">
                  <c:v>41407</c:v>
                </c:pt>
                <c:pt idx="3887">
                  <c:v>41408</c:v>
                </c:pt>
                <c:pt idx="3888">
                  <c:v>41409</c:v>
                </c:pt>
                <c:pt idx="3889">
                  <c:v>41410</c:v>
                </c:pt>
                <c:pt idx="3890">
                  <c:v>41411</c:v>
                </c:pt>
                <c:pt idx="3891">
                  <c:v>41414</c:v>
                </c:pt>
                <c:pt idx="3892">
                  <c:v>41415</c:v>
                </c:pt>
                <c:pt idx="3893">
                  <c:v>41416</c:v>
                </c:pt>
                <c:pt idx="3894">
                  <c:v>41417</c:v>
                </c:pt>
                <c:pt idx="3895">
                  <c:v>41418</c:v>
                </c:pt>
                <c:pt idx="3896">
                  <c:v>41422</c:v>
                </c:pt>
                <c:pt idx="3897">
                  <c:v>41423</c:v>
                </c:pt>
                <c:pt idx="3898">
                  <c:v>41424</c:v>
                </c:pt>
                <c:pt idx="3899">
                  <c:v>41425</c:v>
                </c:pt>
                <c:pt idx="3900">
                  <c:v>41428</c:v>
                </c:pt>
                <c:pt idx="3901">
                  <c:v>41429</c:v>
                </c:pt>
                <c:pt idx="3902">
                  <c:v>41430</c:v>
                </c:pt>
                <c:pt idx="3903">
                  <c:v>41431</c:v>
                </c:pt>
                <c:pt idx="3904">
                  <c:v>41432</c:v>
                </c:pt>
                <c:pt idx="3905">
                  <c:v>41435</c:v>
                </c:pt>
                <c:pt idx="3906">
                  <c:v>41436</c:v>
                </c:pt>
                <c:pt idx="3907">
                  <c:v>41437</c:v>
                </c:pt>
                <c:pt idx="3908">
                  <c:v>41438</c:v>
                </c:pt>
                <c:pt idx="3909">
                  <c:v>41439</c:v>
                </c:pt>
                <c:pt idx="3910">
                  <c:v>41442</c:v>
                </c:pt>
                <c:pt idx="3911">
                  <c:v>41443</c:v>
                </c:pt>
                <c:pt idx="3912">
                  <c:v>41444</c:v>
                </c:pt>
                <c:pt idx="3913">
                  <c:v>41445</c:v>
                </c:pt>
                <c:pt idx="3914">
                  <c:v>41446</c:v>
                </c:pt>
                <c:pt idx="3915">
                  <c:v>41449</c:v>
                </c:pt>
                <c:pt idx="3916">
                  <c:v>41450</c:v>
                </c:pt>
                <c:pt idx="3917">
                  <c:v>41451</c:v>
                </c:pt>
                <c:pt idx="3918">
                  <c:v>41452</c:v>
                </c:pt>
                <c:pt idx="3919">
                  <c:v>41453</c:v>
                </c:pt>
                <c:pt idx="3920">
                  <c:v>41456</c:v>
                </c:pt>
                <c:pt idx="3921">
                  <c:v>41457</c:v>
                </c:pt>
                <c:pt idx="3922">
                  <c:v>41458</c:v>
                </c:pt>
                <c:pt idx="3923">
                  <c:v>41460</c:v>
                </c:pt>
                <c:pt idx="3924">
                  <c:v>41463</c:v>
                </c:pt>
                <c:pt idx="3925">
                  <c:v>41464</c:v>
                </c:pt>
                <c:pt idx="3926">
                  <c:v>41465</c:v>
                </c:pt>
                <c:pt idx="3927">
                  <c:v>41466</c:v>
                </c:pt>
                <c:pt idx="3928">
                  <c:v>41467</c:v>
                </c:pt>
                <c:pt idx="3929">
                  <c:v>41470</c:v>
                </c:pt>
                <c:pt idx="3930">
                  <c:v>41471</c:v>
                </c:pt>
                <c:pt idx="3931">
                  <c:v>41472</c:v>
                </c:pt>
                <c:pt idx="3932">
                  <c:v>41473</c:v>
                </c:pt>
                <c:pt idx="3933">
                  <c:v>41474</c:v>
                </c:pt>
                <c:pt idx="3934">
                  <c:v>41477</c:v>
                </c:pt>
                <c:pt idx="3935">
                  <c:v>41478</c:v>
                </c:pt>
                <c:pt idx="3936">
                  <c:v>41479</c:v>
                </c:pt>
                <c:pt idx="3937">
                  <c:v>41480</c:v>
                </c:pt>
                <c:pt idx="3938">
                  <c:v>41481</c:v>
                </c:pt>
                <c:pt idx="3939">
                  <c:v>41484</c:v>
                </c:pt>
                <c:pt idx="3940">
                  <c:v>41485</c:v>
                </c:pt>
                <c:pt idx="3941">
                  <c:v>41486</c:v>
                </c:pt>
                <c:pt idx="3942">
                  <c:v>41487</c:v>
                </c:pt>
                <c:pt idx="3943">
                  <c:v>41488</c:v>
                </c:pt>
                <c:pt idx="3944">
                  <c:v>41491</c:v>
                </c:pt>
                <c:pt idx="3945">
                  <c:v>41492</c:v>
                </c:pt>
                <c:pt idx="3946">
                  <c:v>41493</c:v>
                </c:pt>
                <c:pt idx="3947">
                  <c:v>41494</c:v>
                </c:pt>
                <c:pt idx="3948">
                  <c:v>41495</c:v>
                </c:pt>
                <c:pt idx="3949">
                  <c:v>41498</c:v>
                </c:pt>
                <c:pt idx="3950">
                  <c:v>41499</c:v>
                </c:pt>
                <c:pt idx="3951">
                  <c:v>41500</c:v>
                </c:pt>
                <c:pt idx="3952">
                  <c:v>41501</c:v>
                </c:pt>
                <c:pt idx="3953">
                  <c:v>41502</c:v>
                </c:pt>
                <c:pt idx="3954">
                  <c:v>41505</c:v>
                </c:pt>
                <c:pt idx="3955">
                  <c:v>41506</c:v>
                </c:pt>
                <c:pt idx="3956">
                  <c:v>41507</c:v>
                </c:pt>
                <c:pt idx="3957">
                  <c:v>41508</c:v>
                </c:pt>
                <c:pt idx="3958">
                  <c:v>41509</c:v>
                </c:pt>
                <c:pt idx="3959">
                  <c:v>41512</c:v>
                </c:pt>
                <c:pt idx="3960">
                  <c:v>41513</c:v>
                </c:pt>
                <c:pt idx="3961">
                  <c:v>41514</c:v>
                </c:pt>
                <c:pt idx="3962">
                  <c:v>41515</c:v>
                </c:pt>
                <c:pt idx="3963">
                  <c:v>41516</c:v>
                </c:pt>
                <c:pt idx="3964">
                  <c:v>41520</c:v>
                </c:pt>
                <c:pt idx="3965">
                  <c:v>41521</c:v>
                </c:pt>
                <c:pt idx="3966">
                  <c:v>41522</c:v>
                </c:pt>
                <c:pt idx="3967">
                  <c:v>41523</c:v>
                </c:pt>
                <c:pt idx="3968">
                  <c:v>41526</c:v>
                </c:pt>
                <c:pt idx="3969">
                  <c:v>41527</c:v>
                </c:pt>
                <c:pt idx="3970">
                  <c:v>41528</c:v>
                </c:pt>
                <c:pt idx="3971">
                  <c:v>41529</c:v>
                </c:pt>
                <c:pt idx="3972">
                  <c:v>41530</c:v>
                </c:pt>
                <c:pt idx="3973">
                  <c:v>41533</c:v>
                </c:pt>
                <c:pt idx="3974">
                  <c:v>41534</c:v>
                </c:pt>
                <c:pt idx="3975">
                  <c:v>41535</c:v>
                </c:pt>
                <c:pt idx="3976">
                  <c:v>41536</c:v>
                </c:pt>
                <c:pt idx="3977">
                  <c:v>41537</c:v>
                </c:pt>
                <c:pt idx="3978">
                  <c:v>41540</c:v>
                </c:pt>
                <c:pt idx="3979">
                  <c:v>41541</c:v>
                </c:pt>
                <c:pt idx="3980">
                  <c:v>41542</c:v>
                </c:pt>
                <c:pt idx="3981">
                  <c:v>41543</c:v>
                </c:pt>
                <c:pt idx="3982">
                  <c:v>41544</c:v>
                </c:pt>
                <c:pt idx="3983">
                  <c:v>41547</c:v>
                </c:pt>
                <c:pt idx="3984">
                  <c:v>41548</c:v>
                </c:pt>
                <c:pt idx="3985">
                  <c:v>41549</c:v>
                </c:pt>
                <c:pt idx="3986">
                  <c:v>41550</c:v>
                </c:pt>
                <c:pt idx="3987">
                  <c:v>41551</c:v>
                </c:pt>
                <c:pt idx="3988">
                  <c:v>41554</c:v>
                </c:pt>
                <c:pt idx="3989">
                  <c:v>41555</c:v>
                </c:pt>
                <c:pt idx="3990">
                  <c:v>41556</c:v>
                </c:pt>
                <c:pt idx="3991">
                  <c:v>41557</c:v>
                </c:pt>
                <c:pt idx="3992">
                  <c:v>41558</c:v>
                </c:pt>
                <c:pt idx="3993">
                  <c:v>41561</c:v>
                </c:pt>
                <c:pt idx="3994">
                  <c:v>41562</c:v>
                </c:pt>
                <c:pt idx="3995">
                  <c:v>41563</c:v>
                </c:pt>
                <c:pt idx="3996">
                  <c:v>41564</c:v>
                </c:pt>
                <c:pt idx="3997">
                  <c:v>41565</c:v>
                </c:pt>
                <c:pt idx="3998">
                  <c:v>41568</c:v>
                </c:pt>
                <c:pt idx="3999">
                  <c:v>41569</c:v>
                </c:pt>
                <c:pt idx="4000">
                  <c:v>41570</c:v>
                </c:pt>
                <c:pt idx="4001">
                  <c:v>41571</c:v>
                </c:pt>
                <c:pt idx="4002">
                  <c:v>41572</c:v>
                </c:pt>
                <c:pt idx="4003">
                  <c:v>41575</c:v>
                </c:pt>
                <c:pt idx="4004">
                  <c:v>41576</c:v>
                </c:pt>
                <c:pt idx="4005">
                  <c:v>41577</c:v>
                </c:pt>
                <c:pt idx="4006">
                  <c:v>41578</c:v>
                </c:pt>
                <c:pt idx="4007">
                  <c:v>41579</c:v>
                </c:pt>
                <c:pt idx="4008">
                  <c:v>41582</c:v>
                </c:pt>
                <c:pt idx="4009">
                  <c:v>41583</c:v>
                </c:pt>
                <c:pt idx="4010">
                  <c:v>41584</c:v>
                </c:pt>
                <c:pt idx="4011">
                  <c:v>41585</c:v>
                </c:pt>
                <c:pt idx="4012">
                  <c:v>41586</c:v>
                </c:pt>
                <c:pt idx="4013">
                  <c:v>41589</c:v>
                </c:pt>
                <c:pt idx="4014">
                  <c:v>41590</c:v>
                </c:pt>
                <c:pt idx="4015">
                  <c:v>41591</c:v>
                </c:pt>
                <c:pt idx="4016">
                  <c:v>41592</c:v>
                </c:pt>
                <c:pt idx="4017">
                  <c:v>41593</c:v>
                </c:pt>
                <c:pt idx="4018">
                  <c:v>41596</c:v>
                </c:pt>
                <c:pt idx="4019">
                  <c:v>41597</c:v>
                </c:pt>
                <c:pt idx="4020">
                  <c:v>41598</c:v>
                </c:pt>
                <c:pt idx="4021">
                  <c:v>41599</c:v>
                </c:pt>
                <c:pt idx="4022">
                  <c:v>41600</c:v>
                </c:pt>
                <c:pt idx="4023">
                  <c:v>41603</c:v>
                </c:pt>
                <c:pt idx="4024">
                  <c:v>41604</c:v>
                </c:pt>
                <c:pt idx="4025">
                  <c:v>41605</c:v>
                </c:pt>
                <c:pt idx="4026">
                  <c:v>41607</c:v>
                </c:pt>
                <c:pt idx="4027">
                  <c:v>41610</c:v>
                </c:pt>
                <c:pt idx="4028">
                  <c:v>41611</c:v>
                </c:pt>
                <c:pt idx="4029">
                  <c:v>41612</c:v>
                </c:pt>
                <c:pt idx="4030">
                  <c:v>41613</c:v>
                </c:pt>
                <c:pt idx="4031">
                  <c:v>41614</c:v>
                </c:pt>
                <c:pt idx="4032">
                  <c:v>41617</c:v>
                </c:pt>
                <c:pt idx="4033">
                  <c:v>41618</c:v>
                </c:pt>
                <c:pt idx="4034">
                  <c:v>41619</c:v>
                </c:pt>
                <c:pt idx="4035">
                  <c:v>41620</c:v>
                </c:pt>
                <c:pt idx="4036">
                  <c:v>41621</c:v>
                </c:pt>
                <c:pt idx="4037">
                  <c:v>41624</c:v>
                </c:pt>
                <c:pt idx="4038">
                  <c:v>41625</c:v>
                </c:pt>
                <c:pt idx="4039">
                  <c:v>41626</c:v>
                </c:pt>
                <c:pt idx="4040">
                  <c:v>41627</c:v>
                </c:pt>
                <c:pt idx="4041">
                  <c:v>41628</c:v>
                </c:pt>
                <c:pt idx="4042">
                  <c:v>41631</c:v>
                </c:pt>
                <c:pt idx="4043">
                  <c:v>41632</c:v>
                </c:pt>
                <c:pt idx="4044">
                  <c:v>41634</c:v>
                </c:pt>
                <c:pt idx="4045">
                  <c:v>41635</c:v>
                </c:pt>
                <c:pt idx="4046">
                  <c:v>41638</c:v>
                </c:pt>
                <c:pt idx="4047">
                  <c:v>41639</c:v>
                </c:pt>
                <c:pt idx="4048">
                  <c:v>41641</c:v>
                </c:pt>
                <c:pt idx="4049">
                  <c:v>41642</c:v>
                </c:pt>
                <c:pt idx="4050">
                  <c:v>41645</c:v>
                </c:pt>
                <c:pt idx="4051">
                  <c:v>41646</c:v>
                </c:pt>
                <c:pt idx="4052">
                  <c:v>41647</c:v>
                </c:pt>
                <c:pt idx="4053">
                  <c:v>41648</c:v>
                </c:pt>
                <c:pt idx="4054">
                  <c:v>41649</c:v>
                </c:pt>
                <c:pt idx="4055">
                  <c:v>41652</c:v>
                </c:pt>
                <c:pt idx="4056">
                  <c:v>41653</c:v>
                </c:pt>
                <c:pt idx="4057">
                  <c:v>41654</c:v>
                </c:pt>
                <c:pt idx="4058">
                  <c:v>41655</c:v>
                </c:pt>
                <c:pt idx="4059">
                  <c:v>41656</c:v>
                </c:pt>
                <c:pt idx="4060">
                  <c:v>41660</c:v>
                </c:pt>
                <c:pt idx="4061">
                  <c:v>41661</c:v>
                </c:pt>
                <c:pt idx="4062">
                  <c:v>41662</c:v>
                </c:pt>
                <c:pt idx="4063">
                  <c:v>41663</c:v>
                </c:pt>
                <c:pt idx="4064">
                  <c:v>41666</c:v>
                </c:pt>
                <c:pt idx="4065">
                  <c:v>41667</c:v>
                </c:pt>
                <c:pt idx="4066">
                  <c:v>41668</c:v>
                </c:pt>
                <c:pt idx="4067">
                  <c:v>41669</c:v>
                </c:pt>
                <c:pt idx="4068">
                  <c:v>41670</c:v>
                </c:pt>
                <c:pt idx="4069">
                  <c:v>41673</c:v>
                </c:pt>
                <c:pt idx="4070">
                  <c:v>41674</c:v>
                </c:pt>
                <c:pt idx="4071">
                  <c:v>41675</c:v>
                </c:pt>
                <c:pt idx="4072">
                  <c:v>41676</c:v>
                </c:pt>
                <c:pt idx="4073">
                  <c:v>41677</c:v>
                </c:pt>
                <c:pt idx="4074">
                  <c:v>41680</c:v>
                </c:pt>
                <c:pt idx="4075">
                  <c:v>41681</c:v>
                </c:pt>
                <c:pt idx="4076">
                  <c:v>41682</c:v>
                </c:pt>
                <c:pt idx="4077">
                  <c:v>41683</c:v>
                </c:pt>
                <c:pt idx="4078">
                  <c:v>41684</c:v>
                </c:pt>
                <c:pt idx="4079">
                  <c:v>41688</c:v>
                </c:pt>
                <c:pt idx="4080">
                  <c:v>41689</c:v>
                </c:pt>
                <c:pt idx="4081">
                  <c:v>41690</c:v>
                </c:pt>
                <c:pt idx="4082">
                  <c:v>41691</c:v>
                </c:pt>
                <c:pt idx="4083">
                  <c:v>41694</c:v>
                </c:pt>
                <c:pt idx="4084">
                  <c:v>41695</c:v>
                </c:pt>
                <c:pt idx="4085">
                  <c:v>41696</c:v>
                </c:pt>
                <c:pt idx="4086">
                  <c:v>41697</c:v>
                </c:pt>
                <c:pt idx="4087">
                  <c:v>41698</c:v>
                </c:pt>
                <c:pt idx="4088">
                  <c:v>41701</c:v>
                </c:pt>
                <c:pt idx="4089">
                  <c:v>41702</c:v>
                </c:pt>
                <c:pt idx="4090">
                  <c:v>41703</c:v>
                </c:pt>
                <c:pt idx="4091">
                  <c:v>41704</c:v>
                </c:pt>
                <c:pt idx="4092">
                  <c:v>41705</c:v>
                </c:pt>
                <c:pt idx="4093">
                  <c:v>41708</c:v>
                </c:pt>
                <c:pt idx="4094">
                  <c:v>41709</c:v>
                </c:pt>
                <c:pt idx="4095">
                  <c:v>41710</c:v>
                </c:pt>
                <c:pt idx="4096">
                  <c:v>41711</c:v>
                </c:pt>
                <c:pt idx="4097">
                  <c:v>41712</c:v>
                </c:pt>
                <c:pt idx="4098">
                  <c:v>41715</c:v>
                </c:pt>
                <c:pt idx="4099">
                  <c:v>41716</c:v>
                </c:pt>
                <c:pt idx="4100">
                  <c:v>41717</c:v>
                </c:pt>
                <c:pt idx="4101">
                  <c:v>41718</c:v>
                </c:pt>
                <c:pt idx="4102">
                  <c:v>41719</c:v>
                </c:pt>
                <c:pt idx="4103">
                  <c:v>41722</c:v>
                </c:pt>
                <c:pt idx="4104">
                  <c:v>41723</c:v>
                </c:pt>
                <c:pt idx="4105">
                  <c:v>41724</c:v>
                </c:pt>
                <c:pt idx="4106">
                  <c:v>41725</c:v>
                </c:pt>
                <c:pt idx="4107">
                  <c:v>41726</c:v>
                </c:pt>
                <c:pt idx="4108">
                  <c:v>41729</c:v>
                </c:pt>
                <c:pt idx="4109">
                  <c:v>41730</c:v>
                </c:pt>
                <c:pt idx="4110">
                  <c:v>41731</c:v>
                </c:pt>
                <c:pt idx="4111">
                  <c:v>41732</c:v>
                </c:pt>
                <c:pt idx="4112">
                  <c:v>41733</c:v>
                </c:pt>
                <c:pt idx="4113">
                  <c:v>41736</c:v>
                </c:pt>
                <c:pt idx="4114">
                  <c:v>41737</c:v>
                </c:pt>
                <c:pt idx="4115">
                  <c:v>41738</c:v>
                </c:pt>
                <c:pt idx="4116">
                  <c:v>41739</c:v>
                </c:pt>
                <c:pt idx="4117">
                  <c:v>41740</c:v>
                </c:pt>
                <c:pt idx="4118">
                  <c:v>41743</c:v>
                </c:pt>
                <c:pt idx="4119">
                  <c:v>41744</c:v>
                </c:pt>
                <c:pt idx="4120">
                  <c:v>41745</c:v>
                </c:pt>
                <c:pt idx="4121">
                  <c:v>41746</c:v>
                </c:pt>
                <c:pt idx="4122">
                  <c:v>41750</c:v>
                </c:pt>
                <c:pt idx="4123">
                  <c:v>41751</c:v>
                </c:pt>
                <c:pt idx="4124">
                  <c:v>41752</c:v>
                </c:pt>
                <c:pt idx="4125">
                  <c:v>41753</c:v>
                </c:pt>
                <c:pt idx="4126">
                  <c:v>41754</c:v>
                </c:pt>
                <c:pt idx="4127">
                  <c:v>41757</c:v>
                </c:pt>
                <c:pt idx="4128">
                  <c:v>41758</c:v>
                </c:pt>
                <c:pt idx="4129">
                  <c:v>41759</c:v>
                </c:pt>
                <c:pt idx="4130">
                  <c:v>41760</c:v>
                </c:pt>
                <c:pt idx="4131">
                  <c:v>41761</c:v>
                </c:pt>
                <c:pt idx="4132">
                  <c:v>41764</c:v>
                </c:pt>
                <c:pt idx="4133">
                  <c:v>41765</c:v>
                </c:pt>
                <c:pt idx="4134">
                  <c:v>41766</c:v>
                </c:pt>
                <c:pt idx="4135">
                  <c:v>41767</c:v>
                </c:pt>
                <c:pt idx="4136">
                  <c:v>41768</c:v>
                </c:pt>
                <c:pt idx="4137">
                  <c:v>41771</c:v>
                </c:pt>
                <c:pt idx="4138">
                  <c:v>41772</c:v>
                </c:pt>
                <c:pt idx="4139">
                  <c:v>41773</c:v>
                </c:pt>
                <c:pt idx="4140">
                  <c:v>41774</c:v>
                </c:pt>
                <c:pt idx="4141">
                  <c:v>41775</c:v>
                </c:pt>
                <c:pt idx="4142">
                  <c:v>41778</c:v>
                </c:pt>
                <c:pt idx="4143">
                  <c:v>41779</c:v>
                </c:pt>
                <c:pt idx="4144">
                  <c:v>41780</c:v>
                </c:pt>
                <c:pt idx="4145">
                  <c:v>41781</c:v>
                </c:pt>
                <c:pt idx="4146">
                  <c:v>41782</c:v>
                </c:pt>
                <c:pt idx="4147">
                  <c:v>41786</c:v>
                </c:pt>
                <c:pt idx="4148">
                  <c:v>41787</c:v>
                </c:pt>
                <c:pt idx="4149">
                  <c:v>41788</c:v>
                </c:pt>
                <c:pt idx="4150">
                  <c:v>41789</c:v>
                </c:pt>
                <c:pt idx="4151">
                  <c:v>41792</c:v>
                </c:pt>
                <c:pt idx="4152">
                  <c:v>41793</c:v>
                </c:pt>
                <c:pt idx="4153">
                  <c:v>41794</c:v>
                </c:pt>
                <c:pt idx="4154">
                  <c:v>41795</c:v>
                </c:pt>
                <c:pt idx="4155">
                  <c:v>41796</c:v>
                </c:pt>
                <c:pt idx="4156">
                  <c:v>41799</c:v>
                </c:pt>
                <c:pt idx="4157">
                  <c:v>41800</c:v>
                </c:pt>
                <c:pt idx="4158">
                  <c:v>41801</c:v>
                </c:pt>
                <c:pt idx="4159">
                  <c:v>41802</c:v>
                </c:pt>
                <c:pt idx="4160">
                  <c:v>41803</c:v>
                </c:pt>
                <c:pt idx="4161">
                  <c:v>41806</c:v>
                </c:pt>
                <c:pt idx="4162">
                  <c:v>41807</c:v>
                </c:pt>
                <c:pt idx="4163">
                  <c:v>41808</c:v>
                </c:pt>
                <c:pt idx="4164">
                  <c:v>41809</c:v>
                </c:pt>
                <c:pt idx="4165">
                  <c:v>41810</c:v>
                </c:pt>
                <c:pt idx="4166">
                  <c:v>41813</c:v>
                </c:pt>
                <c:pt idx="4167">
                  <c:v>41814</c:v>
                </c:pt>
                <c:pt idx="4168">
                  <c:v>41815</c:v>
                </c:pt>
                <c:pt idx="4169">
                  <c:v>41816</c:v>
                </c:pt>
                <c:pt idx="4170">
                  <c:v>41817</c:v>
                </c:pt>
                <c:pt idx="4171">
                  <c:v>41820</c:v>
                </c:pt>
                <c:pt idx="4172">
                  <c:v>41821</c:v>
                </c:pt>
                <c:pt idx="4173">
                  <c:v>41822</c:v>
                </c:pt>
                <c:pt idx="4174">
                  <c:v>41823</c:v>
                </c:pt>
                <c:pt idx="4175">
                  <c:v>41827</c:v>
                </c:pt>
                <c:pt idx="4176">
                  <c:v>41828</c:v>
                </c:pt>
                <c:pt idx="4177">
                  <c:v>41829</c:v>
                </c:pt>
                <c:pt idx="4178">
                  <c:v>41830</c:v>
                </c:pt>
                <c:pt idx="4179">
                  <c:v>41831</c:v>
                </c:pt>
                <c:pt idx="4180">
                  <c:v>41834</c:v>
                </c:pt>
                <c:pt idx="4181">
                  <c:v>41835</c:v>
                </c:pt>
                <c:pt idx="4182">
                  <c:v>41836</c:v>
                </c:pt>
                <c:pt idx="4183">
                  <c:v>41837</c:v>
                </c:pt>
                <c:pt idx="4184">
                  <c:v>41838</c:v>
                </c:pt>
                <c:pt idx="4185">
                  <c:v>41841</c:v>
                </c:pt>
                <c:pt idx="4186">
                  <c:v>41842</c:v>
                </c:pt>
                <c:pt idx="4187">
                  <c:v>41843</c:v>
                </c:pt>
                <c:pt idx="4188">
                  <c:v>41844</c:v>
                </c:pt>
                <c:pt idx="4189">
                  <c:v>41845</c:v>
                </c:pt>
                <c:pt idx="4190">
                  <c:v>41848</c:v>
                </c:pt>
                <c:pt idx="4191">
                  <c:v>41849</c:v>
                </c:pt>
                <c:pt idx="4192">
                  <c:v>41850</c:v>
                </c:pt>
                <c:pt idx="4193">
                  <c:v>41851</c:v>
                </c:pt>
                <c:pt idx="4194">
                  <c:v>41852</c:v>
                </c:pt>
                <c:pt idx="4195">
                  <c:v>41855</c:v>
                </c:pt>
                <c:pt idx="4196">
                  <c:v>41856</c:v>
                </c:pt>
                <c:pt idx="4197">
                  <c:v>41857</c:v>
                </c:pt>
                <c:pt idx="4198">
                  <c:v>41858</c:v>
                </c:pt>
                <c:pt idx="4199">
                  <c:v>41859</c:v>
                </c:pt>
                <c:pt idx="4200">
                  <c:v>41862</c:v>
                </c:pt>
                <c:pt idx="4201">
                  <c:v>41863</c:v>
                </c:pt>
                <c:pt idx="4202">
                  <c:v>41864</c:v>
                </c:pt>
                <c:pt idx="4203">
                  <c:v>41865</c:v>
                </c:pt>
                <c:pt idx="4204">
                  <c:v>41866</c:v>
                </c:pt>
                <c:pt idx="4205">
                  <c:v>41869</c:v>
                </c:pt>
                <c:pt idx="4206">
                  <c:v>41870</c:v>
                </c:pt>
                <c:pt idx="4207">
                  <c:v>41871</c:v>
                </c:pt>
                <c:pt idx="4208">
                  <c:v>41872</c:v>
                </c:pt>
                <c:pt idx="4209">
                  <c:v>41873</c:v>
                </c:pt>
                <c:pt idx="4210">
                  <c:v>41876</c:v>
                </c:pt>
                <c:pt idx="4211">
                  <c:v>41877</c:v>
                </c:pt>
                <c:pt idx="4212">
                  <c:v>41878</c:v>
                </c:pt>
                <c:pt idx="4213">
                  <c:v>41879</c:v>
                </c:pt>
                <c:pt idx="4214">
                  <c:v>41880</c:v>
                </c:pt>
                <c:pt idx="4215">
                  <c:v>41884</c:v>
                </c:pt>
                <c:pt idx="4216">
                  <c:v>41885</c:v>
                </c:pt>
                <c:pt idx="4217">
                  <c:v>41886</c:v>
                </c:pt>
                <c:pt idx="4218">
                  <c:v>41887</c:v>
                </c:pt>
                <c:pt idx="4219">
                  <c:v>41890</c:v>
                </c:pt>
                <c:pt idx="4220">
                  <c:v>41891</c:v>
                </c:pt>
                <c:pt idx="4221">
                  <c:v>41892</c:v>
                </c:pt>
                <c:pt idx="4222">
                  <c:v>41893</c:v>
                </c:pt>
                <c:pt idx="4223">
                  <c:v>41894</c:v>
                </c:pt>
                <c:pt idx="4224">
                  <c:v>41897</c:v>
                </c:pt>
                <c:pt idx="4225">
                  <c:v>41898</c:v>
                </c:pt>
                <c:pt idx="4226">
                  <c:v>41899</c:v>
                </c:pt>
                <c:pt idx="4227">
                  <c:v>41900</c:v>
                </c:pt>
                <c:pt idx="4228">
                  <c:v>41901</c:v>
                </c:pt>
                <c:pt idx="4229">
                  <c:v>41904</c:v>
                </c:pt>
                <c:pt idx="4230">
                  <c:v>41905</c:v>
                </c:pt>
                <c:pt idx="4231">
                  <c:v>41906</c:v>
                </c:pt>
                <c:pt idx="4232">
                  <c:v>41907</c:v>
                </c:pt>
                <c:pt idx="4233">
                  <c:v>41908</c:v>
                </c:pt>
                <c:pt idx="4234">
                  <c:v>41911</c:v>
                </c:pt>
                <c:pt idx="4235">
                  <c:v>41912</c:v>
                </c:pt>
                <c:pt idx="4236">
                  <c:v>41913</c:v>
                </c:pt>
                <c:pt idx="4237">
                  <c:v>41914</c:v>
                </c:pt>
                <c:pt idx="4238">
                  <c:v>41915</c:v>
                </c:pt>
                <c:pt idx="4239">
                  <c:v>41918</c:v>
                </c:pt>
                <c:pt idx="4240">
                  <c:v>41919</c:v>
                </c:pt>
                <c:pt idx="4241">
                  <c:v>41920</c:v>
                </c:pt>
                <c:pt idx="4242">
                  <c:v>41921</c:v>
                </c:pt>
                <c:pt idx="4243">
                  <c:v>41922</c:v>
                </c:pt>
                <c:pt idx="4244">
                  <c:v>41925</c:v>
                </c:pt>
                <c:pt idx="4245">
                  <c:v>41926</c:v>
                </c:pt>
                <c:pt idx="4246">
                  <c:v>41927</c:v>
                </c:pt>
                <c:pt idx="4247">
                  <c:v>41928</c:v>
                </c:pt>
                <c:pt idx="4248">
                  <c:v>41929</c:v>
                </c:pt>
                <c:pt idx="4249">
                  <c:v>41932</c:v>
                </c:pt>
                <c:pt idx="4250">
                  <c:v>41933</c:v>
                </c:pt>
                <c:pt idx="4251">
                  <c:v>41934</c:v>
                </c:pt>
                <c:pt idx="4252">
                  <c:v>41935</c:v>
                </c:pt>
                <c:pt idx="4253">
                  <c:v>41936</c:v>
                </c:pt>
                <c:pt idx="4254">
                  <c:v>41939</c:v>
                </c:pt>
                <c:pt idx="4255">
                  <c:v>41940</c:v>
                </c:pt>
                <c:pt idx="4256">
                  <c:v>41941</c:v>
                </c:pt>
                <c:pt idx="4257">
                  <c:v>41942</c:v>
                </c:pt>
                <c:pt idx="4258">
                  <c:v>41943</c:v>
                </c:pt>
                <c:pt idx="4259">
                  <c:v>41946</c:v>
                </c:pt>
                <c:pt idx="4260">
                  <c:v>41947</c:v>
                </c:pt>
                <c:pt idx="4261">
                  <c:v>41948</c:v>
                </c:pt>
                <c:pt idx="4262">
                  <c:v>41949</c:v>
                </c:pt>
                <c:pt idx="4263">
                  <c:v>41950</c:v>
                </c:pt>
                <c:pt idx="4264">
                  <c:v>41953</c:v>
                </c:pt>
                <c:pt idx="4265">
                  <c:v>41954</c:v>
                </c:pt>
                <c:pt idx="4266">
                  <c:v>41955</c:v>
                </c:pt>
                <c:pt idx="4267">
                  <c:v>41956</c:v>
                </c:pt>
                <c:pt idx="4268">
                  <c:v>41957</c:v>
                </c:pt>
                <c:pt idx="4269">
                  <c:v>41960</c:v>
                </c:pt>
                <c:pt idx="4270">
                  <c:v>41961</c:v>
                </c:pt>
                <c:pt idx="4271">
                  <c:v>41962</c:v>
                </c:pt>
                <c:pt idx="4272">
                  <c:v>41963</c:v>
                </c:pt>
                <c:pt idx="4273">
                  <c:v>41964</c:v>
                </c:pt>
                <c:pt idx="4274">
                  <c:v>41967</c:v>
                </c:pt>
                <c:pt idx="4275">
                  <c:v>41968</c:v>
                </c:pt>
                <c:pt idx="4276">
                  <c:v>41969</c:v>
                </c:pt>
                <c:pt idx="4277">
                  <c:v>41971</c:v>
                </c:pt>
                <c:pt idx="4278">
                  <c:v>41974</c:v>
                </c:pt>
                <c:pt idx="4279">
                  <c:v>41975</c:v>
                </c:pt>
                <c:pt idx="4280">
                  <c:v>41976</c:v>
                </c:pt>
                <c:pt idx="4281">
                  <c:v>41977</c:v>
                </c:pt>
                <c:pt idx="4282">
                  <c:v>41978</c:v>
                </c:pt>
                <c:pt idx="4283">
                  <c:v>41981</c:v>
                </c:pt>
                <c:pt idx="4284">
                  <c:v>41982</c:v>
                </c:pt>
                <c:pt idx="4285">
                  <c:v>41983</c:v>
                </c:pt>
                <c:pt idx="4286">
                  <c:v>41984</c:v>
                </c:pt>
                <c:pt idx="4287">
                  <c:v>41985</c:v>
                </c:pt>
                <c:pt idx="4288">
                  <c:v>41988</c:v>
                </c:pt>
                <c:pt idx="4289">
                  <c:v>41989</c:v>
                </c:pt>
                <c:pt idx="4290">
                  <c:v>41990</c:v>
                </c:pt>
                <c:pt idx="4291">
                  <c:v>41991</c:v>
                </c:pt>
                <c:pt idx="4292">
                  <c:v>41992</c:v>
                </c:pt>
                <c:pt idx="4293">
                  <c:v>41995</c:v>
                </c:pt>
                <c:pt idx="4294">
                  <c:v>41996</c:v>
                </c:pt>
                <c:pt idx="4295">
                  <c:v>41997</c:v>
                </c:pt>
                <c:pt idx="4296">
                  <c:v>41999</c:v>
                </c:pt>
                <c:pt idx="4297">
                  <c:v>42002</c:v>
                </c:pt>
                <c:pt idx="4298">
                  <c:v>42003</c:v>
                </c:pt>
                <c:pt idx="4299">
                  <c:v>42004</c:v>
                </c:pt>
                <c:pt idx="4300">
                  <c:v>42006</c:v>
                </c:pt>
                <c:pt idx="4301">
                  <c:v>42009</c:v>
                </c:pt>
                <c:pt idx="4302">
                  <c:v>42010</c:v>
                </c:pt>
                <c:pt idx="4303">
                  <c:v>42011</c:v>
                </c:pt>
                <c:pt idx="4304">
                  <c:v>42012</c:v>
                </c:pt>
                <c:pt idx="4305">
                  <c:v>42013</c:v>
                </c:pt>
                <c:pt idx="4306">
                  <c:v>42016</c:v>
                </c:pt>
                <c:pt idx="4307">
                  <c:v>42017</c:v>
                </c:pt>
                <c:pt idx="4308">
                  <c:v>42018</c:v>
                </c:pt>
                <c:pt idx="4309">
                  <c:v>42019</c:v>
                </c:pt>
                <c:pt idx="4310">
                  <c:v>42020</c:v>
                </c:pt>
                <c:pt idx="4311">
                  <c:v>42024</c:v>
                </c:pt>
                <c:pt idx="4312">
                  <c:v>42025</c:v>
                </c:pt>
                <c:pt idx="4313">
                  <c:v>42026</c:v>
                </c:pt>
                <c:pt idx="4314">
                  <c:v>42027</c:v>
                </c:pt>
                <c:pt idx="4315">
                  <c:v>42030</c:v>
                </c:pt>
                <c:pt idx="4316">
                  <c:v>42031</c:v>
                </c:pt>
                <c:pt idx="4317">
                  <c:v>42032</c:v>
                </c:pt>
                <c:pt idx="4318">
                  <c:v>42033</c:v>
                </c:pt>
                <c:pt idx="4319">
                  <c:v>42034</c:v>
                </c:pt>
                <c:pt idx="4320">
                  <c:v>42037</c:v>
                </c:pt>
                <c:pt idx="4321">
                  <c:v>42038</c:v>
                </c:pt>
                <c:pt idx="4322">
                  <c:v>42039</c:v>
                </c:pt>
                <c:pt idx="4323">
                  <c:v>42040</c:v>
                </c:pt>
                <c:pt idx="4324">
                  <c:v>42041</c:v>
                </c:pt>
                <c:pt idx="4325">
                  <c:v>42044</c:v>
                </c:pt>
                <c:pt idx="4326">
                  <c:v>42045</c:v>
                </c:pt>
                <c:pt idx="4327">
                  <c:v>42046</c:v>
                </c:pt>
                <c:pt idx="4328">
                  <c:v>42047</c:v>
                </c:pt>
                <c:pt idx="4329">
                  <c:v>42048</c:v>
                </c:pt>
                <c:pt idx="4330">
                  <c:v>42052</c:v>
                </c:pt>
                <c:pt idx="4331">
                  <c:v>42053</c:v>
                </c:pt>
                <c:pt idx="4332">
                  <c:v>42054</c:v>
                </c:pt>
                <c:pt idx="4333">
                  <c:v>42055</c:v>
                </c:pt>
                <c:pt idx="4334">
                  <c:v>42058</c:v>
                </c:pt>
                <c:pt idx="4335">
                  <c:v>42059</c:v>
                </c:pt>
                <c:pt idx="4336">
                  <c:v>42060</c:v>
                </c:pt>
                <c:pt idx="4337">
                  <c:v>42061</c:v>
                </c:pt>
                <c:pt idx="4338">
                  <c:v>42062</c:v>
                </c:pt>
                <c:pt idx="4339">
                  <c:v>42065</c:v>
                </c:pt>
                <c:pt idx="4340">
                  <c:v>42066</c:v>
                </c:pt>
                <c:pt idx="4341">
                  <c:v>42067</c:v>
                </c:pt>
                <c:pt idx="4342">
                  <c:v>42068</c:v>
                </c:pt>
                <c:pt idx="4343">
                  <c:v>42069</c:v>
                </c:pt>
                <c:pt idx="4344">
                  <c:v>42072</c:v>
                </c:pt>
                <c:pt idx="4345">
                  <c:v>42073</c:v>
                </c:pt>
                <c:pt idx="4346">
                  <c:v>42074</c:v>
                </c:pt>
                <c:pt idx="4347">
                  <c:v>42075</c:v>
                </c:pt>
                <c:pt idx="4348">
                  <c:v>42076</c:v>
                </c:pt>
                <c:pt idx="4349">
                  <c:v>42079</c:v>
                </c:pt>
                <c:pt idx="4350">
                  <c:v>42080</c:v>
                </c:pt>
                <c:pt idx="4351">
                  <c:v>42081</c:v>
                </c:pt>
                <c:pt idx="4352">
                  <c:v>42082</c:v>
                </c:pt>
                <c:pt idx="4353">
                  <c:v>42083</c:v>
                </c:pt>
                <c:pt idx="4354">
                  <c:v>42086</c:v>
                </c:pt>
                <c:pt idx="4355">
                  <c:v>42087</c:v>
                </c:pt>
                <c:pt idx="4356">
                  <c:v>42088</c:v>
                </c:pt>
                <c:pt idx="4357">
                  <c:v>42089</c:v>
                </c:pt>
                <c:pt idx="4358">
                  <c:v>42090</c:v>
                </c:pt>
                <c:pt idx="4359">
                  <c:v>42093</c:v>
                </c:pt>
                <c:pt idx="4360">
                  <c:v>42094</c:v>
                </c:pt>
                <c:pt idx="4361">
                  <c:v>42095</c:v>
                </c:pt>
                <c:pt idx="4362">
                  <c:v>42096</c:v>
                </c:pt>
                <c:pt idx="4363">
                  <c:v>42100</c:v>
                </c:pt>
                <c:pt idx="4364">
                  <c:v>42101</c:v>
                </c:pt>
                <c:pt idx="4365">
                  <c:v>42102</c:v>
                </c:pt>
                <c:pt idx="4366">
                  <c:v>42103</c:v>
                </c:pt>
                <c:pt idx="4367">
                  <c:v>42104</c:v>
                </c:pt>
                <c:pt idx="4368">
                  <c:v>42107</c:v>
                </c:pt>
                <c:pt idx="4369">
                  <c:v>42108</c:v>
                </c:pt>
                <c:pt idx="4370">
                  <c:v>42109</c:v>
                </c:pt>
                <c:pt idx="4371">
                  <c:v>42110</c:v>
                </c:pt>
                <c:pt idx="4372">
                  <c:v>42111</c:v>
                </c:pt>
                <c:pt idx="4373">
                  <c:v>42114</c:v>
                </c:pt>
                <c:pt idx="4374">
                  <c:v>42115</c:v>
                </c:pt>
                <c:pt idx="4375">
                  <c:v>42116</c:v>
                </c:pt>
                <c:pt idx="4376">
                  <c:v>42117</c:v>
                </c:pt>
                <c:pt idx="4377">
                  <c:v>42118</c:v>
                </c:pt>
                <c:pt idx="4378">
                  <c:v>42121</c:v>
                </c:pt>
                <c:pt idx="4379">
                  <c:v>42122</c:v>
                </c:pt>
                <c:pt idx="4380">
                  <c:v>42123</c:v>
                </c:pt>
                <c:pt idx="4381">
                  <c:v>42124</c:v>
                </c:pt>
                <c:pt idx="4382">
                  <c:v>42125</c:v>
                </c:pt>
                <c:pt idx="4383">
                  <c:v>42128</c:v>
                </c:pt>
                <c:pt idx="4384">
                  <c:v>42129</c:v>
                </c:pt>
                <c:pt idx="4385">
                  <c:v>42130</c:v>
                </c:pt>
                <c:pt idx="4386">
                  <c:v>42131</c:v>
                </c:pt>
                <c:pt idx="4387">
                  <c:v>42132</c:v>
                </c:pt>
                <c:pt idx="4388">
                  <c:v>42135</c:v>
                </c:pt>
                <c:pt idx="4389">
                  <c:v>42136</c:v>
                </c:pt>
                <c:pt idx="4390">
                  <c:v>42137</c:v>
                </c:pt>
                <c:pt idx="4391">
                  <c:v>42138</c:v>
                </c:pt>
                <c:pt idx="4392">
                  <c:v>42139</c:v>
                </c:pt>
                <c:pt idx="4393">
                  <c:v>42142</c:v>
                </c:pt>
                <c:pt idx="4394">
                  <c:v>42143</c:v>
                </c:pt>
                <c:pt idx="4395">
                  <c:v>42144</c:v>
                </c:pt>
                <c:pt idx="4396">
                  <c:v>42145</c:v>
                </c:pt>
                <c:pt idx="4397">
                  <c:v>42146</c:v>
                </c:pt>
                <c:pt idx="4398">
                  <c:v>42150</c:v>
                </c:pt>
                <c:pt idx="4399">
                  <c:v>42151</c:v>
                </c:pt>
                <c:pt idx="4400">
                  <c:v>42152</c:v>
                </c:pt>
                <c:pt idx="4401">
                  <c:v>42153</c:v>
                </c:pt>
                <c:pt idx="4402">
                  <c:v>42156</c:v>
                </c:pt>
                <c:pt idx="4403">
                  <c:v>42157</c:v>
                </c:pt>
                <c:pt idx="4404">
                  <c:v>42158</c:v>
                </c:pt>
                <c:pt idx="4405">
                  <c:v>42159</c:v>
                </c:pt>
                <c:pt idx="4406">
                  <c:v>42160</c:v>
                </c:pt>
                <c:pt idx="4407">
                  <c:v>42163</c:v>
                </c:pt>
                <c:pt idx="4408">
                  <c:v>42164</c:v>
                </c:pt>
                <c:pt idx="4409">
                  <c:v>42165</c:v>
                </c:pt>
                <c:pt idx="4410">
                  <c:v>42166</c:v>
                </c:pt>
                <c:pt idx="4411">
                  <c:v>42167</c:v>
                </c:pt>
                <c:pt idx="4412">
                  <c:v>42170</c:v>
                </c:pt>
                <c:pt idx="4413">
                  <c:v>42171</c:v>
                </c:pt>
                <c:pt idx="4414">
                  <c:v>42172</c:v>
                </c:pt>
                <c:pt idx="4415">
                  <c:v>42173</c:v>
                </c:pt>
                <c:pt idx="4416">
                  <c:v>42174</c:v>
                </c:pt>
                <c:pt idx="4417">
                  <c:v>42177</c:v>
                </c:pt>
                <c:pt idx="4418">
                  <c:v>42178</c:v>
                </c:pt>
                <c:pt idx="4419">
                  <c:v>42179</c:v>
                </c:pt>
                <c:pt idx="4420">
                  <c:v>42180</c:v>
                </c:pt>
                <c:pt idx="4421">
                  <c:v>42181</c:v>
                </c:pt>
                <c:pt idx="4422">
                  <c:v>42184</c:v>
                </c:pt>
                <c:pt idx="4423">
                  <c:v>42185</c:v>
                </c:pt>
                <c:pt idx="4424">
                  <c:v>42186</c:v>
                </c:pt>
                <c:pt idx="4425">
                  <c:v>42187</c:v>
                </c:pt>
                <c:pt idx="4426">
                  <c:v>42191</c:v>
                </c:pt>
                <c:pt idx="4427">
                  <c:v>42192</c:v>
                </c:pt>
                <c:pt idx="4428">
                  <c:v>42193</c:v>
                </c:pt>
                <c:pt idx="4429">
                  <c:v>42194</c:v>
                </c:pt>
                <c:pt idx="4430">
                  <c:v>42195</c:v>
                </c:pt>
                <c:pt idx="4431">
                  <c:v>42198</c:v>
                </c:pt>
                <c:pt idx="4432">
                  <c:v>42199</c:v>
                </c:pt>
                <c:pt idx="4433">
                  <c:v>42200</c:v>
                </c:pt>
                <c:pt idx="4434">
                  <c:v>42201</c:v>
                </c:pt>
                <c:pt idx="4435">
                  <c:v>42202</c:v>
                </c:pt>
                <c:pt idx="4436">
                  <c:v>42205</c:v>
                </c:pt>
                <c:pt idx="4437">
                  <c:v>42206</c:v>
                </c:pt>
                <c:pt idx="4438">
                  <c:v>42207</c:v>
                </c:pt>
                <c:pt idx="4439">
                  <c:v>42208</c:v>
                </c:pt>
                <c:pt idx="4440">
                  <c:v>42209</c:v>
                </c:pt>
                <c:pt idx="4441">
                  <c:v>42212</c:v>
                </c:pt>
                <c:pt idx="4442">
                  <c:v>42213</c:v>
                </c:pt>
                <c:pt idx="4443">
                  <c:v>42214</c:v>
                </c:pt>
                <c:pt idx="4444">
                  <c:v>42215</c:v>
                </c:pt>
                <c:pt idx="4445">
                  <c:v>42216</c:v>
                </c:pt>
                <c:pt idx="4446">
                  <c:v>42219</c:v>
                </c:pt>
                <c:pt idx="4447">
                  <c:v>42220</c:v>
                </c:pt>
                <c:pt idx="4448">
                  <c:v>42221</c:v>
                </c:pt>
                <c:pt idx="4449">
                  <c:v>42222</c:v>
                </c:pt>
                <c:pt idx="4450">
                  <c:v>42223</c:v>
                </c:pt>
                <c:pt idx="4451">
                  <c:v>42226</c:v>
                </c:pt>
                <c:pt idx="4452">
                  <c:v>42227</c:v>
                </c:pt>
                <c:pt idx="4453">
                  <c:v>42228</c:v>
                </c:pt>
                <c:pt idx="4454">
                  <c:v>42229</c:v>
                </c:pt>
                <c:pt idx="4455">
                  <c:v>42230</c:v>
                </c:pt>
                <c:pt idx="4456">
                  <c:v>42233</c:v>
                </c:pt>
                <c:pt idx="4457">
                  <c:v>42234</c:v>
                </c:pt>
                <c:pt idx="4458">
                  <c:v>42235</c:v>
                </c:pt>
                <c:pt idx="4459">
                  <c:v>42236</c:v>
                </c:pt>
                <c:pt idx="4460">
                  <c:v>42237</c:v>
                </c:pt>
                <c:pt idx="4461">
                  <c:v>42240</c:v>
                </c:pt>
                <c:pt idx="4462">
                  <c:v>42241</c:v>
                </c:pt>
                <c:pt idx="4463">
                  <c:v>42242</c:v>
                </c:pt>
                <c:pt idx="4464">
                  <c:v>42243</c:v>
                </c:pt>
                <c:pt idx="4465">
                  <c:v>42244</c:v>
                </c:pt>
                <c:pt idx="4466">
                  <c:v>42247</c:v>
                </c:pt>
                <c:pt idx="4467">
                  <c:v>42248</c:v>
                </c:pt>
                <c:pt idx="4468">
                  <c:v>42249</c:v>
                </c:pt>
                <c:pt idx="4469">
                  <c:v>42250</c:v>
                </c:pt>
                <c:pt idx="4470">
                  <c:v>42251</c:v>
                </c:pt>
                <c:pt idx="4471">
                  <c:v>42255</c:v>
                </c:pt>
                <c:pt idx="4472">
                  <c:v>42256</c:v>
                </c:pt>
                <c:pt idx="4473">
                  <c:v>42257</c:v>
                </c:pt>
                <c:pt idx="4474">
                  <c:v>42258</c:v>
                </c:pt>
                <c:pt idx="4475">
                  <c:v>42261</c:v>
                </c:pt>
                <c:pt idx="4476">
                  <c:v>42262</c:v>
                </c:pt>
                <c:pt idx="4477">
                  <c:v>42263</c:v>
                </c:pt>
                <c:pt idx="4478">
                  <c:v>42264</c:v>
                </c:pt>
                <c:pt idx="4479">
                  <c:v>42265</c:v>
                </c:pt>
                <c:pt idx="4480">
                  <c:v>42268</c:v>
                </c:pt>
                <c:pt idx="4481">
                  <c:v>42269</c:v>
                </c:pt>
                <c:pt idx="4482">
                  <c:v>42270</c:v>
                </c:pt>
                <c:pt idx="4483">
                  <c:v>42271</c:v>
                </c:pt>
                <c:pt idx="4484">
                  <c:v>42272</c:v>
                </c:pt>
                <c:pt idx="4485">
                  <c:v>42275</c:v>
                </c:pt>
                <c:pt idx="4486">
                  <c:v>42276</c:v>
                </c:pt>
                <c:pt idx="4487">
                  <c:v>42277</c:v>
                </c:pt>
                <c:pt idx="4488">
                  <c:v>42278</c:v>
                </c:pt>
                <c:pt idx="4489">
                  <c:v>42279</c:v>
                </c:pt>
                <c:pt idx="4490">
                  <c:v>42282</c:v>
                </c:pt>
                <c:pt idx="4491">
                  <c:v>42283</c:v>
                </c:pt>
                <c:pt idx="4492">
                  <c:v>42284</c:v>
                </c:pt>
                <c:pt idx="4493">
                  <c:v>42285</c:v>
                </c:pt>
                <c:pt idx="4494">
                  <c:v>42286</c:v>
                </c:pt>
                <c:pt idx="4495">
                  <c:v>42289</c:v>
                </c:pt>
                <c:pt idx="4496">
                  <c:v>42290</c:v>
                </c:pt>
                <c:pt idx="4497">
                  <c:v>42291</c:v>
                </c:pt>
                <c:pt idx="4498">
                  <c:v>42292</c:v>
                </c:pt>
                <c:pt idx="4499">
                  <c:v>42293</c:v>
                </c:pt>
                <c:pt idx="4500">
                  <c:v>42296</c:v>
                </c:pt>
                <c:pt idx="4501">
                  <c:v>42297</c:v>
                </c:pt>
                <c:pt idx="4502">
                  <c:v>42298</c:v>
                </c:pt>
                <c:pt idx="4503">
                  <c:v>42299</c:v>
                </c:pt>
                <c:pt idx="4504">
                  <c:v>42300</c:v>
                </c:pt>
                <c:pt idx="4505">
                  <c:v>42303</c:v>
                </c:pt>
                <c:pt idx="4506">
                  <c:v>42304</c:v>
                </c:pt>
                <c:pt idx="4507">
                  <c:v>42305</c:v>
                </c:pt>
                <c:pt idx="4508">
                  <c:v>42306</c:v>
                </c:pt>
                <c:pt idx="4509">
                  <c:v>42307</c:v>
                </c:pt>
                <c:pt idx="4510">
                  <c:v>42310</c:v>
                </c:pt>
                <c:pt idx="4511">
                  <c:v>42311</c:v>
                </c:pt>
                <c:pt idx="4512">
                  <c:v>42312</c:v>
                </c:pt>
                <c:pt idx="4513">
                  <c:v>42313</c:v>
                </c:pt>
                <c:pt idx="4514">
                  <c:v>42314</c:v>
                </c:pt>
                <c:pt idx="4515">
                  <c:v>42317</c:v>
                </c:pt>
                <c:pt idx="4516">
                  <c:v>42318</c:v>
                </c:pt>
                <c:pt idx="4517">
                  <c:v>42319</c:v>
                </c:pt>
                <c:pt idx="4518">
                  <c:v>42320</c:v>
                </c:pt>
                <c:pt idx="4519">
                  <c:v>42321</c:v>
                </c:pt>
                <c:pt idx="4520">
                  <c:v>42324</c:v>
                </c:pt>
                <c:pt idx="4521">
                  <c:v>42325</c:v>
                </c:pt>
                <c:pt idx="4522">
                  <c:v>42326</c:v>
                </c:pt>
                <c:pt idx="4523">
                  <c:v>42327</c:v>
                </c:pt>
                <c:pt idx="4524">
                  <c:v>42328</c:v>
                </c:pt>
                <c:pt idx="4525">
                  <c:v>42331</c:v>
                </c:pt>
                <c:pt idx="4526">
                  <c:v>42332</c:v>
                </c:pt>
                <c:pt idx="4527">
                  <c:v>42333</c:v>
                </c:pt>
                <c:pt idx="4528">
                  <c:v>42335</c:v>
                </c:pt>
                <c:pt idx="4529">
                  <c:v>42338</c:v>
                </c:pt>
                <c:pt idx="4530">
                  <c:v>42339</c:v>
                </c:pt>
                <c:pt idx="4531">
                  <c:v>42340</c:v>
                </c:pt>
                <c:pt idx="4532">
                  <c:v>42341</c:v>
                </c:pt>
                <c:pt idx="4533">
                  <c:v>42342</c:v>
                </c:pt>
                <c:pt idx="4534">
                  <c:v>42345</c:v>
                </c:pt>
                <c:pt idx="4535">
                  <c:v>42346</c:v>
                </c:pt>
                <c:pt idx="4536">
                  <c:v>42347</c:v>
                </c:pt>
                <c:pt idx="4537">
                  <c:v>42348</c:v>
                </c:pt>
                <c:pt idx="4538">
                  <c:v>42349</c:v>
                </c:pt>
                <c:pt idx="4539">
                  <c:v>42352</c:v>
                </c:pt>
                <c:pt idx="4540">
                  <c:v>42353</c:v>
                </c:pt>
                <c:pt idx="4541">
                  <c:v>42354</c:v>
                </c:pt>
                <c:pt idx="4542">
                  <c:v>42355</c:v>
                </c:pt>
                <c:pt idx="4543">
                  <c:v>42356</c:v>
                </c:pt>
                <c:pt idx="4544">
                  <c:v>42359</c:v>
                </c:pt>
                <c:pt idx="4545">
                  <c:v>42360</c:v>
                </c:pt>
                <c:pt idx="4546">
                  <c:v>42361</c:v>
                </c:pt>
                <c:pt idx="4547">
                  <c:v>42362</c:v>
                </c:pt>
                <c:pt idx="4548">
                  <c:v>42366</c:v>
                </c:pt>
                <c:pt idx="4549">
                  <c:v>42367</c:v>
                </c:pt>
                <c:pt idx="4550">
                  <c:v>42368</c:v>
                </c:pt>
                <c:pt idx="4551">
                  <c:v>42369</c:v>
                </c:pt>
                <c:pt idx="4552">
                  <c:v>42373</c:v>
                </c:pt>
                <c:pt idx="4553">
                  <c:v>42374</c:v>
                </c:pt>
                <c:pt idx="4554">
                  <c:v>42375</c:v>
                </c:pt>
                <c:pt idx="4555">
                  <c:v>42376</c:v>
                </c:pt>
                <c:pt idx="4556">
                  <c:v>42377</c:v>
                </c:pt>
                <c:pt idx="4557">
                  <c:v>42380</c:v>
                </c:pt>
                <c:pt idx="4558">
                  <c:v>42381</c:v>
                </c:pt>
                <c:pt idx="4559">
                  <c:v>42382</c:v>
                </c:pt>
                <c:pt idx="4560">
                  <c:v>42383</c:v>
                </c:pt>
                <c:pt idx="4561">
                  <c:v>42384</c:v>
                </c:pt>
                <c:pt idx="4562">
                  <c:v>42388</c:v>
                </c:pt>
                <c:pt idx="4563">
                  <c:v>42389</c:v>
                </c:pt>
                <c:pt idx="4564">
                  <c:v>42390</c:v>
                </c:pt>
                <c:pt idx="4565">
                  <c:v>42391</c:v>
                </c:pt>
                <c:pt idx="4566">
                  <c:v>42394</c:v>
                </c:pt>
                <c:pt idx="4567">
                  <c:v>42395</c:v>
                </c:pt>
                <c:pt idx="4568">
                  <c:v>42396</c:v>
                </c:pt>
                <c:pt idx="4569">
                  <c:v>42397</c:v>
                </c:pt>
                <c:pt idx="4570">
                  <c:v>42398</c:v>
                </c:pt>
                <c:pt idx="4571">
                  <c:v>42401</c:v>
                </c:pt>
                <c:pt idx="4572">
                  <c:v>42402</c:v>
                </c:pt>
                <c:pt idx="4573">
                  <c:v>42403</c:v>
                </c:pt>
                <c:pt idx="4574">
                  <c:v>42404</c:v>
                </c:pt>
                <c:pt idx="4575">
                  <c:v>42405</c:v>
                </c:pt>
                <c:pt idx="4576">
                  <c:v>42408</c:v>
                </c:pt>
                <c:pt idx="4577">
                  <c:v>42409</c:v>
                </c:pt>
                <c:pt idx="4578">
                  <c:v>42410</c:v>
                </c:pt>
                <c:pt idx="4579">
                  <c:v>42411</c:v>
                </c:pt>
                <c:pt idx="4580">
                  <c:v>42412</c:v>
                </c:pt>
                <c:pt idx="4581">
                  <c:v>42416</c:v>
                </c:pt>
                <c:pt idx="4582">
                  <c:v>42417</c:v>
                </c:pt>
                <c:pt idx="4583">
                  <c:v>42418</c:v>
                </c:pt>
                <c:pt idx="4584">
                  <c:v>42419</c:v>
                </c:pt>
                <c:pt idx="4585">
                  <c:v>42422</c:v>
                </c:pt>
                <c:pt idx="4586">
                  <c:v>42423</c:v>
                </c:pt>
                <c:pt idx="4587">
                  <c:v>42424</c:v>
                </c:pt>
                <c:pt idx="4588">
                  <c:v>42425</c:v>
                </c:pt>
                <c:pt idx="4589">
                  <c:v>42426</c:v>
                </c:pt>
                <c:pt idx="4590">
                  <c:v>42429</c:v>
                </c:pt>
                <c:pt idx="4591">
                  <c:v>42430</c:v>
                </c:pt>
                <c:pt idx="4592">
                  <c:v>42431</c:v>
                </c:pt>
                <c:pt idx="4593">
                  <c:v>42432</c:v>
                </c:pt>
                <c:pt idx="4594">
                  <c:v>42433</c:v>
                </c:pt>
                <c:pt idx="4595">
                  <c:v>42436</c:v>
                </c:pt>
                <c:pt idx="4596">
                  <c:v>42437</c:v>
                </c:pt>
                <c:pt idx="4597">
                  <c:v>42438</c:v>
                </c:pt>
                <c:pt idx="4598">
                  <c:v>42439</c:v>
                </c:pt>
                <c:pt idx="4599">
                  <c:v>42440</c:v>
                </c:pt>
                <c:pt idx="4600">
                  <c:v>42443</c:v>
                </c:pt>
                <c:pt idx="4601">
                  <c:v>42444</c:v>
                </c:pt>
                <c:pt idx="4602">
                  <c:v>42445</c:v>
                </c:pt>
                <c:pt idx="4603">
                  <c:v>42446</c:v>
                </c:pt>
                <c:pt idx="4604">
                  <c:v>42447</c:v>
                </c:pt>
                <c:pt idx="4605">
                  <c:v>42450</c:v>
                </c:pt>
                <c:pt idx="4606">
                  <c:v>42451</c:v>
                </c:pt>
                <c:pt idx="4607">
                  <c:v>42452</c:v>
                </c:pt>
                <c:pt idx="4608">
                  <c:v>42453</c:v>
                </c:pt>
                <c:pt idx="4609">
                  <c:v>42457</c:v>
                </c:pt>
                <c:pt idx="4610">
                  <c:v>42458</c:v>
                </c:pt>
                <c:pt idx="4611">
                  <c:v>42459</c:v>
                </c:pt>
                <c:pt idx="4612">
                  <c:v>42460</c:v>
                </c:pt>
                <c:pt idx="4613">
                  <c:v>42461</c:v>
                </c:pt>
                <c:pt idx="4614">
                  <c:v>42464</c:v>
                </c:pt>
                <c:pt idx="4615">
                  <c:v>42465</c:v>
                </c:pt>
                <c:pt idx="4616">
                  <c:v>42466</c:v>
                </c:pt>
                <c:pt idx="4617">
                  <c:v>42467</c:v>
                </c:pt>
                <c:pt idx="4618">
                  <c:v>42468</c:v>
                </c:pt>
                <c:pt idx="4619">
                  <c:v>42471</c:v>
                </c:pt>
                <c:pt idx="4620">
                  <c:v>42472</c:v>
                </c:pt>
                <c:pt idx="4621">
                  <c:v>42473</c:v>
                </c:pt>
                <c:pt idx="4622">
                  <c:v>42474</c:v>
                </c:pt>
                <c:pt idx="4623">
                  <c:v>42475</c:v>
                </c:pt>
                <c:pt idx="4624">
                  <c:v>42478</c:v>
                </c:pt>
                <c:pt idx="4625">
                  <c:v>42479</c:v>
                </c:pt>
                <c:pt idx="4626">
                  <c:v>42480</c:v>
                </c:pt>
                <c:pt idx="4627">
                  <c:v>42481</c:v>
                </c:pt>
                <c:pt idx="4628">
                  <c:v>42482</c:v>
                </c:pt>
                <c:pt idx="4629">
                  <c:v>42485</c:v>
                </c:pt>
                <c:pt idx="4630">
                  <c:v>42486</c:v>
                </c:pt>
                <c:pt idx="4631">
                  <c:v>42487</c:v>
                </c:pt>
                <c:pt idx="4632">
                  <c:v>42488</c:v>
                </c:pt>
                <c:pt idx="4633">
                  <c:v>42489</c:v>
                </c:pt>
                <c:pt idx="4634">
                  <c:v>42492</c:v>
                </c:pt>
                <c:pt idx="4635">
                  <c:v>42493</c:v>
                </c:pt>
                <c:pt idx="4636">
                  <c:v>42494</c:v>
                </c:pt>
                <c:pt idx="4637">
                  <c:v>42495</c:v>
                </c:pt>
                <c:pt idx="4638">
                  <c:v>42496</c:v>
                </c:pt>
                <c:pt idx="4639">
                  <c:v>42499</c:v>
                </c:pt>
                <c:pt idx="4640">
                  <c:v>42500</c:v>
                </c:pt>
                <c:pt idx="4641">
                  <c:v>42501</c:v>
                </c:pt>
                <c:pt idx="4642">
                  <c:v>42502</c:v>
                </c:pt>
                <c:pt idx="4643">
                  <c:v>42503</c:v>
                </c:pt>
                <c:pt idx="4644">
                  <c:v>42506</c:v>
                </c:pt>
                <c:pt idx="4645">
                  <c:v>42507</c:v>
                </c:pt>
                <c:pt idx="4646">
                  <c:v>42508</c:v>
                </c:pt>
                <c:pt idx="4647">
                  <c:v>42509</c:v>
                </c:pt>
                <c:pt idx="4648">
                  <c:v>42510</c:v>
                </c:pt>
                <c:pt idx="4649">
                  <c:v>42513</c:v>
                </c:pt>
                <c:pt idx="4650">
                  <c:v>42514</c:v>
                </c:pt>
                <c:pt idx="4651">
                  <c:v>42515</c:v>
                </c:pt>
                <c:pt idx="4652">
                  <c:v>42516</c:v>
                </c:pt>
                <c:pt idx="4653">
                  <c:v>42517</c:v>
                </c:pt>
                <c:pt idx="4654">
                  <c:v>42521</c:v>
                </c:pt>
                <c:pt idx="4655">
                  <c:v>42522</c:v>
                </c:pt>
                <c:pt idx="4656">
                  <c:v>42523</c:v>
                </c:pt>
                <c:pt idx="4657">
                  <c:v>42524</c:v>
                </c:pt>
                <c:pt idx="4658">
                  <c:v>42527</c:v>
                </c:pt>
                <c:pt idx="4659">
                  <c:v>42528</c:v>
                </c:pt>
                <c:pt idx="4660">
                  <c:v>42529</c:v>
                </c:pt>
                <c:pt idx="4661">
                  <c:v>42530</c:v>
                </c:pt>
                <c:pt idx="4662">
                  <c:v>42531</c:v>
                </c:pt>
                <c:pt idx="4663">
                  <c:v>42534</c:v>
                </c:pt>
                <c:pt idx="4664">
                  <c:v>42535</c:v>
                </c:pt>
                <c:pt idx="4665">
                  <c:v>42536</c:v>
                </c:pt>
                <c:pt idx="4666">
                  <c:v>42537</c:v>
                </c:pt>
                <c:pt idx="4667">
                  <c:v>42538</c:v>
                </c:pt>
                <c:pt idx="4668">
                  <c:v>42541</c:v>
                </c:pt>
                <c:pt idx="4669">
                  <c:v>42542</c:v>
                </c:pt>
                <c:pt idx="4670">
                  <c:v>42543</c:v>
                </c:pt>
                <c:pt idx="4671">
                  <c:v>42544</c:v>
                </c:pt>
                <c:pt idx="4672">
                  <c:v>42545</c:v>
                </c:pt>
                <c:pt idx="4673">
                  <c:v>42548</c:v>
                </c:pt>
                <c:pt idx="4674">
                  <c:v>42549</c:v>
                </c:pt>
                <c:pt idx="4675">
                  <c:v>42550</c:v>
                </c:pt>
                <c:pt idx="4676">
                  <c:v>42551</c:v>
                </c:pt>
                <c:pt idx="4677">
                  <c:v>42552</c:v>
                </c:pt>
                <c:pt idx="4678">
                  <c:v>42556</c:v>
                </c:pt>
                <c:pt idx="4679">
                  <c:v>42557</c:v>
                </c:pt>
                <c:pt idx="4680">
                  <c:v>42558</c:v>
                </c:pt>
                <c:pt idx="4681">
                  <c:v>42559</c:v>
                </c:pt>
                <c:pt idx="4682">
                  <c:v>42562</c:v>
                </c:pt>
                <c:pt idx="4683">
                  <c:v>42563</c:v>
                </c:pt>
                <c:pt idx="4684">
                  <c:v>42564</c:v>
                </c:pt>
                <c:pt idx="4685">
                  <c:v>42565</c:v>
                </c:pt>
                <c:pt idx="4686">
                  <c:v>42566</c:v>
                </c:pt>
                <c:pt idx="4687">
                  <c:v>42569</c:v>
                </c:pt>
                <c:pt idx="4688">
                  <c:v>42570</c:v>
                </c:pt>
                <c:pt idx="4689">
                  <c:v>42571</c:v>
                </c:pt>
                <c:pt idx="4690">
                  <c:v>42572</c:v>
                </c:pt>
                <c:pt idx="4691">
                  <c:v>42573</c:v>
                </c:pt>
                <c:pt idx="4692">
                  <c:v>42576</c:v>
                </c:pt>
                <c:pt idx="4693">
                  <c:v>42577</c:v>
                </c:pt>
                <c:pt idx="4694">
                  <c:v>42578</c:v>
                </c:pt>
                <c:pt idx="4695">
                  <c:v>42579</c:v>
                </c:pt>
                <c:pt idx="4696">
                  <c:v>42580</c:v>
                </c:pt>
                <c:pt idx="4697">
                  <c:v>42583</c:v>
                </c:pt>
                <c:pt idx="4698">
                  <c:v>42584</c:v>
                </c:pt>
                <c:pt idx="4699">
                  <c:v>42585</c:v>
                </c:pt>
                <c:pt idx="4700">
                  <c:v>42586</c:v>
                </c:pt>
                <c:pt idx="4701">
                  <c:v>42587</c:v>
                </c:pt>
                <c:pt idx="4702">
                  <c:v>42590</c:v>
                </c:pt>
                <c:pt idx="4703">
                  <c:v>42591</c:v>
                </c:pt>
                <c:pt idx="4704">
                  <c:v>42592</c:v>
                </c:pt>
                <c:pt idx="4705">
                  <c:v>42593</c:v>
                </c:pt>
                <c:pt idx="4706">
                  <c:v>42594</c:v>
                </c:pt>
                <c:pt idx="4707">
                  <c:v>42597</c:v>
                </c:pt>
                <c:pt idx="4708">
                  <c:v>42598</c:v>
                </c:pt>
                <c:pt idx="4709">
                  <c:v>42599</c:v>
                </c:pt>
                <c:pt idx="4710">
                  <c:v>42600</c:v>
                </c:pt>
                <c:pt idx="4711">
                  <c:v>42601</c:v>
                </c:pt>
                <c:pt idx="4712">
                  <c:v>42604</c:v>
                </c:pt>
                <c:pt idx="4713">
                  <c:v>42605</c:v>
                </c:pt>
                <c:pt idx="4714">
                  <c:v>42606</c:v>
                </c:pt>
                <c:pt idx="4715">
                  <c:v>42607</c:v>
                </c:pt>
                <c:pt idx="4716">
                  <c:v>42608</c:v>
                </c:pt>
                <c:pt idx="4717">
                  <c:v>42611</c:v>
                </c:pt>
                <c:pt idx="4718">
                  <c:v>42612</c:v>
                </c:pt>
                <c:pt idx="4719">
                  <c:v>42613</c:v>
                </c:pt>
                <c:pt idx="4720">
                  <c:v>42614</c:v>
                </c:pt>
                <c:pt idx="4721">
                  <c:v>42615</c:v>
                </c:pt>
                <c:pt idx="4722">
                  <c:v>42619</c:v>
                </c:pt>
                <c:pt idx="4723">
                  <c:v>42620</c:v>
                </c:pt>
                <c:pt idx="4724">
                  <c:v>42621</c:v>
                </c:pt>
                <c:pt idx="4725">
                  <c:v>42622</c:v>
                </c:pt>
                <c:pt idx="4726">
                  <c:v>42625</c:v>
                </c:pt>
                <c:pt idx="4727">
                  <c:v>42626</c:v>
                </c:pt>
                <c:pt idx="4728">
                  <c:v>42627</c:v>
                </c:pt>
                <c:pt idx="4729">
                  <c:v>42628</c:v>
                </c:pt>
                <c:pt idx="4730">
                  <c:v>42629</c:v>
                </c:pt>
                <c:pt idx="4731">
                  <c:v>42632</c:v>
                </c:pt>
                <c:pt idx="4732">
                  <c:v>42633</c:v>
                </c:pt>
                <c:pt idx="4733">
                  <c:v>42634</c:v>
                </c:pt>
                <c:pt idx="4734">
                  <c:v>42635</c:v>
                </c:pt>
                <c:pt idx="4735">
                  <c:v>42636</c:v>
                </c:pt>
                <c:pt idx="4736">
                  <c:v>42639</c:v>
                </c:pt>
                <c:pt idx="4737">
                  <c:v>42640</c:v>
                </c:pt>
                <c:pt idx="4738">
                  <c:v>42641</c:v>
                </c:pt>
                <c:pt idx="4739">
                  <c:v>42642</c:v>
                </c:pt>
                <c:pt idx="4740">
                  <c:v>42643</c:v>
                </c:pt>
                <c:pt idx="4741">
                  <c:v>42646</c:v>
                </c:pt>
                <c:pt idx="4742">
                  <c:v>42647</c:v>
                </c:pt>
                <c:pt idx="4743">
                  <c:v>42648</c:v>
                </c:pt>
                <c:pt idx="4744">
                  <c:v>42649</c:v>
                </c:pt>
                <c:pt idx="4745">
                  <c:v>42650</c:v>
                </c:pt>
                <c:pt idx="4746">
                  <c:v>42653</c:v>
                </c:pt>
                <c:pt idx="4747">
                  <c:v>42654</c:v>
                </c:pt>
                <c:pt idx="4748">
                  <c:v>42655</c:v>
                </c:pt>
                <c:pt idx="4749">
                  <c:v>42656</c:v>
                </c:pt>
                <c:pt idx="4750">
                  <c:v>42657</c:v>
                </c:pt>
                <c:pt idx="4751">
                  <c:v>42660</c:v>
                </c:pt>
                <c:pt idx="4752">
                  <c:v>42661</c:v>
                </c:pt>
                <c:pt idx="4753">
                  <c:v>42662</c:v>
                </c:pt>
                <c:pt idx="4754">
                  <c:v>42663</c:v>
                </c:pt>
                <c:pt idx="4755">
                  <c:v>42664</c:v>
                </c:pt>
                <c:pt idx="4756">
                  <c:v>42667</c:v>
                </c:pt>
                <c:pt idx="4757">
                  <c:v>42668</c:v>
                </c:pt>
                <c:pt idx="4758">
                  <c:v>42669</c:v>
                </c:pt>
                <c:pt idx="4759">
                  <c:v>42670</c:v>
                </c:pt>
                <c:pt idx="4760">
                  <c:v>42671</c:v>
                </c:pt>
                <c:pt idx="4761">
                  <c:v>42674</c:v>
                </c:pt>
                <c:pt idx="4762">
                  <c:v>42675</c:v>
                </c:pt>
                <c:pt idx="4763">
                  <c:v>42676</c:v>
                </c:pt>
                <c:pt idx="4764">
                  <c:v>42677</c:v>
                </c:pt>
                <c:pt idx="4765">
                  <c:v>42678</c:v>
                </c:pt>
                <c:pt idx="4766">
                  <c:v>42681</c:v>
                </c:pt>
                <c:pt idx="4767">
                  <c:v>42682</c:v>
                </c:pt>
                <c:pt idx="4768">
                  <c:v>42683</c:v>
                </c:pt>
                <c:pt idx="4769">
                  <c:v>42684</c:v>
                </c:pt>
                <c:pt idx="4770">
                  <c:v>42685</c:v>
                </c:pt>
                <c:pt idx="4771">
                  <c:v>42688</c:v>
                </c:pt>
                <c:pt idx="4772">
                  <c:v>42689</c:v>
                </c:pt>
                <c:pt idx="4773">
                  <c:v>42690</c:v>
                </c:pt>
                <c:pt idx="4774">
                  <c:v>42691</c:v>
                </c:pt>
                <c:pt idx="4775">
                  <c:v>42692</c:v>
                </c:pt>
                <c:pt idx="4776">
                  <c:v>42695</c:v>
                </c:pt>
                <c:pt idx="4777">
                  <c:v>42696</c:v>
                </c:pt>
                <c:pt idx="4778">
                  <c:v>42697</c:v>
                </c:pt>
                <c:pt idx="4779">
                  <c:v>42699</c:v>
                </c:pt>
                <c:pt idx="4780">
                  <c:v>42702</c:v>
                </c:pt>
                <c:pt idx="4781">
                  <c:v>42703</c:v>
                </c:pt>
                <c:pt idx="4782">
                  <c:v>42704</c:v>
                </c:pt>
                <c:pt idx="4783">
                  <c:v>42705</c:v>
                </c:pt>
                <c:pt idx="4784">
                  <c:v>42706</c:v>
                </c:pt>
                <c:pt idx="4785">
                  <c:v>42709</c:v>
                </c:pt>
                <c:pt idx="4786">
                  <c:v>42710</c:v>
                </c:pt>
                <c:pt idx="4787">
                  <c:v>42711</c:v>
                </c:pt>
                <c:pt idx="4788">
                  <c:v>42712</c:v>
                </c:pt>
                <c:pt idx="4789">
                  <c:v>42713</c:v>
                </c:pt>
                <c:pt idx="4790">
                  <c:v>42716</c:v>
                </c:pt>
                <c:pt idx="4791">
                  <c:v>42717</c:v>
                </c:pt>
                <c:pt idx="4792">
                  <c:v>42718</c:v>
                </c:pt>
                <c:pt idx="4793">
                  <c:v>42719</c:v>
                </c:pt>
                <c:pt idx="4794">
                  <c:v>42720</c:v>
                </c:pt>
                <c:pt idx="4795">
                  <c:v>42723</c:v>
                </c:pt>
                <c:pt idx="4796">
                  <c:v>42724</c:v>
                </c:pt>
                <c:pt idx="4797">
                  <c:v>42725</c:v>
                </c:pt>
                <c:pt idx="4798">
                  <c:v>42726</c:v>
                </c:pt>
                <c:pt idx="4799">
                  <c:v>42727</c:v>
                </c:pt>
                <c:pt idx="4800">
                  <c:v>42731</c:v>
                </c:pt>
                <c:pt idx="4801">
                  <c:v>42732</c:v>
                </c:pt>
                <c:pt idx="4802">
                  <c:v>42733</c:v>
                </c:pt>
                <c:pt idx="4803">
                  <c:v>42734</c:v>
                </c:pt>
                <c:pt idx="4804">
                  <c:v>42738</c:v>
                </c:pt>
                <c:pt idx="4805">
                  <c:v>42739</c:v>
                </c:pt>
                <c:pt idx="4806">
                  <c:v>42740</c:v>
                </c:pt>
                <c:pt idx="4807">
                  <c:v>42741</c:v>
                </c:pt>
                <c:pt idx="4808">
                  <c:v>42744</c:v>
                </c:pt>
                <c:pt idx="4809">
                  <c:v>42745</c:v>
                </c:pt>
                <c:pt idx="4810">
                  <c:v>42746</c:v>
                </c:pt>
                <c:pt idx="4811">
                  <c:v>42747</c:v>
                </c:pt>
                <c:pt idx="4812">
                  <c:v>42748</c:v>
                </c:pt>
                <c:pt idx="4813">
                  <c:v>42752</c:v>
                </c:pt>
                <c:pt idx="4814">
                  <c:v>42753</c:v>
                </c:pt>
                <c:pt idx="4815">
                  <c:v>42754</c:v>
                </c:pt>
                <c:pt idx="4816">
                  <c:v>42755</c:v>
                </c:pt>
                <c:pt idx="4817">
                  <c:v>42758</c:v>
                </c:pt>
                <c:pt idx="4818">
                  <c:v>42759</c:v>
                </c:pt>
                <c:pt idx="4819">
                  <c:v>42760</c:v>
                </c:pt>
                <c:pt idx="4820">
                  <c:v>42761</c:v>
                </c:pt>
                <c:pt idx="4821">
                  <c:v>42762</c:v>
                </c:pt>
                <c:pt idx="4822">
                  <c:v>42765</c:v>
                </c:pt>
                <c:pt idx="4823">
                  <c:v>42766</c:v>
                </c:pt>
                <c:pt idx="4824">
                  <c:v>42767</c:v>
                </c:pt>
                <c:pt idx="4825">
                  <c:v>42768</c:v>
                </c:pt>
                <c:pt idx="4826">
                  <c:v>42769</c:v>
                </c:pt>
                <c:pt idx="4827">
                  <c:v>42772</c:v>
                </c:pt>
                <c:pt idx="4828">
                  <c:v>42773</c:v>
                </c:pt>
                <c:pt idx="4829">
                  <c:v>42774</c:v>
                </c:pt>
                <c:pt idx="4830">
                  <c:v>42775</c:v>
                </c:pt>
                <c:pt idx="4831">
                  <c:v>42776</c:v>
                </c:pt>
                <c:pt idx="4832">
                  <c:v>42779</c:v>
                </c:pt>
                <c:pt idx="4833">
                  <c:v>42780</c:v>
                </c:pt>
                <c:pt idx="4834">
                  <c:v>42781</c:v>
                </c:pt>
                <c:pt idx="4835">
                  <c:v>42782</c:v>
                </c:pt>
                <c:pt idx="4836">
                  <c:v>42783</c:v>
                </c:pt>
                <c:pt idx="4837">
                  <c:v>42787</c:v>
                </c:pt>
                <c:pt idx="4838">
                  <c:v>42788</c:v>
                </c:pt>
                <c:pt idx="4839">
                  <c:v>42789</c:v>
                </c:pt>
                <c:pt idx="4840">
                  <c:v>42790</c:v>
                </c:pt>
                <c:pt idx="4841">
                  <c:v>42793</c:v>
                </c:pt>
                <c:pt idx="4842">
                  <c:v>42794</c:v>
                </c:pt>
                <c:pt idx="4843">
                  <c:v>42795</c:v>
                </c:pt>
                <c:pt idx="4844">
                  <c:v>42796</c:v>
                </c:pt>
                <c:pt idx="4845">
                  <c:v>42797</c:v>
                </c:pt>
                <c:pt idx="4846">
                  <c:v>42800</c:v>
                </c:pt>
                <c:pt idx="4847">
                  <c:v>42801</c:v>
                </c:pt>
                <c:pt idx="4848">
                  <c:v>42802</c:v>
                </c:pt>
                <c:pt idx="4849">
                  <c:v>42803</c:v>
                </c:pt>
                <c:pt idx="4850">
                  <c:v>42804</c:v>
                </c:pt>
                <c:pt idx="4851">
                  <c:v>42807</c:v>
                </c:pt>
                <c:pt idx="4852">
                  <c:v>42808</c:v>
                </c:pt>
                <c:pt idx="4853">
                  <c:v>42809</c:v>
                </c:pt>
                <c:pt idx="4854">
                  <c:v>42810</c:v>
                </c:pt>
                <c:pt idx="4855">
                  <c:v>42811</c:v>
                </c:pt>
                <c:pt idx="4856">
                  <c:v>42814</c:v>
                </c:pt>
                <c:pt idx="4857">
                  <c:v>42815</c:v>
                </c:pt>
                <c:pt idx="4858">
                  <c:v>42816</c:v>
                </c:pt>
                <c:pt idx="4859">
                  <c:v>42817</c:v>
                </c:pt>
                <c:pt idx="4860">
                  <c:v>42818</c:v>
                </c:pt>
                <c:pt idx="4861">
                  <c:v>42821</c:v>
                </c:pt>
                <c:pt idx="4862">
                  <c:v>42822</c:v>
                </c:pt>
                <c:pt idx="4863">
                  <c:v>42823</c:v>
                </c:pt>
                <c:pt idx="4864">
                  <c:v>42824</c:v>
                </c:pt>
                <c:pt idx="4865">
                  <c:v>42825</c:v>
                </c:pt>
                <c:pt idx="4866">
                  <c:v>42828</c:v>
                </c:pt>
                <c:pt idx="4867">
                  <c:v>42829</c:v>
                </c:pt>
                <c:pt idx="4868">
                  <c:v>42830</c:v>
                </c:pt>
                <c:pt idx="4869">
                  <c:v>42831</c:v>
                </c:pt>
                <c:pt idx="4870">
                  <c:v>42832</c:v>
                </c:pt>
                <c:pt idx="4871">
                  <c:v>42835</c:v>
                </c:pt>
                <c:pt idx="4872">
                  <c:v>42836</c:v>
                </c:pt>
                <c:pt idx="4873">
                  <c:v>42837</c:v>
                </c:pt>
                <c:pt idx="4874">
                  <c:v>42838</c:v>
                </c:pt>
                <c:pt idx="4875">
                  <c:v>42842</c:v>
                </c:pt>
                <c:pt idx="4876">
                  <c:v>42843</c:v>
                </c:pt>
                <c:pt idx="4877">
                  <c:v>42844</c:v>
                </c:pt>
                <c:pt idx="4878">
                  <c:v>42845</c:v>
                </c:pt>
                <c:pt idx="4879">
                  <c:v>42846</c:v>
                </c:pt>
                <c:pt idx="4880">
                  <c:v>42849</c:v>
                </c:pt>
                <c:pt idx="4881">
                  <c:v>42850</c:v>
                </c:pt>
                <c:pt idx="4882">
                  <c:v>42851</c:v>
                </c:pt>
                <c:pt idx="4883">
                  <c:v>42852</c:v>
                </c:pt>
                <c:pt idx="4884">
                  <c:v>42853</c:v>
                </c:pt>
                <c:pt idx="4885">
                  <c:v>42856</c:v>
                </c:pt>
                <c:pt idx="4886">
                  <c:v>42857</c:v>
                </c:pt>
                <c:pt idx="4887">
                  <c:v>42858</c:v>
                </c:pt>
                <c:pt idx="4888">
                  <c:v>42859</c:v>
                </c:pt>
                <c:pt idx="4889">
                  <c:v>42860</c:v>
                </c:pt>
                <c:pt idx="4890">
                  <c:v>42863</c:v>
                </c:pt>
                <c:pt idx="4891">
                  <c:v>42864</c:v>
                </c:pt>
                <c:pt idx="4892">
                  <c:v>42865</c:v>
                </c:pt>
                <c:pt idx="4893">
                  <c:v>42866</c:v>
                </c:pt>
                <c:pt idx="4894">
                  <c:v>42867</c:v>
                </c:pt>
                <c:pt idx="4895">
                  <c:v>42870</c:v>
                </c:pt>
                <c:pt idx="4896">
                  <c:v>42871</c:v>
                </c:pt>
                <c:pt idx="4897">
                  <c:v>42872</c:v>
                </c:pt>
                <c:pt idx="4898">
                  <c:v>42873</c:v>
                </c:pt>
                <c:pt idx="4899">
                  <c:v>42874</c:v>
                </c:pt>
                <c:pt idx="4900">
                  <c:v>42877</c:v>
                </c:pt>
                <c:pt idx="4901">
                  <c:v>42878</c:v>
                </c:pt>
                <c:pt idx="4902">
                  <c:v>42879</c:v>
                </c:pt>
                <c:pt idx="4903">
                  <c:v>42880</c:v>
                </c:pt>
                <c:pt idx="4904">
                  <c:v>42881</c:v>
                </c:pt>
                <c:pt idx="4905">
                  <c:v>42885</c:v>
                </c:pt>
                <c:pt idx="4906">
                  <c:v>42886</c:v>
                </c:pt>
                <c:pt idx="4907">
                  <c:v>42887</c:v>
                </c:pt>
                <c:pt idx="4908">
                  <c:v>42888</c:v>
                </c:pt>
                <c:pt idx="4909">
                  <c:v>42891</c:v>
                </c:pt>
                <c:pt idx="4910">
                  <c:v>42892</c:v>
                </c:pt>
                <c:pt idx="4911">
                  <c:v>42893</c:v>
                </c:pt>
                <c:pt idx="4912">
                  <c:v>42894</c:v>
                </c:pt>
                <c:pt idx="4913">
                  <c:v>42895</c:v>
                </c:pt>
                <c:pt idx="4914">
                  <c:v>42898</c:v>
                </c:pt>
                <c:pt idx="4915">
                  <c:v>42899</c:v>
                </c:pt>
                <c:pt idx="4916">
                  <c:v>42900</c:v>
                </c:pt>
                <c:pt idx="4917">
                  <c:v>42901</c:v>
                </c:pt>
                <c:pt idx="4918">
                  <c:v>42902</c:v>
                </c:pt>
                <c:pt idx="4919">
                  <c:v>42905</c:v>
                </c:pt>
                <c:pt idx="4920">
                  <c:v>42906</c:v>
                </c:pt>
                <c:pt idx="4921">
                  <c:v>42907</c:v>
                </c:pt>
                <c:pt idx="4922">
                  <c:v>42908</c:v>
                </c:pt>
                <c:pt idx="4923">
                  <c:v>42909</c:v>
                </c:pt>
                <c:pt idx="4924">
                  <c:v>42912</c:v>
                </c:pt>
                <c:pt idx="4925">
                  <c:v>42913</c:v>
                </c:pt>
                <c:pt idx="4926">
                  <c:v>42914</c:v>
                </c:pt>
                <c:pt idx="4927">
                  <c:v>42915</c:v>
                </c:pt>
                <c:pt idx="4928">
                  <c:v>42916</c:v>
                </c:pt>
                <c:pt idx="4929">
                  <c:v>42919</c:v>
                </c:pt>
                <c:pt idx="4930">
                  <c:v>42921</c:v>
                </c:pt>
                <c:pt idx="4931">
                  <c:v>42922</c:v>
                </c:pt>
                <c:pt idx="4932">
                  <c:v>42923</c:v>
                </c:pt>
                <c:pt idx="4933">
                  <c:v>42926</c:v>
                </c:pt>
                <c:pt idx="4934">
                  <c:v>42927</c:v>
                </c:pt>
                <c:pt idx="4935">
                  <c:v>42928</c:v>
                </c:pt>
                <c:pt idx="4936">
                  <c:v>42929</c:v>
                </c:pt>
                <c:pt idx="4937">
                  <c:v>42930</c:v>
                </c:pt>
                <c:pt idx="4938">
                  <c:v>42933</c:v>
                </c:pt>
                <c:pt idx="4939">
                  <c:v>42934</c:v>
                </c:pt>
                <c:pt idx="4940">
                  <c:v>42935</c:v>
                </c:pt>
                <c:pt idx="4941">
                  <c:v>42936</c:v>
                </c:pt>
                <c:pt idx="4942">
                  <c:v>42937</c:v>
                </c:pt>
                <c:pt idx="4943">
                  <c:v>42940</c:v>
                </c:pt>
                <c:pt idx="4944">
                  <c:v>42941</c:v>
                </c:pt>
                <c:pt idx="4945">
                  <c:v>42942</c:v>
                </c:pt>
                <c:pt idx="4946">
                  <c:v>42943</c:v>
                </c:pt>
                <c:pt idx="4947">
                  <c:v>42944</c:v>
                </c:pt>
                <c:pt idx="4948">
                  <c:v>42947</c:v>
                </c:pt>
                <c:pt idx="4949">
                  <c:v>42948</c:v>
                </c:pt>
                <c:pt idx="4950">
                  <c:v>42949</c:v>
                </c:pt>
                <c:pt idx="4951">
                  <c:v>42950</c:v>
                </c:pt>
                <c:pt idx="4952">
                  <c:v>42951</c:v>
                </c:pt>
                <c:pt idx="4953">
                  <c:v>42954</c:v>
                </c:pt>
                <c:pt idx="4954">
                  <c:v>42955</c:v>
                </c:pt>
                <c:pt idx="4955">
                  <c:v>42956</c:v>
                </c:pt>
                <c:pt idx="4956">
                  <c:v>42957</c:v>
                </c:pt>
                <c:pt idx="4957">
                  <c:v>42958</c:v>
                </c:pt>
                <c:pt idx="4958">
                  <c:v>42961</c:v>
                </c:pt>
                <c:pt idx="4959">
                  <c:v>42962</c:v>
                </c:pt>
                <c:pt idx="4960">
                  <c:v>42963</c:v>
                </c:pt>
                <c:pt idx="4961">
                  <c:v>42964</c:v>
                </c:pt>
                <c:pt idx="4962">
                  <c:v>42965</c:v>
                </c:pt>
                <c:pt idx="4963">
                  <c:v>42968</c:v>
                </c:pt>
                <c:pt idx="4964">
                  <c:v>42969</c:v>
                </c:pt>
                <c:pt idx="4965">
                  <c:v>42970</c:v>
                </c:pt>
                <c:pt idx="4966">
                  <c:v>42971</c:v>
                </c:pt>
                <c:pt idx="4967">
                  <c:v>42972</c:v>
                </c:pt>
                <c:pt idx="4968">
                  <c:v>42975</c:v>
                </c:pt>
                <c:pt idx="4969">
                  <c:v>42976</c:v>
                </c:pt>
                <c:pt idx="4970">
                  <c:v>42977</c:v>
                </c:pt>
                <c:pt idx="4971">
                  <c:v>42978</c:v>
                </c:pt>
                <c:pt idx="4972">
                  <c:v>42979</c:v>
                </c:pt>
                <c:pt idx="4973">
                  <c:v>42983</c:v>
                </c:pt>
                <c:pt idx="4974">
                  <c:v>42984</c:v>
                </c:pt>
                <c:pt idx="4975">
                  <c:v>42985</c:v>
                </c:pt>
                <c:pt idx="4976">
                  <c:v>42986</c:v>
                </c:pt>
                <c:pt idx="4977">
                  <c:v>42989</c:v>
                </c:pt>
                <c:pt idx="4978">
                  <c:v>42990</c:v>
                </c:pt>
                <c:pt idx="4979">
                  <c:v>42991</c:v>
                </c:pt>
                <c:pt idx="4980">
                  <c:v>42992</c:v>
                </c:pt>
                <c:pt idx="4981">
                  <c:v>42993</c:v>
                </c:pt>
                <c:pt idx="4982">
                  <c:v>42996</c:v>
                </c:pt>
                <c:pt idx="4983">
                  <c:v>42997</c:v>
                </c:pt>
                <c:pt idx="4984">
                  <c:v>42998</c:v>
                </c:pt>
                <c:pt idx="4985">
                  <c:v>42999</c:v>
                </c:pt>
                <c:pt idx="4986">
                  <c:v>43000</c:v>
                </c:pt>
                <c:pt idx="4987">
                  <c:v>43003</c:v>
                </c:pt>
                <c:pt idx="4988">
                  <c:v>43004</c:v>
                </c:pt>
                <c:pt idx="4989">
                  <c:v>43005</c:v>
                </c:pt>
                <c:pt idx="4990">
                  <c:v>43006</c:v>
                </c:pt>
                <c:pt idx="4991">
                  <c:v>43007</c:v>
                </c:pt>
                <c:pt idx="4992">
                  <c:v>43010</c:v>
                </c:pt>
                <c:pt idx="4993">
                  <c:v>43011</c:v>
                </c:pt>
                <c:pt idx="4994">
                  <c:v>43012</c:v>
                </c:pt>
                <c:pt idx="4995">
                  <c:v>43013</c:v>
                </c:pt>
                <c:pt idx="4996">
                  <c:v>43014</c:v>
                </c:pt>
                <c:pt idx="4997">
                  <c:v>43017</c:v>
                </c:pt>
                <c:pt idx="4998">
                  <c:v>43018</c:v>
                </c:pt>
                <c:pt idx="4999">
                  <c:v>43019</c:v>
                </c:pt>
                <c:pt idx="5000">
                  <c:v>43020</c:v>
                </c:pt>
                <c:pt idx="5001">
                  <c:v>43021</c:v>
                </c:pt>
                <c:pt idx="5002">
                  <c:v>43024</c:v>
                </c:pt>
                <c:pt idx="5003">
                  <c:v>43025</c:v>
                </c:pt>
                <c:pt idx="5004">
                  <c:v>43026</c:v>
                </c:pt>
                <c:pt idx="5005">
                  <c:v>43027</c:v>
                </c:pt>
                <c:pt idx="5006">
                  <c:v>43028</c:v>
                </c:pt>
                <c:pt idx="5007">
                  <c:v>43031</c:v>
                </c:pt>
                <c:pt idx="5008">
                  <c:v>43032</c:v>
                </c:pt>
                <c:pt idx="5009">
                  <c:v>43033</c:v>
                </c:pt>
                <c:pt idx="5010">
                  <c:v>43034</c:v>
                </c:pt>
                <c:pt idx="5011">
                  <c:v>43035</c:v>
                </c:pt>
                <c:pt idx="5012">
                  <c:v>43038</c:v>
                </c:pt>
                <c:pt idx="5013">
                  <c:v>43039</c:v>
                </c:pt>
                <c:pt idx="5014">
                  <c:v>43040</c:v>
                </c:pt>
                <c:pt idx="5015">
                  <c:v>43041</c:v>
                </c:pt>
                <c:pt idx="5016">
                  <c:v>43042</c:v>
                </c:pt>
                <c:pt idx="5017">
                  <c:v>43045</c:v>
                </c:pt>
                <c:pt idx="5018">
                  <c:v>43046</c:v>
                </c:pt>
                <c:pt idx="5019">
                  <c:v>43047</c:v>
                </c:pt>
                <c:pt idx="5020">
                  <c:v>43048</c:v>
                </c:pt>
                <c:pt idx="5021">
                  <c:v>43049</c:v>
                </c:pt>
                <c:pt idx="5022">
                  <c:v>43052</c:v>
                </c:pt>
                <c:pt idx="5023">
                  <c:v>43053</c:v>
                </c:pt>
                <c:pt idx="5024">
                  <c:v>43054</c:v>
                </c:pt>
                <c:pt idx="5025">
                  <c:v>43055</c:v>
                </c:pt>
                <c:pt idx="5026">
                  <c:v>43056</c:v>
                </c:pt>
                <c:pt idx="5027">
                  <c:v>43059</c:v>
                </c:pt>
                <c:pt idx="5028">
                  <c:v>43060</c:v>
                </c:pt>
                <c:pt idx="5029">
                  <c:v>43061</c:v>
                </c:pt>
                <c:pt idx="5030">
                  <c:v>43063</c:v>
                </c:pt>
                <c:pt idx="5031">
                  <c:v>43066</c:v>
                </c:pt>
                <c:pt idx="5032">
                  <c:v>43067</c:v>
                </c:pt>
                <c:pt idx="5033">
                  <c:v>43068</c:v>
                </c:pt>
                <c:pt idx="5034">
                  <c:v>43069</c:v>
                </c:pt>
                <c:pt idx="5035">
                  <c:v>43070</c:v>
                </c:pt>
                <c:pt idx="5036">
                  <c:v>43073</c:v>
                </c:pt>
                <c:pt idx="5037">
                  <c:v>43074</c:v>
                </c:pt>
                <c:pt idx="5038">
                  <c:v>43075</c:v>
                </c:pt>
                <c:pt idx="5039">
                  <c:v>43076</c:v>
                </c:pt>
                <c:pt idx="5040">
                  <c:v>43077</c:v>
                </c:pt>
                <c:pt idx="5041">
                  <c:v>43080</c:v>
                </c:pt>
                <c:pt idx="5042">
                  <c:v>43081</c:v>
                </c:pt>
                <c:pt idx="5043">
                  <c:v>43082</c:v>
                </c:pt>
                <c:pt idx="5044">
                  <c:v>43083</c:v>
                </c:pt>
                <c:pt idx="5045">
                  <c:v>43084</c:v>
                </c:pt>
                <c:pt idx="5046">
                  <c:v>43087</c:v>
                </c:pt>
                <c:pt idx="5047">
                  <c:v>43088</c:v>
                </c:pt>
                <c:pt idx="5048">
                  <c:v>43089</c:v>
                </c:pt>
                <c:pt idx="5049">
                  <c:v>43090</c:v>
                </c:pt>
                <c:pt idx="5050">
                  <c:v>43091</c:v>
                </c:pt>
                <c:pt idx="5051">
                  <c:v>43095</c:v>
                </c:pt>
                <c:pt idx="5052">
                  <c:v>43096</c:v>
                </c:pt>
                <c:pt idx="5053">
                  <c:v>43097</c:v>
                </c:pt>
                <c:pt idx="5054">
                  <c:v>43098</c:v>
                </c:pt>
                <c:pt idx="5055">
                  <c:v>43102</c:v>
                </c:pt>
                <c:pt idx="5056">
                  <c:v>43103</c:v>
                </c:pt>
                <c:pt idx="5057">
                  <c:v>43104</c:v>
                </c:pt>
                <c:pt idx="5058">
                  <c:v>43105</c:v>
                </c:pt>
                <c:pt idx="5059">
                  <c:v>43108</c:v>
                </c:pt>
                <c:pt idx="5060">
                  <c:v>43109</c:v>
                </c:pt>
                <c:pt idx="5061">
                  <c:v>43110</c:v>
                </c:pt>
                <c:pt idx="5062">
                  <c:v>43111</c:v>
                </c:pt>
                <c:pt idx="5063">
                  <c:v>43112</c:v>
                </c:pt>
                <c:pt idx="5064">
                  <c:v>43116</c:v>
                </c:pt>
                <c:pt idx="5065">
                  <c:v>43117</c:v>
                </c:pt>
                <c:pt idx="5066">
                  <c:v>43118</c:v>
                </c:pt>
                <c:pt idx="5067">
                  <c:v>43119</c:v>
                </c:pt>
                <c:pt idx="5068">
                  <c:v>43122</c:v>
                </c:pt>
                <c:pt idx="5069">
                  <c:v>43123</c:v>
                </c:pt>
                <c:pt idx="5070">
                  <c:v>43124</c:v>
                </c:pt>
                <c:pt idx="5071">
                  <c:v>43125</c:v>
                </c:pt>
                <c:pt idx="5072">
                  <c:v>43126</c:v>
                </c:pt>
                <c:pt idx="5073">
                  <c:v>43129</c:v>
                </c:pt>
                <c:pt idx="5074">
                  <c:v>43130</c:v>
                </c:pt>
                <c:pt idx="5075">
                  <c:v>43131</c:v>
                </c:pt>
                <c:pt idx="5076">
                  <c:v>43132</c:v>
                </c:pt>
                <c:pt idx="5077">
                  <c:v>43133</c:v>
                </c:pt>
                <c:pt idx="5078">
                  <c:v>43136</c:v>
                </c:pt>
                <c:pt idx="5079">
                  <c:v>43137</c:v>
                </c:pt>
                <c:pt idx="5080">
                  <c:v>43138</c:v>
                </c:pt>
                <c:pt idx="5081">
                  <c:v>43139</c:v>
                </c:pt>
                <c:pt idx="5082">
                  <c:v>43140</c:v>
                </c:pt>
                <c:pt idx="5083">
                  <c:v>43143</c:v>
                </c:pt>
                <c:pt idx="5084">
                  <c:v>43144</c:v>
                </c:pt>
                <c:pt idx="5085">
                  <c:v>43145</c:v>
                </c:pt>
                <c:pt idx="5086">
                  <c:v>43146</c:v>
                </c:pt>
                <c:pt idx="5087">
                  <c:v>43147</c:v>
                </c:pt>
                <c:pt idx="5088">
                  <c:v>43151</c:v>
                </c:pt>
                <c:pt idx="5089">
                  <c:v>43152</c:v>
                </c:pt>
                <c:pt idx="5090">
                  <c:v>43153</c:v>
                </c:pt>
                <c:pt idx="5091">
                  <c:v>43154</c:v>
                </c:pt>
                <c:pt idx="5092">
                  <c:v>43157</c:v>
                </c:pt>
                <c:pt idx="5093">
                  <c:v>43158</c:v>
                </c:pt>
                <c:pt idx="5094">
                  <c:v>43159</c:v>
                </c:pt>
                <c:pt idx="5095">
                  <c:v>43160</c:v>
                </c:pt>
                <c:pt idx="5096">
                  <c:v>43161</c:v>
                </c:pt>
                <c:pt idx="5097">
                  <c:v>43164</c:v>
                </c:pt>
                <c:pt idx="5098">
                  <c:v>43165</c:v>
                </c:pt>
                <c:pt idx="5099">
                  <c:v>43166</c:v>
                </c:pt>
                <c:pt idx="5100">
                  <c:v>43167</c:v>
                </c:pt>
                <c:pt idx="5101">
                  <c:v>43168</c:v>
                </c:pt>
                <c:pt idx="5102">
                  <c:v>43171</c:v>
                </c:pt>
                <c:pt idx="5103">
                  <c:v>43172</c:v>
                </c:pt>
                <c:pt idx="5104">
                  <c:v>43173</c:v>
                </c:pt>
                <c:pt idx="5105">
                  <c:v>43174</c:v>
                </c:pt>
                <c:pt idx="5106">
                  <c:v>43175</c:v>
                </c:pt>
                <c:pt idx="5107">
                  <c:v>43178</c:v>
                </c:pt>
                <c:pt idx="5108">
                  <c:v>43179</c:v>
                </c:pt>
                <c:pt idx="5109">
                  <c:v>43180</c:v>
                </c:pt>
                <c:pt idx="5110">
                  <c:v>43181</c:v>
                </c:pt>
                <c:pt idx="5111">
                  <c:v>43182</c:v>
                </c:pt>
                <c:pt idx="5112">
                  <c:v>43185</c:v>
                </c:pt>
                <c:pt idx="5113">
                  <c:v>43186</c:v>
                </c:pt>
                <c:pt idx="5114">
                  <c:v>43187</c:v>
                </c:pt>
                <c:pt idx="5115">
                  <c:v>43188</c:v>
                </c:pt>
                <c:pt idx="5116">
                  <c:v>43192</c:v>
                </c:pt>
                <c:pt idx="5117">
                  <c:v>43193</c:v>
                </c:pt>
                <c:pt idx="5118">
                  <c:v>43194</c:v>
                </c:pt>
                <c:pt idx="5119">
                  <c:v>43195</c:v>
                </c:pt>
                <c:pt idx="5120">
                  <c:v>43196</c:v>
                </c:pt>
                <c:pt idx="5121">
                  <c:v>43199</c:v>
                </c:pt>
                <c:pt idx="5122">
                  <c:v>43200</c:v>
                </c:pt>
                <c:pt idx="5123">
                  <c:v>43201</c:v>
                </c:pt>
                <c:pt idx="5124">
                  <c:v>43202</c:v>
                </c:pt>
                <c:pt idx="5125">
                  <c:v>43203</c:v>
                </c:pt>
                <c:pt idx="5126">
                  <c:v>43206</c:v>
                </c:pt>
                <c:pt idx="5127">
                  <c:v>43207</c:v>
                </c:pt>
                <c:pt idx="5128">
                  <c:v>43208</c:v>
                </c:pt>
                <c:pt idx="5129">
                  <c:v>43209</c:v>
                </c:pt>
                <c:pt idx="5130">
                  <c:v>43210</c:v>
                </c:pt>
                <c:pt idx="5131">
                  <c:v>43213</c:v>
                </c:pt>
                <c:pt idx="5132">
                  <c:v>43214</c:v>
                </c:pt>
                <c:pt idx="5133">
                  <c:v>43215</c:v>
                </c:pt>
                <c:pt idx="5134">
                  <c:v>43216</c:v>
                </c:pt>
                <c:pt idx="5135">
                  <c:v>43217</c:v>
                </c:pt>
                <c:pt idx="5136">
                  <c:v>43220</c:v>
                </c:pt>
                <c:pt idx="5137">
                  <c:v>43221</c:v>
                </c:pt>
                <c:pt idx="5138">
                  <c:v>43222</c:v>
                </c:pt>
                <c:pt idx="5139">
                  <c:v>43223</c:v>
                </c:pt>
                <c:pt idx="5140">
                  <c:v>43224</c:v>
                </c:pt>
                <c:pt idx="5141">
                  <c:v>43227</c:v>
                </c:pt>
                <c:pt idx="5142">
                  <c:v>43228</c:v>
                </c:pt>
                <c:pt idx="5143">
                  <c:v>43229</c:v>
                </c:pt>
                <c:pt idx="5144">
                  <c:v>43230</c:v>
                </c:pt>
                <c:pt idx="5145">
                  <c:v>43231</c:v>
                </c:pt>
                <c:pt idx="5146">
                  <c:v>43234</c:v>
                </c:pt>
                <c:pt idx="5147">
                  <c:v>43235</c:v>
                </c:pt>
                <c:pt idx="5148">
                  <c:v>43236</c:v>
                </c:pt>
                <c:pt idx="5149">
                  <c:v>43237</c:v>
                </c:pt>
                <c:pt idx="5150">
                  <c:v>43238</c:v>
                </c:pt>
                <c:pt idx="5151">
                  <c:v>43241</c:v>
                </c:pt>
                <c:pt idx="5152">
                  <c:v>43242</c:v>
                </c:pt>
                <c:pt idx="5153">
                  <c:v>43243</c:v>
                </c:pt>
                <c:pt idx="5154">
                  <c:v>43244</c:v>
                </c:pt>
                <c:pt idx="5155">
                  <c:v>43245</c:v>
                </c:pt>
                <c:pt idx="5156">
                  <c:v>43249</c:v>
                </c:pt>
                <c:pt idx="5157">
                  <c:v>43250</c:v>
                </c:pt>
                <c:pt idx="5158">
                  <c:v>43251</c:v>
                </c:pt>
                <c:pt idx="5159">
                  <c:v>43252</c:v>
                </c:pt>
                <c:pt idx="5160">
                  <c:v>43255</c:v>
                </c:pt>
                <c:pt idx="5161">
                  <c:v>43256</c:v>
                </c:pt>
                <c:pt idx="5162">
                  <c:v>43257</c:v>
                </c:pt>
                <c:pt idx="5163">
                  <c:v>43258</c:v>
                </c:pt>
                <c:pt idx="5164">
                  <c:v>43259</c:v>
                </c:pt>
                <c:pt idx="5165">
                  <c:v>43262</c:v>
                </c:pt>
                <c:pt idx="5166">
                  <c:v>43263</c:v>
                </c:pt>
                <c:pt idx="5167">
                  <c:v>43264</c:v>
                </c:pt>
                <c:pt idx="5168">
                  <c:v>43265</c:v>
                </c:pt>
                <c:pt idx="5169">
                  <c:v>43266</c:v>
                </c:pt>
                <c:pt idx="5170">
                  <c:v>43269</c:v>
                </c:pt>
                <c:pt idx="5171">
                  <c:v>43270</c:v>
                </c:pt>
                <c:pt idx="5172">
                  <c:v>43271</c:v>
                </c:pt>
                <c:pt idx="5173">
                  <c:v>43272</c:v>
                </c:pt>
                <c:pt idx="5174">
                  <c:v>43273</c:v>
                </c:pt>
                <c:pt idx="5175">
                  <c:v>43276</c:v>
                </c:pt>
                <c:pt idx="5176">
                  <c:v>43277</c:v>
                </c:pt>
                <c:pt idx="5177">
                  <c:v>43278</c:v>
                </c:pt>
                <c:pt idx="5178">
                  <c:v>43279</c:v>
                </c:pt>
                <c:pt idx="5179">
                  <c:v>43280</c:v>
                </c:pt>
                <c:pt idx="5180">
                  <c:v>43283</c:v>
                </c:pt>
                <c:pt idx="5181">
                  <c:v>43284</c:v>
                </c:pt>
                <c:pt idx="5182">
                  <c:v>43286</c:v>
                </c:pt>
                <c:pt idx="5183">
                  <c:v>43287</c:v>
                </c:pt>
                <c:pt idx="5184">
                  <c:v>43290</c:v>
                </c:pt>
                <c:pt idx="5185">
                  <c:v>43291</c:v>
                </c:pt>
                <c:pt idx="5186">
                  <c:v>43292</c:v>
                </c:pt>
                <c:pt idx="5187">
                  <c:v>43293</c:v>
                </c:pt>
                <c:pt idx="5188">
                  <c:v>43294</c:v>
                </c:pt>
                <c:pt idx="5189">
                  <c:v>43297</c:v>
                </c:pt>
                <c:pt idx="5190">
                  <c:v>43298</c:v>
                </c:pt>
                <c:pt idx="5191">
                  <c:v>43299</c:v>
                </c:pt>
                <c:pt idx="5192">
                  <c:v>43300</c:v>
                </c:pt>
                <c:pt idx="5193">
                  <c:v>43301</c:v>
                </c:pt>
                <c:pt idx="5194">
                  <c:v>43304</c:v>
                </c:pt>
                <c:pt idx="5195">
                  <c:v>43305</c:v>
                </c:pt>
                <c:pt idx="5196">
                  <c:v>43306</c:v>
                </c:pt>
                <c:pt idx="5197">
                  <c:v>43307</c:v>
                </c:pt>
                <c:pt idx="5198">
                  <c:v>43308</c:v>
                </c:pt>
                <c:pt idx="5199">
                  <c:v>43311</c:v>
                </c:pt>
                <c:pt idx="5200">
                  <c:v>43312</c:v>
                </c:pt>
                <c:pt idx="5201">
                  <c:v>43313</c:v>
                </c:pt>
                <c:pt idx="5202">
                  <c:v>43314</c:v>
                </c:pt>
                <c:pt idx="5203">
                  <c:v>43315</c:v>
                </c:pt>
                <c:pt idx="5204">
                  <c:v>43318</c:v>
                </c:pt>
                <c:pt idx="5205">
                  <c:v>43319</c:v>
                </c:pt>
                <c:pt idx="5206">
                  <c:v>43320</c:v>
                </c:pt>
                <c:pt idx="5207">
                  <c:v>43321</c:v>
                </c:pt>
                <c:pt idx="5208">
                  <c:v>43322</c:v>
                </c:pt>
                <c:pt idx="5209">
                  <c:v>43325</c:v>
                </c:pt>
                <c:pt idx="5210">
                  <c:v>43326</c:v>
                </c:pt>
                <c:pt idx="5211">
                  <c:v>43327</c:v>
                </c:pt>
                <c:pt idx="5212">
                  <c:v>43328</c:v>
                </c:pt>
                <c:pt idx="5213">
                  <c:v>43329</c:v>
                </c:pt>
                <c:pt idx="5214">
                  <c:v>43332</c:v>
                </c:pt>
                <c:pt idx="5215">
                  <c:v>43333</c:v>
                </c:pt>
                <c:pt idx="5216">
                  <c:v>43334</c:v>
                </c:pt>
                <c:pt idx="5217">
                  <c:v>43335</c:v>
                </c:pt>
                <c:pt idx="5218">
                  <c:v>43336</c:v>
                </c:pt>
                <c:pt idx="5219">
                  <c:v>43339</c:v>
                </c:pt>
                <c:pt idx="5220">
                  <c:v>43340</c:v>
                </c:pt>
                <c:pt idx="5221">
                  <c:v>43341</c:v>
                </c:pt>
                <c:pt idx="5222">
                  <c:v>43342</c:v>
                </c:pt>
                <c:pt idx="5223">
                  <c:v>43343</c:v>
                </c:pt>
                <c:pt idx="5224">
                  <c:v>43347</c:v>
                </c:pt>
                <c:pt idx="5225">
                  <c:v>43348</c:v>
                </c:pt>
                <c:pt idx="5226">
                  <c:v>43349</c:v>
                </c:pt>
                <c:pt idx="5227">
                  <c:v>43350</c:v>
                </c:pt>
                <c:pt idx="5228">
                  <c:v>43353</c:v>
                </c:pt>
                <c:pt idx="5229">
                  <c:v>43354</c:v>
                </c:pt>
                <c:pt idx="5230">
                  <c:v>43355</c:v>
                </c:pt>
                <c:pt idx="5231">
                  <c:v>43356</c:v>
                </c:pt>
                <c:pt idx="5232">
                  <c:v>43357</c:v>
                </c:pt>
                <c:pt idx="5233">
                  <c:v>43360</c:v>
                </c:pt>
                <c:pt idx="5234">
                  <c:v>43361</c:v>
                </c:pt>
                <c:pt idx="5235">
                  <c:v>43362</c:v>
                </c:pt>
                <c:pt idx="5236">
                  <c:v>43363</c:v>
                </c:pt>
                <c:pt idx="5237">
                  <c:v>43364</c:v>
                </c:pt>
                <c:pt idx="5238">
                  <c:v>43367</c:v>
                </c:pt>
                <c:pt idx="5239">
                  <c:v>43368</c:v>
                </c:pt>
                <c:pt idx="5240">
                  <c:v>43369</c:v>
                </c:pt>
                <c:pt idx="5241">
                  <c:v>43370</c:v>
                </c:pt>
                <c:pt idx="5242">
                  <c:v>43371</c:v>
                </c:pt>
                <c:pt idx="5243">
                  <c:v>43374</c:v>
                </c:pt>
                <c:pt idx="5244">
                  <c:v>43375</c:v>
                </c:pt>
                <c:pt idx="5245">
                  <c:v>43376</c:v>
                </c:pt>
                <c:pt idx="5246">
                  <c:v>43377</c:v>
                </c:pt>
                <c:pt idx="5247">
                  <c:v>43378</c:v>
                </c:pt>
                <c:pt idx="5248">
                  <c:v>43381</c:v>
                </c:pt>
                <c:pt idx="5249">
                  <c:v>43382</c:v>
                </c:pt>
                <c:pt idx="5250">
                  <c:v>43383</c:v>
                </c:pt>
                <c:pt idx="5251">
                  <c:v>43384</c:v>
                </c:pt>
                <c:pt idx="5252">
                  <c:v>43385</c:v>
                </c:pt>
                <c:pt idx="5253">
                  <c:v>43388</c:v>
                </c:pt>
                <c:pt idx="5254">
                  <c:v>43389</c:v>
                </c:pt>
                <c:pt idx="5255">
                  <c:v>43390</c:v>
                </c:pt>
                <c:pt idx="5256">
                  <c:v>43391</c:v>
                </c:pt>
                <c:pt idx="5257">
                  <c:v>43392</c:v>
                </c:pt>
                <c:pt idx="5258">
                  <c:v>43395</c:v>
                </c:pt>
                <c:pt idx="5259">
                  <c:v>43396</c:v>
                </c:pt>
                <c:pt idx="5260">
                  <c:v>43397</c:v>
                </c:pt>
                <c:pt idx="5261">
                  <c:v>43398</c:v>
                </c:pt>
                <c:pt idx="5262">
                  <c:v>43399</c:v>
                </c:pt>
                <c:pt idx="5263">
                  <c:v>43402</c:v>
                </c:pt>
                <c:pt idx="5264">
                  <c:v>43403</c:v>
                </c:pt>
                <c:pt idx="5265">
                  <c:v>43404</c:v>
                </c:pt>
                <c:pt idx="5266">
                  <c:v>43405</c:v>
                </c:pt>
                <c:pt idx="5267">
                  <c:v>43406</c:v>
                </c:pt>
                <c:pt idx="5268">
                  <c:v>43409</c:v>
                </c:pt>
                <c:pt idx="5269">
                  <c:v>43410</c:v>
                </c:pt>
                <c:pt idx="5270">
                  <c:v>43411</c:v>
                </c:pt>
                <c:pt idx="5271">
                  <c:v>43412</c:v>
                </c:pt>
                <c:pt idx="5272">
                  <c:v>43413</c:v>
                </c:pt>
                <c:pt idx="5273">
                  <c:v>43416</c:v>
                </c:pt>
                <c:pt idx="5274">
                  <c:v>43417</c:v>
                </c:pt>
                <c:pt idx="5275">
                  <c:v>43418</c:v>
                </c:pt>
                <c:pt idx="5276">
                  <c:v>43419</c:v>
                </c:pt>
                <c:pt idx="5277">
                  <c:v>43420</c:v>
                </c:pt>
                <c:pt idx="5278">
                  <c:v>43423</c:v>
                </c:pt>
                <c:pt idx="5279">
                  <c:v>43424</c:v>
                </c:pt>
                <c:pt idx="5280">
                  <c:v>43425</c:v>
                </c:pt>
                <c:pt idx="5281">
                  <c:v>43427</c:v>
                </c:pt>
                <c:pt idx="5282">
                  <c:v>43430</c:v>
                </c:pt>
                <c:pt idx="5283">
                  <c:v>43431</c:v>
                </c:pt>
                <c:pt idx="5284">
                  <c:v>43432</c:v>
                </c:pt>
                <c:pt idx="5285">
                  <c:v>43433</c:v>
                </c:pt>
                <c:pt idx="5286">
                  <c:v>43434</c:v>
                </c:pt>
                <c:pt idx="5287">
                  <c:v>43437</c:v>
                </c:pt>
                <c:pt idx="5288">
                  <c:v>43438</c:v>
                </c:pt>
                <c:pt idx="5289">
                  <c:v>43440</c:v>
                </c:pt>
                <c:pt idx="5290">
                  <c:v>43441</c:v>
                </c:pt>
                <c:pt idx="5291">
                  <c:v>43444</c:v>
                </c:pt>
                <c:pt idx="5292">
                  <c:v>43445</c:v>
                </c:pt>
                <c:pt idx="5293">
                  <c:v>43446</c:v>
                </c:pt>
                <c:pt idx="5294">
                  <c:v>43447</c:v>
                </c:pt>
                <c:pt idx="5295">
                  <c:v>43448</c:v>
                </c:pt>
                <c:pt idx="5296">
                  <c:v>43451</c:v>
                </c:pt>
                <c:pt idx="5297">
                  <c:v>43452</c:v>
                </c:pt>
                <c:pt idx="5298">
                  <c:v>43453</c:v>
                </c:pt>
                <c:pt idx="5299">
                  <c:v>43454</c:v>
                </c:pt>
                <c:pt idx="5300">
                  <c:v>43455</c:v>
                </c:pt>
                <c:pt idx="5301">
                  <c:v>43458</c:v>
                </c:pt>
                <c:pt idx="5302">
                  <c:v>43460</c:v>
                </c:pt>
                <c:pt idx="5303">
                  <c:v>43461</c:v>
                </c:pt>
                <c:pt idx="5304">
                  <c:v>43462</c:v>
                </c:pt>
                <c:pt idx="5305">
                  <c:v>43465</c:v>
                </c:pt>
                <c:pt idx="5306">
                  <c:v>43467</c:v>
                </c:pt>
                <c:pt idx="5307">
                  <c:v>43468</c:v>
                </c:pt>
                <c:pt idx="5308">
                  <c:v>43469</c:v>
                </c:pt>
                <c:pt idx="5309">
                  <c:v>43472</c:v>
                </c:pt>
                <c:pt idx="5310">
                  <c:v>43473</c:v>
                </c:pt>
                <c:pt idx="5311">
                  <c:v>43474</c:v>
                </c:pt>
                <c:pt idx="5312">
                  <c:v>43475</c:v>
                </c:pt>
                <c:pt idx="5313">
                  <c:v>43476</c:v>
                </c:pt>
                <c:pt idx="5314">
                  <c:v>43479</c:v>
                </c:pt>
                <c:pt idx="5315">
                  <c:v>43480</c:v>
                </c:pt>
                <c:pt idx="5316">
                  <c:v>43481</c:v>
                </c:pt>
                <c:pt idx="5317">
                  <c:v>43482</c:v>
                </c:pt>
                <c:pt idx="5318">
                  <c:v>43483</c:v>
                </c:pt>
                <c:pt idx="5319">
                  <c:v>43487</c:v>
                </c:pt>
                <c:pt idx="5320">
                  <c:v>43488</c:v>
                </c:pt>
                <c:pt idx="5321">
                  <c:v>43489</c:v>
                </c:pt>
                <c:pt idx="5322">
                  <c:v>43490</c:v>
                </c:pt>
                <c:pt idx="5323">
                  <c:v>43493</c:v>
                </c:pt>
                <c:pt idx="5324">
                  <c:v>43494</c:v>
                </c:pt>
                <c:pt idx="5325">
                  <c:v>43495</c:v>
                </c:pt>
                <c:pt idx="5326">
                  <c:v>43496</c:v>
                </c:pt>
                <c:pt idx="5327">
                  <c:v>43497</c:v>
                </c:pt>
                <c:pt idx="5328">
                  <c:v>43500</c:v>
                </c:pt>
                <c:pt idx="5329">
                  <c:v>43501</c:v>
                </c:pt>
                <c:pt idx="5330">
                  <c:v>43502</c:v>
                </c:pt>
                <c:pt idx="5331">
                  <c:v>43503</c:v>
                </c:pt>
                <c:pt idx="5332">
                  <c:v>43504</c:v>
                </c:pt>
                <c:pt idx="5333">
                  <c:v>43507</c:v>
                </c:pt>
                <c:pt idx="5334">
                  <c:v>43508</c:v>
                </c:pt>
                <c:pt idx="5335">
                  <c:v>43509</c:v>
                </c:pt>
                <c:pt idx="5336">
                  <c:v>43510</c:v>
                </c:pt>
                <c:pt idx="5337">
                  <c:v>43511</c:v>
                </c:pt>
                <c:pt idx="5338">
                  <c:v>43515</c:v>
                </c:pt>
                <c:pt idx="5339">
                  <c:v>43516</c:v>
                </c:pt>
                <c:pt idx="5340">
                  <c:v>43517</c:v>
                </c:pt>
                <c:pt idx="5341">
                  <c:v>43518</c:v>
                </c:pt>
                <c:pt idx="5342">
                  <c:v>43521</c:v>
                </c:pt>
                <c:pt idx="5343">
                  <c:v>43522</c:v>
                </c:pt>
                <c:pt idx="5344">
                  <c:v>43523</c:v>
                </c:pt>
                <c:pt idx="5345">
                  <c:v>43524</c:v>
                </c:pt>
                <c:pt idx="5346">
                  <c:v>43525</c:v>
                </c:pt>
                <c:pt idx="5347">
                  <c:v>43528</c:v>
                </c:pt>
                <c:pt idx="5348">
                  <c:v>43529</c:v>
                </c:pt>
                <c:pt idx="5349">
                  <c:v>43530</c:v>
                </c:pt>
                <c:pt idx="5350">
                  <c:v>43531</c:v>
                </c:pt>
                <c:pt idx="5351">
                  <c:v>43532</c:v>
                </c:pt>
                <c:pt idx="5352">
                  <c:v>43535</c:v>
                </c:pt>
                <c:pt idx="5353">
                  <c:v>43536</c:v>
                </c:pt>
                <c:pt idx="5354">
                  <c:v>43537</c:v>
                </c:pt>
                <c:pt idx="5355">
                  <c:v>43538</c:v>
                </c:pt>
                <c:pt idx="5356">
                  <c:v>43539</c:v>
                </c:pt>
                <c:pt idx="5357">
                  <c:v>43542</c:v>
                </c:pt>
                <c:pt idx="5358">
                  <c:v>43543</c:v>
                </c:pt>
                <c:pt idx="5359">
                  <c:v>43544</c:v>
                </c:pt>
                <c:pt idx="5360">
                  <c:v>43545</c:v>
                </c:pt>
                <c:pt idx="5361">
                  <c:v>43546</c:v>
                </c:pt>
                <c:pt idx="5362">
                  <c:v>43549</c:v>
                </c:pt>
                <c:pt idx="5363">
                  <c:v>43550</c:v>
                </c:pt>
                <c:pt idx="5364">
                  <c:v>43551</c:v>
                </c:pt>
                <c:pt idx="5365">
                  <c:v>43552</c:v>
                </c:pt>
                <c:pt idx="5366">
                  <c:v>43553</c:v>
                </c:pt>
                <c:pt idx="5367">
                  <c:v>43556</c:v>
                </c:pt>
                <c:pt idx="5368">
                  <c:v>43557</c:v>
                </c:pt>
                <c:pt idx="5369">
                  <c:v>43558</c:v>
                </c:pt>
                <c:pt idx="5370">
                  <c:v>43559</c:v>
                </c:pt>
                <c:pt idx="5371">
                  <c:v>43560</c:v>
                </c:pt>
                <c:pt idx="5372">
                  <c:v>43563</c:v>
                </c:pt>
                <c:pt idx="5373">
                  <c:v>43564</c:v>
                </c:pt>
                <c:pt idx="5374">
                  <c:v>43565</c:v>
                </c:pt>
                <c:pt idx="5375">
                  <c:v>43566</c:v>
                </c:pt>
                <c:pt idx="5376">
                  <c:v>43567</c:v>
                </c:pt>
                <c:pt idx="5377">
                  <c:v>43570</c:v>
                </c:pt>
                <c:pt idx="5378">
                  <c:v>43571</c:v>
                </c:pt>
                <c:pt idx="5379">
                  <c:v>43572</c:v>
                </c:pt>
                <c:pt idx="5380">
                  <c:v>43573</c:v>
                </c:pt>
                <c:pt idx="5381">
                  <c:v>43577</c:v>
                </c:pt>
                <c:pt idx="5382">
                  <c:v>43578</c:v>
                </c:pt>
                <c:pt idx="5383">
                  <c:v>43579</c:v>
                </c:pt>
                <c:pt idx="5384">
                  <c:v>43580</c:v>
                </c:pt>
                <c:pt idx="5385">
                  <c:v>43581</c:v>
                </c:pt>
                <c:pt idx="5386">
                  <c:v>43584</c:v>
                </c:pt>
                <c:pt idx="5387">
                  <c:v>43585</c:v>
                </c:pt>
                <c:pt idx="5388">
                  <c:v>43586</c:v>
                </c:pt>
                <c:pt idx="5389">
                  <c:v>43587</c:v>
                </c:pt>
                <c:pt idx="5390">
                  <c:v>43588</c:v>
                </c:pt>
                <c:pt idx="5391">
                  <c:v>43591</c:v>
                </c:pt>
                <c:pt idx="5392">
                  <c:v>43592</c:v>
                </c:pt>
                <c:pt idx="5393">
                  <c:v>43593</c:v>
                </c:pt>
                <c:pt idx="5394">
                  <c:v>43594</c:v>
                </c:pt>
                <c:pt idx="5395">
                  <c:v>43595</c:v>
                </c:pt>
                <c:pt idx="5396">
                  <c:v>43598</c:v>
                </c:pt>
                <c:pt idx="5397">
                  <c:v>43599</c:v>
                </c:pt>
                <c:pt idx="5398">
                  <c:v>43600</c:v>
                </c:pt>
                <c:pt idx="5399">
                  <c:v>43601</c:v>
                </c:pt>
                <c:pt idx="5400">
                  <c:v>43602</c:v>
                </c:pt>
                <c:pt idx="5401">
                  <c:v>43605</c:v>
                </c:pt>
                <c:pt idx="5402">
                  <c:v>43606</c:v>
                </c:pt>
                <c:pt idx="5403">
                  <c:v>43607</c:v>
                </c:pt>
                <c:pt idx="5404">
                  <c:v>43608</c:v>
                </c:pt>
                <c:pt idx="5405">
                  <c:v>43609</c:v>
                </c:pt>
                <c:pt idx="5406">
                  <c:v>43613</c:v>
                </c:pt>
                <c:pt idx="5407">
                  <c:v>43614</c:v>
                </c:pt>
                <c:pt idx="5408">
                  <c:v>43615</c:v>
                </c:pt>
                <c:pt idx="5409">
                  <c:v>43616</c:v>
                </c:pt>
                <c:pt idx="5410">
                  <c:v>43619</c:v>
                </c:pt>
                <c:pt idx="5411">
                  <c:v>43620</c:v>
                </c:pt>
                <c:pt idx="5412">
                  <c:v>43621</c:v>
                </c:pt>
                <c:pt idx="5413">
                  <c:v>43622</c:v>
                </c:pt>
                <c:pt idx="5414">
                  <c:v>43623</c:v>
                </c:pt>
                <c:pt idx="5415">
                  <c:v>43626</c:v>
                </c:pt>
                <c:pt idx="5416">
                  <c:v>43627</c:v>
                </c:pt>
                <c:pt idx="5417">
                  <c:v>43628</c:v>
                </c:pt>
                <c:pt idx="5418">
                  <c:v>43629</c:v>
                </c:pt>
                <c:pt idx="5419">
                  <c:v>43630</c:v>
                </c:pt>
                <c:pt idx="5420">
                  <c:v>43633</c:v>
                </c:pt>
                <c:pt idx="5421">
                  <c:v>43634</c:v>
                </c:pt>
                <c:pt idx="5422">
                  <c:v>43635</c:v>
                </c:pt>
                <c:pt idx="5423">
                  <c:v>43636</c:v>
                </c:pt>
                <c:pt idx="5424">
                  <c:v>43637</c:v>
                </c:pt>
                <c:pt idx="5425">
                  <c:v>43640</c:v>
                </c:pt>
                <c:pt idx="5426">
                  <c:v>43641</c:v>
                </c:pt>
                <c:pt idx="5427">
                  <c:v>43642</c:v>
                </c:pt>
                <c:pt idx="5428">
                  <c:v>43643</c:v>
                </c:pt>
                <c:pt idx="5429">
                  <c:v>43644</c:v>
                </c:pt>
                <c:pt idx="5430">
                  <c:v>43647</c:v>
                </c:pt>
                <c:pt idx="5431">
                  <c:v>43648</c:v>
                </c:pt>
                <c:pt idx="5432">
                  <c:v>43649</c:v>
                </c:pt>
                <c:pt idx="5433">
                  <c:v>43651</c:v>
                </c:pt>
                <c:pt idx="5434">
                  <c:v>43654</c:v>
                </c:pt>
                <c:pt idx="5435">
                  <c:v>43655</c:v>
                </c:pt>
                <c:pt idx="5436">
                  <c:v>43656</c:v>
                </c:pt>
                <c:pt idx="5437">
                  <c:v>43657</c:v>
                </c:pt>
                <c:pt idx="5438">
                  <c:v>43658</c:v>
                </c:pt>
                <c:pt idx="5439">
                  <c:v>43661</c:v>
                </c:pt>
                <c:pt idx="5440">
                  <c:v>43662</c:v>
                </c:pt>
                <c:pt idx="5441">
                  <c:v>43663</c:v>
                </c:pt>
                <c:pt idx="5442">
                  <c:v>43664</c:v>
                </c:pt>
                <c:pt idx="5443">
                  <c:v>43665</c:v>
                </c:pt>
                <c:pt idx="5444">
                  <c:v>43668</c:v>
                </c:pt>
                <c:pt idx="5445">
                  <c:v>43669</c:v>
                </c:pt>
                <c:pt idx="5446">
                  <c:v>43670</c:v>
                </c:pt>
                <c:pt idx="5447">
                  <c:v>43671</c:v>
                </c:pt>
                <c:pt idx="5448">
                  <c:v>43672</c:v>
                </c:pt>
                <c:pt idx="5449">
                  <c:v>43675</c:v>
                </c:pt>
                <c:pt idx="5450">
                  <c:v>43676</c:v>
                </c:pt>
                <c:pt idx="5451">
                  <c:v>43677</c:v>
                </c:pt>
                <c:pt idx="5452">
                  <c:v>43678</c:v>
                </c:pt>
                <c:pt idx="5453">
                  <c:v>43679</c:v>
                </c:pt>
                <c:pt idx="5454">
                  <c:v>43682</c:v>
                </c:pt>
                <c:pt idx="5455">
                  <c:v>43683</c:v>
                </c:pt>
                <c:pt idx="5456">
                  <c:v>43684</c:v>
                </c:pt>
                <c:pt idx="5457">
                  <c:v>43685</c:v>
                </c:pt>
                <c:pt idx="5458">
                  <c:v>43686</c:v>
                </c:pt>
                <c:pt idx="5459">
                  <c:v>43689</c:v>
                </c:pt>
                <c:pt idx="5460">
                  <c:v>43690</c:v>
                </c:pt>
                <c:pt idx="5461">
                  <c:v>43691</c:v>
                </c:pt>
                <c:pt idx="5462">
                  <c:v>43692</c:v>
                </c:pt>
                <c:pt idx="5463">
                  <c:v>43693</c:v>
                </c:pt>
                <c:pt idx="5464">
                  <c:v>43696</c:v>
                </c:pt>
                <c:pt idx="5465">
                  <c:v>43697</c:v>
                </c:pt>
                <c:pt idx="5466">
                  <c:v>43698</c:v>
                </c:pt>
                <c:pt idx="5467">
                  <c:v>43699</c:v>
                </c:pt>
                <c:pt idx="5468">
                  <c:v>43700</c:v>
                </c:pt>
                <c:pt idx="5469">
                  <c:v>43703</c:v>
                </c:pt>
                <c:pt idx="5470">
                  <c:v>43704</c:v>
                </c:pt>
                <c:pt idx="5471">
                  <c:v>43705</c:v>
                </c:pt>
                <c:pt idx="5472">
                  <c:v>43706</c:v>
                </c:pt>
                <c:pt idx="5473">
                  <c:v>43707</c:v>
                </c:pt>
                <c:pt idx="5474">
                  <c:v>43711</c:v>
                </c:pt>
                <c:pt idx="5475">
                  <c:v>43712</c:v>
                </c:pt>
                <c:pt idx="5476">
                  <c:v>43713</c:v>
                </c:pt>
                <c:pt idx="5477">
                  <c:v>43714</c:v>
                </c:pt>
                <c:pt idx="5478">
                  <c:v>43717</c:v>
                </c:pt>
                <c:pt idx="5479">
                  <c:v>43718</c:v>
                </c:pt>
                <c:pt idx="5480">
                  <c:v>43719</c:v>
                </c:pt>
                <c:pt idx="5481">
                  <c:v>43720</c:v>
                </c:pt>
                <c:pt idx="5482">
                  <c:v>43721</c:v>
                </c:pt>
                <c:pt idx="5483">
                  <c:v>43724</c:v>
                </c:pt>
                <c:pt idx="5484">
                  <c:v>43725</c:v>
                </c:pt>
                <c:pt idx="5485">
                  <c:v>43726</c:v>
                </c:pt>
                <c:pt idx="5486">
                  <c:v>43727</c:v>
                </c:pt>
                <c:pt idx="5487">
                  <c:v>43728</c:v>
                </c:pt>
                <c:pt idx="5488">
                  <c:v>43731</c:v>
                </c:pt>
                <c:pt idx="5489">
                  <c:v>43732</c:v>
                </c:pt>
                <c:pt idx="5490">
                  <c:v>43733</c:v>
                </c:pt>
                <c:pt idx="5491">
                  <c:v>43734</c:v>
                </c:pt>
                <c:pt idx="5492">
                  <c:v>43735</c:v>
                </c:pt>
                <c:pt idx="5493">
                  <c:v>43738</c:v>
                </c:pt>
                <c:pt idx="5494">
                  <c:v>43739</c:v>
                </c:pt>
                <c:pt idx="5495">
                  <c:v>43740</c:v>
                </c:pt>
                <c:pt idx="5496">
                  <c:v>43741</c:v>
                </c:pt>
                <c:pt idx="5497">
                  <c:v>43742</c:v>
                </c:pt>
                <c:pt idx="5498">
                  <c:v>43745</c:v>
                </c:pt>
                <c:pt idx="5499">
                  <c:v>43746</c:v>
                </c:pt>
                <c:pt idx="5500">
                  <c:v>43747</c:v>
                </c:pt>
                <c:pt idx="5501">
                  <c:v>43748</c:v>
                </c:pt>
                <c:pt idx="5502">
                  <c:v>43749</c:v>
                </c:pt>
                <c:pt idx="5503">
                  <c:v>43752</c:v>
                </c:pt>
                <c:pt idx="5504">
                  <c:v>43753</c:v>
                </c:pt>
                <c:pt idx="5505">
                  <c:v>43754</c:v>
                </c:pt>
                <c:pt idx="5506">
                  <c:v>43755</c:v>
                </c:pt>
                <c:pt idx="5507">
                  <c:v>43756</c:v>
                </c:pt>
                <c:pt idx="5508">
                  <c:v>43759</c:v>
                </c:pt>
                <c:pt idx="5509">
                  <c:v>43760</c:v>
                </c:pt>
                <c:pt idx="5510">
                  <c:v>43761</c:v>
                </c:pt>
                <c:pt idx="5511">
                  <c:v>43762</c:v>
                </c:pt>
                <c:pt idx="5512">
                  <c:v>43763</c:v>
                </c:pt>
                <c:pt idx="5513">
                  <c:v>43766</c:v>
                </c:pt>
                <c:pt idx="5514">
                  <c:v>43767</c:v>
                </c:pt>
                <c:pt idx="5515">
                  <c:v>43768</c:v>
                </c:pt>
                <c:pt idx="5516">
                  <c:v>43769</c:v>
                </c:pt>
                <c:pt idx="5517">
                  <c:v>43770</c:v>
                </c:pt>
                <c:pt idx="5518">
                  <c:v>43773</c:v>
                </c:pt>
                <c:pt idx="5519">
                  <c:v>43774</c:v>
                </c:pt>
                <c:pt idx="5520">
                  <c:v>43775</c:v>
                </c:pt>
                <c:pt idx="5521">
                  <c:v>43776</c:v>
                </c:pt>
                <c:pt idx="5522">
                  <c:v>43777</c:v>
                </c:pt>
                <c:pt idx="5523">
                  <c:v>43780</c:v>
                </c:pt>
                <c:pt idx="5524">
                  <c:v>43781</c:v>
                </c:pt>
                <c:pt idx="5525">
                  <c:v>43782</c:v>
                </c:pt>
                <c:pt idx="5526">
                  <c:v>43783</c:v>
                </c:pt>
                <c:pt idx="5527">
                  <c:v>43784</c:v>
                </c:pt>
                <c:pt idx="5528">
                  <c:v>43787</c:v>
                </c:pt>
                <c:pt idx="5529">
                  <c:v>43788</c:v>
                </c:pt>
                <c:pt idx="5530">
                  <c:v>43789</c:v>
                </c:pt>
                <c:pt idx="5531">
                  <c:v>43790</c:v>
                </c:pt>
                <c:pt idx="5532">
                  <c:v>43791</c:v>
                </c:pt>
                <c:pt idx="5533">
                  <c:v>43794</c:v>
                </c:pt>
                <c:pt idx="5534">
                  <c:v>43795</c:v>
                </c:pt>
                <c:pt idx="5535">
                  <c:v>43796</c:v>
                </c:pt>
                <c:pt idx="5536">
                  <c:v>43798</c:v>
                </c:pt>
                <c:pt idx="5537">
                  <c:v>43801</c:v>
                </c:pt>
                <c:pt idx="5538">
                  <c:v>43802</c:v>
                </c:pt>
                <c:pt idx="5539">
                  <c:v>43803</c:v>
                </c:pt>
                <c:pt idx="5540">
                  <c:v>43804</c:v>
                </c:pt>
                <c:pt idx="5541">
                  <c:v>43805</c:v>
                </c:pt>
                <c:pt idx="5542">
                  <c:v>43808</c:v>
                </c:pt>
                <c:pt idx="5543">
                  <c:v>43809</c:v>
                </c:pt>
                <c:pt idx="5544">
                  <c:v>43810</c:v>
                </c:pt>
                <c:pt idx="5545">
                  <c:v>43811</c:v>
                </c:pt>
                <c:pt idx="5546">
                  <c:v>43812</c:v>
                </c:pt>
                <c:pt idx="5547">
                  <c:v>43815</c:v>
                </c:pt>
                <c:pt idx="5548">
                  <c:v>43816</c:v>
                </c:pt>
                <c:pt idx="5549">
                  <c:v>43817</c:v>
                </c:pt>
                <c:pt idx="5550">
                  <c:v>43818</c:v>
                </c:pt>
                <c:pt idx="5551">
                  <c:v>43819</c:v>
                </c:pt>
                <c:pt idx="5552">
                  <c:v>43822</c:v>
                </c:pt>
                <c:pt idx="5553">
                  <c:v>43823</c:v>
                </c:pt>
                <c:pt idx="5554">
                  <c:v>43825</c:v>
                </c:pt>
                <c:pt idx="5555">
                  <c:v>43826</c:v>
                </c:pt>
                <c:pt idx="5556">
                  <c:v>43829</c:v>
                </c:pt>
                <c:pt idx="5557">
                  <c:v>43830</c:v>
                </c:pt>
                <c:pt idx="5558">
                  <c:v>43832</c:v>
                </c:pt>
                <c:pt idx="5559">
                  <c:v>43833</c:v>
                </c:pt>
                <c:pt idx="5560">
                  <c:v>43836</c:v>
                </c:pt>
                <c:pt idx="5561">
                  <c:v>43837</c:v>
                </c:pt>
                <c:pt idx="5562">
                  <c:v>43838</c:v>
                </c:pt>
                <c:pt idx="5563">
                  <c:v>43839</c:v>
                </c:pt>
                <c:pt idx="5564">
                  <c:v>43840</c:v>
                </c:pt>
                <c:pt idx="5565">
                  <c:v>43843</c:v>
                </c:pt>
                <c:pt idx="5566">
                  <c:v>43844</c:v>
                </c:pt>
                <c:pt idx="5567">
                  <c:v>43845</c:v>
                </c:pt>
                <c:pt idx="5568">
                  <c:v>43846</c:v>
                </c:pt>
                <c:pt idx="5569">
                  <c:v>43847</c:v>
                </c:pt>
                <c:pt idx="5570">
                  <c:v>43851</c:v>
                </c:pt>
                <c:pt idx="5571">
                  <c:v>43852</c:v>
                </c:pt>
                <c:pt idx="5572">
                  <c:v>43853</c:v>
                </c:pt>
                <c:pt idx="5573">
                  <c:v>43854</c:v>
                </c:pt>
                <c:pt idx="5574">
                  <c:v>43857</c:v>
                </c:pt>
                <c:pt idx="5575">
                  <c:v>43858</c:v>
                </c:pt>
                <c:pt idx="5576">
                  <c:v>43859</c:v>
                </c:pt>
                <c:pt idx="5577">
                  <c:v>43860</c:v>
                </c:pt>
                <c:pt idx="5578">
                  <c:v>43861</c:v>
                </c:pt>
                <c:pt idx="5579">
                  <c:v>43864</c:v>
                </c:pt>
                <c:pt idx="5580">
                  <c:v>43865</c:v>
                </c:pt>
                <c:pt idx="5581">
                  <c:v>43866</c:v>
                </c:pt>
                <c:pt idx="5582">
                  <c:v>43867</c:v>
                </c:pt>
                <c:pt idx="5583">
                  <c:v>43868</c:v>
                </c:pt>
                <c:pt idx="5584">
                  <c:v>43871</c:v>
                </c:pt>
                <c:pt idx="5585">
                  <c:v>43872</c:v>
                </c:pt>
                <c:pt idx="5586">
                  <c:v>43873</c:v>
                </c:pt>
                <c:pt idx="5587">
                  <c:v>43874</c:v>
                </c:pt>
                <c:pt idx="5588">
                  <c:v>43875</c:v>
                </c:pt>
                <c:pt idx="5589">
                  <c:v>43879</c:v>
                </c:pt>
                <c:pt idx="5590">
                  <c:v>43880</c:v>
                </c:pt>
                <c:pt idx="5591">
                  <c:v>43881</c:v>
                </c:pt>
                <c:pt idx="5592">
                  <c:v>43882</c:v>
                </c:pt>
                <c:pt idx="5593">
                  <c:v>43885</c:v>
                </c:pt>
                <c:pt idx="5594">
                  <c:v>43886</c:v>
                </c:pt>
                <c:pt idx="5595">
                  <c:v>43887</c:v>
                </c:pt>
                <c:pt idx="5596">
                  <c:v>43888</c:v>
                </c:pt>
                <c:pt idx="5597">
                  <c:v>43889</c:v>
                </c:pt>
                <c:pt idx="5598">
                  <c:v>43892</c:v>
                </c:pt>
                <c:pt idx="5599">
                  <c:v>43893</c:v>
                </c:pt>
                <c:pt idx="5600">
                  <c:v>43894</c:v>
                </c:pt>
                <c:pt idx="5601">
                  <c:v>43895</c:v>
                </c:pt>
                <c:pt idx="5602">
                  <c:v>43896</c:v>
                </c:pt>
                <c:pt idx="5603">
                  <c:v>43899</c:v>
                </c:pt>
                <c:pt idx="5604">
                  <c:v>43900</c:v>
                </c:pt>
                <c:pt idx="5605">
                  <c:v>43901</c:v>
                </c:pt>
                <c:pt idx="5606">
                  <c:v>43902</c:v>
                </c:pt>
                <c:pt idx="5607">
                  <c:v>43903</c:v>
                </c:pt>
                <c:pt idx="5608">
                  <c:v>43906</c:v>
                </c:pt>
                <c:pt idx="5609">
                  <c:v>43907</c:v>
                </c:pt>
                <c:pt idx="5610">
                  <c:v>43908</c:v>
                </c:pt>
                <c:pt idx="5611">
                  <c:v>43909</c:v>
                </c:pt>
                <c:pt idx="5612">
                  <c:v>43910</c:v>
                </c:pt>
                <c:pt idx="5613">
                  <c:v>43913</c:v>
                </c:pt>
                <c:pt idx="5614">
                  <c:v>43914</c:v>
                </c:pt>
                <c:pt idx="5615">
                  <c:v>43915</c:v>
                </c:pt>
                <c:pt idx="5616">
                  <c:v>43916</c:v>
                </c:pt>
                <c:pt idx="5617">
                  <c:v>43917</c:v>
                </c:pt>
                <c:pt idx="5618">
                  <c:v>43920</c:v>
                </c:pt>
                <c:pt idx="5619">
                  <c:v>43921</c:v>
                </c:pt>
                <c:pt idx="5620">
                  <c:v>43922</c:v>
                </c:pt>
                <c:pt idx="5621">
                  <c:v>43923</c:v>
                </c:pt>
                <c:pt idx="5622">
                  <c:v>43924</c:v>
                </c:pt>
                <c:pt idx="5623">
                  <c:v>43927</c:v>
                </c:pt>
                <c:pt idx="5624">
                  <c:v>43928</c:v>
                </c:pt>
                <c:pt idx="5625">
                  <c:v>43929</c:v>
                </c:pt>
                <c:pt idx="5626">
                  <c:v>43930</c:v>
                </c:pt>
                <c:pt idx="5627">
                  <c:v>43934</c:v>
                </c:pt>
                <c:pt idx="5628">
                  <c:v>43935</c:v>
                </c:pt>
                <c:pt idx="5629">
                  <c:v>43936</c:v>
                </c:pt>
                <c:pt idx="5630">
                  <c:v>43937</c:v>
                </c:pt>
                <c:pt idx="5631">
                  <c:v>43938</c:v>
                </c:pt>
                <c:pt idx="5632">
                  <c:v>43941</c:v>
                </c:pt>
                <c:pt idx="5633">
                  <c:v>43942</c:v>
                </c:pt>
                <c:pt idx="5634">
                  <c:v>43943</c:v>
                </c:pt>
                <c:pt idx="5635">
                  <c:v>43944</c:v>
                </c:pt>
                <c:pt idx="5636">
                  <c:v>43945</c:v>
                </c:pt>
                <c:pt idx="5637">
                  <c:v>43948</c:v>
                </c:pt>
                <c:pt idx="5638">
                  <c:v>43949</c:v>
                </c:pt>
                <c:pt idx="5639">
                  <c:v>43950</c:v>
                </c:pt>
                <c:pt idx="5640">
                  <c:v>43951</c:v>
                </c:pt>
                <c:pt idx="5641">
                  <c:v>43952</c:v>
                </c:pt>
                <c:pt idx="5642">
                  <c:v>43955</c:v>
                </c:pt>
                <c:pt idx="5643">
                  <c:v>43956</c:v>
                </c:pt>
                <c:pt idx="5644">
                  <c:v>43957</c:v>
                </c:pt>
                <c:pt idx="5645">
                  <c:v>43958</c:v>
                </c:pt>
                <c:pt idx="5646">
                  <c:v>43959</c:v>
                </c:pt>
                <c:pt idx="5647">
                  <c:v>43962</c:v>
                </c:pt>
                <c:pt idx="5648">
                  <c:v>43963</c:v>
                </c:pt>
                <c:pt idx="5649">
                  <c:v>43964</c:v>
                </c:pt>
                <c:pt idx="5650">
                  <c:v>43965</c:v>
                </c:pt>
                <c:pt idx="5651">
                  <c:v>43966</c:v>
                </c:pt>
                <c:pt idx="5652">
                  <c:v>43969</c:v>
                </c:pt>
                <c:pt idx="5653">
                  <c:v>43970</c:v>
                </c:pt>
                <c:pt idx="5654">
                  <c:v>43971</c:v>
                </c:pt>
                <c:pt idx="5655">
                  <c:v>43972</c:v>
                </c:pt>
                <c:pt idx="5656">
                  <c:v>43973</c:v>
                </c:pt>
                <c:pt idx="5657">
                  <c:v>43977</c:v>
                </c:pt>
                <c:pt idx="5658">
                  <c:v>43978</c:v>
                </c:pt>
                <c:pt idx="5659">
                  <c:v>43979</c:v>
                </c:pt>
                <c:pt idx="5660">
                  <c:v>43980</c:v>
                </c:pt>
                <c:pt idx="5661">
                  <c:v>43983</c:v>
                </c:pt>
                <c:pt idx="5662">
                  <c:v>43984</c:v>
                </c:pt>
                <c:pt idx="5663">
                  <c:v>43985</c:v>
                </c:pt>
                <c:pt idx="5664">
                  <c:v>43986</c:v>
                </c:pt>
                <c:pt idx="5665">
                  <c:v>43987</c:v>
                </c:pt>
                <c:pt idx="5666">
                  <c:v>43990</c:v>
                </c:pt>
                <c:pt idx="5667">
                  <c:v>43991</c:v>
                </c:pt>
                <c:pt idx="5668">
                  <c:v>43992</c:v>
                </c:pt>
                <c:pt idx="5669">
                  <c:v>43993</c:v>
                </c:pt>
                <c:pt idx="5670">
                  <c:v>43994</c:v>
                </c:pt>
                <c:pt idx="5671">
                  <c:v>43997</c:v>
                </c:pt>
                <c:pt idx="5672">
                  <c:v>43998</c:v>
                </c:pt>
                <c:pt idx="5673">
                  <c:v>43999</c:v>
                </c:pt>
                <c:pt idx="5674">
                  <c:v>44000</c:v>
                </c:pt>
                <c:pt idx="5675">
                  <c:v>44001</c:v>
                </c:pt>
                <c:pt idx="5676">
                  <c:v>44004</c:v>
                </c:pt>
                <c:pt idx="5677">
                  <c:v>44005</c:v>
                </c:pt>
                <c:pt idx="5678">
                  <c:v>44006</c:v>
                </c:pt>
                <c:pt idx="5679">
                  <c:v>44007</c:v>
                </c:pt>
                <c:pt idx="5680">
                  <c:v>44008</c:v>
                </c:pt>
                <c:pt idx="5681">
                  <c:v>44011</c:v>
                </c:pt>
                <c:pt idx="5682">
                  <c:v>44012</c:v>
                </c:pt>
                <c:pt idx="5683">
                  <c:v>44013</c:v>
                </c:pt>
                <c:pt idx="5684">
                  <c:v>44014</c:v>
                </c:pt>
                <c:pt idx="5685">
                  <c:v>44018</c:v>
                </c:pt>
                <c:pt idx="5686">
                  <c:v>44019</c:v>
                </c:pt>
                <c:pt idx="5687">
                  <c:v>44020</c:v>
                </c:pt>
                <c:pt idx="5688">
                  <c:v>44021</c:v>
                </c:pt>
                <c:pt idx="5689">
                  <c:v>44022</c:v>
                </c:pt>
                <c:pt idx="5690">
                  <c:v>44025</c:v>
                </c:pt>
                <c:pt idx="5691">
                  <c:v>44026</c:v>
                </c:pt>
                <c:pt idx="5692">
                  <c:v>44027</c:v>
                </c:pt>
                <c:pt idx="5693">
                  <c:v>44028</c:v>
                </c:pt>
                <c:pt idx="5694">
                  <c:v>44029</c:v>
                </c:pt>
                <c:pt idx="5695">
                  <c:v>44032</c:v>
                </c:pt>
                <c:pt idx="5696">
                  <c:v>44033</c:v>
                </c:pt>
                <c:pt idx="5697">
                  <c:v>44034</c:v>
                </c:pt>
                <c:pt idx="5698">
                  <c:v>44035</c:v>
                </c:pt>
                <c:pt idx="5699">
                  <c:v>44036</c:v>
                </c:pt>
                <c:pt idx="5700">
                  <c:v>44039</c:v>
                </c:pt>
                <c:pt idx="5701">
                  <c:v>44040</c:v>
                </c:pt>
                <c:pt idx="5702">
                  <c:v>44041</c:v>
                </c:pt>
                <c:pt idx="5703">
                  <c:v>44042</c:v>
                </c:pt>
                <c:pt idx="5704">
                  <c:v>44043</c:v>
                </c:pt>
                <c:pt idx="5705">
                  <c:v>44046</c:v>
                </c:pt>
                <c:pt idx="5706">
                  <c:v>44047</c:v>
                </c:pt>
                <c:pt idx="5707">
                  <c:v>44048</c:v>
                </c:pt>
                <c:pt idx="5708">
                  <c:v>44049</c:v>
                </c:pt>
                <c:pt idx="5709">
                  <c:v>44050</c:v>
                </c:pt>
                <c:pt idx="5710">
                  <c:v>44053</c:v>
                </c:pt>
                <c:pt idx="5711">
                  <c:v>44054</c:v>
                </c:pt>
                <c:pt idx="5712">
                  <c:v>44055</c:v>
                </c:pt>
                <c:pt idx="5713">
                  <c:v>44056</c:v>
                </c:pt>
                <c:pt idx="5714">
                  <c:v>44057</c:v>
                </c:pt>
                <c:pt idx="5715">
                  <c:v>44060</c:v>
                </c:pt>
                <c:pt idx="5716">
                  <c:v>44061</c:v>
                </c:pt>
                <c:pt idx="5717">
                  <c:v>44062</c:v>
                </c:pt>
                <c:pt idx="5718">
                  <c:v>44063</c:v>
                </c:pt>
                <c:pt idx="5719">
                  <c:v>44064</c:v>
                </c:pt>
                <c:pt idx="5720">
                  <c:v>44067</c:v>
                </c:pt>
                <c:pt idx="5721">
                  <c:v>44068</c:v>
                </c:pt>
                <c:pt idx="5722">
                  <c:v>44069</c:v>
                </c:pt>
                <c:pt idx="5723">
                  <c:v>44070</c:v>
                </c:pt>
                <c:pt idx="5724">
                  <c:v>44071</c:v>
                </c:pt>
                <c:pt idx="5725">
                  <c:v>44074</c:v>
                </c:pt>
                <c:pt idx="5726">
                  <c:v>44075</c:v>
                </c:pt>
                <c:pt idx="5727">
                  <c:v>44076</c:v>
                </c:pt>
                <c:pt idx="5728">
                  <c:v>44077</c:v>
                </c:pt>
                <c:pt idx="5729">
                  <c:v>44078</c:v>
                </c:pt>
                <c:pt idx="5730">
                  <c:v>44082</c:v>
                </c:pt>
                <c:pt idx="5731">
                  <c:v>44083</c:v>
                </c:pt>
                <c:pt idx="5732">
                  <c:v>44084</c:v>
                </c:pt>
                <c:pt idx="5733">
                  <c:v>44085</c:v>
                </c:pt>
                <c:pt idx="5734">
                  <c:v>44088</c:v>
                </c:pt>
                <c:pt idx="5735">
                  <c:v>44089</c:v>
                </c:pt>
                <c:pt idx="5736">
                  <c:v>44090</c:v>
                </c:pt>
                <c:pt idx="5737">
                  <c:v>44091</c:v>
                </c:pt>
                <c:pt idx="5738">
                  <c:v>44092</c:v>
                </c:pt>
                <c:pt idx="5739">
                  <c:v>44095</c:v>
                </c:pt>
                <c:pt idx="5740">
                  <c:v>44096</c:v>
                </c:pt>
                <c:pt idx="5741">
                  <c:v>44097</c:v>
                </c:pt>
                <c:pt idx="5742">
                  <c:v>44098</c:v>
                </c:pt>
                <c:pt idx="5743">
                  <c:v>44099</c:v>
                </c:pt>
                <c:pt idx="5744">
                  <c:v>44102</c:v>
                </c:pt>
                <c:pt idx="5745">
                  <c:v>44103</c:v>
                </c:pt>
                <c:pt idx="5746">
                  <c:v>44104</c:v>
                </c:pt>
                <c:pt idx="5747">
                  <c:v>44105</c:v>
                </c:pt>
                <c:pt idx="5748">
                  <c:v>44106</c:v>
                </c:pt>
                <c:pt idx="5749">
                  <c:v>44109</c:v>
                </c:pt>
                <c:pt idx="5750">
                  <c:v>44110</c:v>
                </c:pt>
                <c:pt idx="5751">
                  <c:v>44111</c:v>
                </c:pt>
                <c:pt idx="5752">
                  <c:v>44112</c:v>
                </c:pt>
                <c:pt idx="5753">
                  <c:v>44113</c:v>
                </c:pt>
                <c:pt idx="5754">
                  <c:v>44116</c:v>
                </c:pt>
                <c:pt idx="5755">
                  <c:v>44117</c:v>
                </c:pt>
                <c:pt idx="5756">
                  <c:v>44118</c:v>
                </c:pt>
                <c:pt idx="5757">
                  <c:v>44119</c:v>
                </c:pt>
                <c:pt idx="5758">
                  <c:v>44120</c:v>
                </c:pt>
                <c:pt idx="5759">
                  <c:v>44123</c:v>
                </c:pt>
                <c:pt idx="5760">
                  <c:v>44124</c:v>
                </c:pt>
                <c:pt idx="5761">
                  <c:v>44125</c:v>
                </c:pt>
                <c:pt idx="5762">
                  <c:v>44126</c:v>
                </c:pt>
                <c:pt idx="5763">
                  <c:v>44127</c:v>
                </c:pt>
                <c:pt idx="5764">
                  <c:v>44130</c:v>
                </c:pt>
                <c:pt idx="5765">
                  <c:v>44131</c:v>
                </c:pt>
                <c:pt idx="5766">
                  <c:v>44132</c:v>
                </c:pt>
                <c:pt idx="5767">
                  <c:v>44133</c:v>
                </c:pt>
                <c:pt idx="5768">
                  <c:v>44134</c:v>
                </c:pt>
                <c:pt idx="5769">
                  <c:v>44137</c:v>
                </c:pt>
                <c:pt idx="5770">
                  <c:v>44138</c:v>
                </c:pt>
                <c:pt idx="5771">
                  <c:v>44139</c:v>
                </c:pt>
                <c:pt idx="5772">
                  <c:v>44140</c:v>
                </c:pt>
                <c:pt idx="5773">
                  <c:v>44141</c:v>
                </c:pt>
                <c:pt idx="5774">
                  <c:v>44144</c:v>
                </c:pt>
                <c:pt idx="5775">
                  <c:v>44145</c:v>
                </c:pt>
                <c:pt idx="5776">
                  <c:v>44146</c:v>
                </c:pt>
                <c:pt idx="5777">
                  <c:v>44147</c:v>
                </c:pt>
                <c:pt idx="5778">
                  <c:v>44148</c:v>
                </c:pt>
                <c:pt idx="5779">
                  <c:v>44151</c:v>
                </c:pt>
                <c:pt idx="5780">
                  <c:v>44152</c:v>
                </c:pt>
                <c:pt idx="5781">
                  <c:v>44153</c:v>
                </c:pt>
                <c:pt idx="5782">
                  <c:v>44154</c:v>
                </c:pt>
                <c:pt idx="5783">
                  <c:v>44155</c:v>
                </c:pt>
                <c:pt idx="5784">
                  <c:v>44158</c:v>
                </c:pt>
                <c:pt idx="5785">
                  <c:v>44159</c:v>
                </c:pt>
                <c:pt idx="5786">
                  <c:v>44160</c:v>
                </c:pt>
                <c:pt idx="5787">
                  <c:v>44162</c:v>
                </c:pt>
                <c:pt idx="5788">
                  <c:v>44165</c:v>
                </c:pt>
                <c:pt idx="5789">
                  <c:v>44166</c:v>
                </c:pt>
                <c:pt idx="5790">
                  <c:v>44167</c:v>
                </c:pt>
                <c:pt idx="5791">
                  <c:v>44168</c:v>
                </c:pt>
                <c:pt idx="5792">
                  <c:v>44169</c:v>
                </c:pt>
                <c:pt idx="5793">
                  <c:v>44172</c:v>
                </c:pt>
                <c:pt idx="5794">
                  <c:v>44173</c:v>
                </c:pt>
                <c:pt idx="5795">
                  <c:v>44174</c:v>
                </c:pt>
                <c:pt idx="5796">
                  <c:v>44175</c:v>
                </c:pt>
                <c:pt idx="5797">
                  <c:v>44176</c:v>
                </c:pt>
                <c:pt idx="5798">
                  <c:v>44179</c:v>
                </c:pt>
                <c:pt idx="5799">
                  <c:v>44180</c:v>
                </c:pt>
                <c:pt idx="5800">
                  <c:v>44181</c:v>
                </c:pt>
                <c:pt idx="5801">
                  <c:v>44182</c:v>
                </c:pt>
                <c:pt idx="5802">
                  <c:v>44183</c:v>
                </c:pt>
                <c:pt idx="5803">
                  <c:v>44186</c:v>
                </c:pt>
                <c:pt idx="5804">
                  <c:v>44187</c:v>
                </c:pt>
                <c:pt idx="5805">
                  <c:v>44188</c:v>
                </c:pt>
                <c:pt idx="5806">
                  <c:v>44189</c:v>
                </c:pt>
                <c:pt idx="5807">
                  <c:v>44193</c:v>
                </c:pt>
                <c:pt idx="5808">
                  <c:v>44194</c:v>
                </c:pt>
                <c:pt idx="5809">
                  <c:v>44195</c:v>
                </c:pt>
                <c:pt idx="5810">
                  <c:v>44196</c:v>
                </c:pt>
                <c:pt idx="5811">
                  <c:v>44200</c:v>
                </c:pt>
                <c:pt idx="5812">
                  <c:v>44201</c:v>
                </c:pt>
                <c:pt idx="5813">
                  <c:v>44202</c:v>
                </c:pt>
                <c:pt idx="5814">
                  <c:v>44203</c:v>
                </c:pt>
                <c:pt idx="5815">
                  <c:v>44204</c:v>
                </c:pt>
                <c:pt idx="5816">
                  <c:v>44207</c:v>
                </c:pt>
                <c:pt idx="5817">
                  <c:v>44208</c:v>
                </c:pt>
                <c:pt idx="5818">
                  <c:v>44209</c:v>
                </c:pt>
                <c:pt idx="5819">
                  <c:v>44210</c:v>
                </c:pt>
                <c:pt idx="5820">
                  <c:v>44211</c:v>
                </c:pt>
                <c:pt idx="5821">
                  <c:v>44215</c:v>
                </c:pt>
                <c:pt idx="5822">
                  <c:v>44216</c:v>
                </c:pt>
                <c:pt idx="5823">
                  <c:v>44217</c:v>
                </c:pt>
                <c:pt idx="5824">
                  <c:v>44218</c:v>
                </c:pt>
                <c:pt idx="5825">
                  <c:v>44221</c:v>
                </c:pt>
                <c:pt idx="5826">
                  <c:v>44222</c:v>
                </c:pt>
                <c:pt idx="5827">
                  <c:v>44223</c:v>
                </c:pt>
                <c:pt idx="5828">
                  <c:v>44224</c:v>
                </c:pt>
                <c:pt idx="5829">
                  <c:v>44225</c:v>
                </c:pt>
                <c:pt idx="5830">
                  <c:v>44228</c:v>
                </c:pt>
                <c:pt idx="5831">
                  <c:v>44229</c:v>
                </c:pt>
                <c:pt idx="5832">
                  <c:v>44230</c:v>
                </c:pt>
                <c:pt idx="5833">
                  <c:v>44231</c:v>
                </c:pt>
                <c:pt idx="5834">
                  <c:v>44232</c:v>
                </c:pt>
                <c:pt idx="5835">
                  <c:v>44235</c:v>
                </c:pt>
                <c:pt idx="5836">
                  <c:v>44236</c:v>
                </c:pt>
                <c:pt idx="5837">
                  <c:v>44237</c:v>
                </c:pt>
                <c:pt idx="5838">
                  <c:v>44238</c:v>
                </c:pt>
                <c:pt idx="5839">
                  <c:v>44239</c:v>
                </c:pt>
                <c:pt idx="5840">
                  <c:v>44243</c:v>
                </c:pt>
                <c:pt idx="5841">
                  <c:v>44244</c:v>
                </c:pt>
                <c:pt idx="5842">
                  <c:v>44245</c:v>
                </c:pt>
                <c:pt idx="5843">
                  <c:v>44246</c:v>
                </c:pt>
                <c:pt idx="5844">
                  <c:v>44249</c:v>
                </c:pt>
                <c:pt idx="5845">
                  <c:v>44250</c:v>
                </c:pt>
                <c:pt idx="5846">
                  <c:v>44251</c:v>
                </c:pt>
                <c:pt idx="5847">
                  <c:v>44252</c:v>
                </c:pt>
                <c:pt idx="5848">
                  <c:v>44253</c:v>
                </c:pt>
                <c:pt idx="5849">
                  <c:v>44256</c:v>
                </c:pt>
                <c:pt idx="5850">
                  <c:v>44257</c:v>
                </c:pt>
                <c:pt idx="5851">
                  <c:v>44258</c:v>
                </c:pt>
                <c:pt idx="5852">
                  <c:v>44259</c:v>
                </c:pt>
                <c:pt idx="5853">
                  <c:v>44260</c:v>
                </c:pt>
                <c:pt idx="5854">
                  <c:v>44263</c:v>
                </c:pt>
                <c:pt idx="5855">
                  <c:v>44264</c:v>
                </c:pt>
                <c:pt idx="5856">
                  <c:v>44265</c:v>
                </c:pt>
                <c:pt idx="5857">
                  <c:v>44266</c:v>
                </c:pt>
                <c:pt idx="5858">
                  <c:v>44267</c:v>
                </c:pt>
                <c:pt idx="5859">
                  <c:v>44270</c:v>
                </c:pt>
                <c:pt idx="5860">
                  <c:v>44271</c:v>
                </c:pt>
                <c:pt idx="5861">
                  <c:v>44272</c:v>
                </c:pt>
                <c:pt idx="5862">
                  <c:v>44273</c:v>
                </c:pt>
                <c:pt idx="5863">
                  <c:v>44274</c:v>
                </c:pt>
                <c:pt idx="5864">
                  <c:v>44277</c:v>
                </c:pt>
                <c:pt idx="5865">
                  <c:v>44278</c:v>
                </c:pt>
                <c:pt idx="5866">
                  <c:v>44279</c:v>
                </c:pt>
                <c:pt idx="5867">
                  <c:v>44280</c:v>
                </c:pt>
                <c:pt idx="5868">
                  <c:v>44281</c:v>
                </c:pt>
                <c:pt idx="5869">
                  <c:v>44284</c:v>
                </c:pt>
                <c:pt idx="5870">
                  <c:v>44285</c:v>
                </c:pt>
                <c:pt idx="5871">
                  <c:v>44286</c:v>
                </c:pt>
                <c:pt idx="5872">
                  <c:v>44287</c:v>
                </c:pt>
                <c:pt idx="5873">
                  <c:v>44291</c:v>
                </c:pt>
                <c:pt idx="5874">
                  <c:v>44292</c:v>
                </c:pt>
                <c:pt idx="5875">
                  <c:v>44293</c:v>
                </c:pt>
                <c:pt idx="5876">
                  <c:v>44294</c:v>
                </c:pt>
                <c:pt idx="5877">
                  <c:v>44295</c:v>
                </c:pt>
                <c:pt idx="5878">
                  <c:v>44298</c:v>
                </c:pt>
                <c:pt idx="5879">
                  <c:v>44299</c:v>
                </c:pt>
                <c:pt idx="5880">
                  <c:v>44300</c:v>
                </c:pt>
                <c:pt idx="5881">
                  <c:v>44301</c:v>
                </c:pt>
                <c:pt idx="5882">
                  <c:v>44302</c:v>
                </c:pt>
                <c:pt idx="5883">
                  <c:v>44305</c:v>
                </c:pt>
                <c:pt idx="5884">
                  <c:v>44306</c:v>
                </c:pt>
                <c:pt idx="5885">
                  <c:v>44307</c:v>
                </c:pt>
                <c:pt idx="5886">
                  <c:v>44308</c:v>
                </c:pt>
                <c:pt idx="5887">
                  <c:v>44309</c:v>
                </c:pt>
                <c:pt idx="5888">
                  <c:v>44312</c:v>
                </c:pt>
                <c:pt idx="5889">
                  <c:v>44313</c:v>
                </c:pt>
                <c:pt idx="5890">
                  <c:v>44314</c:v>
                </c:pt>
                <c:pt idx="5891">
                  <c:v>44315</c:v>
                </c:pt>
                <c:pt idx="5892">
                  <c:v>44316</c:v>
                </c:pt>
                <c:pt idx="5893">
                  <c:v>44319</c:v>
                </c:pt>
                <c:pt idx="5894">
                  <c:v>44320</c:v>
                </c:pt>
                <c:pt idx="5895">
                  <c:v>44321</c:v>
                </c:pt>
                <c:pt idx="5896">
                  <c:v>44322</c:v>
                </c:pt>
                <c:pt idx="5897">
                  <c:v>44323</c:v>
                </c:pt>
                <c:pt idx="5898">
                  <c:v>44326</c:v>
                </c:pt>
                <c:pt idx="5899">
                  <c:v>44327</c:v>
                </c:pt>
                <c:pt idx="5900">
                  <c:v>44328</c:v>
                </c:pt>
                <c:pt idx="5901">
                  <c:v>44329</c:v>
                </c:pt>
                <c:pt idx="5902">
                  <c:v>44330</c:v>
                </c:pt>
                <c:pt idx="5903">
                  <c:v>44333</c:v>
                </c:pt>
                <c:pt idx="5904">
                  <c:v>44334</c:v>
                </c:pt>
                <c:pt idx="5905">
                  <c:v>44335</c:v>
                </c:pt>
                <c:pt idx="5906">
                  <c:v>44336</c:v>
                </c:pt>
                <c:pt idx="5907">
                  <c:v>44337</c:v>
                </c:pt>
                <c:pt idx="5908">
                  <c:v>44340</c:v>
                </c:pt>
                <c:pt idx="5909">
                  <c:v>44341</c:v>
                </c:pt>
                <c:pt idx="5910">
                  <c:v>44342</c:v>
                </c:pt>
                <c:pt idx="5911">
                  <c:v>44343</c:v>
                </c:pt>
                <c:pt idx="5912">
                  <c:v>44344</c:v>
                </c:pt>
                <c:pt idx="5913">
                  <c:v>44348</c:v>
                </c:pt>
                <c:pt idx="5914">
                  <c:v>44349</c:v>
                </c:pt>
                <c:pt idx="5915">
                  <c:v>44350</c:v>
                </c:pt>
                <c:pt idx="5916">
                  <c:v>44351</c:v>
                </c:pt>
                <c:pt idx="5917">
                  <c:v>44354</c:v>
                </c:pt>
                <c:pt idx="5918">
                  <c:v>44355</c:v>
                </c:pt>
                <c:pt idx="5919">
                  <c:v>44356</c:v>
                </c:pt>
                <c:pt idx="5920">
                  <c:v>44357</c:v>
                </c:pt>
                <c:pt idx="5921">
                  <c:v>44358</c:v>
                </c:pt>
                <c:pt idx="5922">
                  <c:v>44361</c:v>
                </c:pt>
                <c:pt idx="5923">
                  <c:v>44362</c:v>
                </c:pt>
                <c:pt idx="5924">
                  <c:v>44363</c:v>
                </c:pt>
                <c:pt idx="5925">
                  <c:v>44364</c:v>
                </c:pt>
                <c:pt idx="5926">
                  <c:v>44365</c:v>
                </c:pt>
                <c:pt idx="5927">
                  <c:v>44368</c:v>
                </c:pt>
                <c:pt idx="5928">
                  <c:v>44369</c:v>
                </c:pt>
                <c:pt idx="5929">
                  <c:v>44370</c:v>
                </c:pt>
                <c:pt idx="5930">
                  <c:v>44371</c:v>
                </c:pt>
                <c:pt idx="5931">
                  <c:v>44372</c:v>
                </c:pt>
                <c:pt idx="5932">
                  <c:v>44375</c:v>
                </c:pt>
                <c:pt idx="5933">
                  <c:v>44376</c:v>
                </c:pt>
                <c:pt idx="5934">
                  <c:v>44377</c:v>
                </c:pt>
                <c:pt idx="5935">
                  <c:v>44378</c:v>
                </c:pt>
                <c:pt idx="5936">
                  <c:v>44379</c:v>
                </c:pt>
                <c:pt idx="5937">
                  <c:v>44383</c:v>
                </c:pt>
                <c:pt idx="5938">
                  <c:v>44384</c:v>
                </c:pt>
                <c:pt idx="5939">
                  <c:v>44385</c:v>
                </c:pt>
                <c:pt idx="5940">
                  <c:v>44386</c:v>
                </c:pt>
                <c:pt idx="5941">
                  <c:v>44389</c:v>
                </c:pt>
                <c:pt idx="5942">
                  <c:v>44390</c:v>
                </c:pt>
                <c:pt idx="5943">
                  <c:v>44391</c:v>
                </c:pt>
                <c:pt idx="5944">
                  <c:v>44392</c:v>
                </c:pt>
                <c:pt idx="5945">
                  <c:v>44393</c:v>
                </c:pt>
                <c:pt idx="5946">
                  <c:v>44396</c:v>
                </c:pt>
                <c:pt idx="5947">
                  <c:v>44397</c:v>
                </c:pt>
                <c:pt idx="5948">
                  <c:v>44398</c:v>
                </c:pt>
                <c:pt idx="5949">
                  <c:v>44399</c:v>
                </c:pt>
                <c:pt idx="5950">
                  <c:v>44400</c:v>
                </c:pt>
                <c:pt idx="5951">
                  <c:v>44403</c:v>
                </c:pt>
                <c:pt idx="5952">
                  <c:v>44404</c:v>
                </c:pt>
                <c:pt idx="5953">
                  <c:v>44405</c:v>
                </c:pt>
                <c:pt idx="5954">
                  <c:v>44406</c:v>
                </c:pt>
                <c:pt idx="5955">
                  <c:v>44407</c:v>
                </c:pt>
                <c:pt idx="5956">
                  <c:v>44410</c:v>
                </c:pt>
                <c:pt idx="5957">
                  <c:v>44411</c:v>
                </c:pt>
                <c:pt idx="5958">
                  <c:v>44412</c:v>
                </c:pt>
                <c:pt idx="5959">
                  <c:v>44413</c:v>
                </c:pt>
                <c:pt idx="5960">
                  <c:v>44414</c:v>
                </c:pt>
                <c:pt idx="5961">
                  <c:v>44417</c:v>
                </c:pt>
                <c:pt idx="5962">
                  <c:v>44418</c:v>
                </c:pt>
                <c:pt idx="5963">
                  <c:v>44419</c:v>
                </c:pt>
                <c:pt idx="5964">
                  <c:v>44420</c:v>
                </c:pt>
                <c:pt idx="5965">
                  <c:v>44421</c:v>
                </c:pt>
                <c:pt idx="5966">
                  <c:v>44424</c:v>
                </c:pt>
                <c:pt idx="5967">
                  <c:v>44425</c:v>
                </c:pt>
                <c:pt idx="5968">
                  <c:v>44426</c:v>
                </c:pt>
                <c:pt idx="5969">
                  <c:v>44427</c:v>
                </c:pt>
                <c:pt idx="5970">
                  <c:v>44428</c:v>
                </c:pt>
                <c:pt idx="5971">
                  <c:v>44431</c:v>
                </c:pt>
                <c:pt idx="5972">
                  <c:v>44432</c:v>
                </c:pt>
                <c:pt idx="5973">
                  <c:v>44433</c:v>
                </c:pt>
                <c:pt idx="5974">
                  <c:v>44434</c:v>
                </c:pt>
                <c:pt idx="5975">
                  <c:v>44435</c:v>
                </c:pt>
                <c:pt idx="5976">
                  <c:v>44438</c:v>
                </c:pt>
                <c:pt idx="5977">
                  <c:v>44439</c:v>
                </c:pt>
                <c:pt idx="5978">
                  <c:v>44440</c:v>
                </c:pt>
                <c:pt idx="5979">
                  <c:v>44441</c:v>
                </c:pt>
                <c:pt idx="5980">
                  <c:v>44442</c:v>
                </c:pt>
                <c:pt idx="5981">
                  <c:v>44446</c:v>
                </c:pt>
                <c:pt idx="5982">
                  <c:v>44447</c:v>
                </c:pt>
                <c:pt idx="5983">
                  <c:v>44448</c:v>
                </c:pt>
                <c:pt idx="5984">
                  <c:v>44449</c:v>
                </c:pt>
                <c:pt idx="5985">
                  <c:v>44452</c:v>
                </c:pt>
                <c:pt idx="5986">
                  <c:v>44453</c:v>
                </c:pt>
                <c:pt idx="5987">
                  <c:v>44454</c:v>
                </c:pt>
                <c:pt idx="5988">
                  <c:v>44455</c:v>
                </c:pt>
                <c:pt idx="5989">
                  <c:v>44456</c:v>
                </c:pt>
                <c:pt idx="5990">
                  <c:v>44459</c:v>
                </c:pt>
                <c:pt idx="5991">
                  <c:v>44460</c:v>
                </c:pt>
                <c:pt idx="5992">
                  <c:v>44461</c:v>
                </c:pt>
                <c:pt idx="5993">
                  <c:v>44462</c:v>
                </c:pt>
                <c:pt idx="5994">
                  <c:v>44463</c:v>
                </c:pt>
                <c:pt idx="5995">
                  <c:v>44466</c:v>
                </c:pt>
                <c:pt idx="5996">
                  <c:v>44467</c:v>
                </c:pt>
                <c:pt idx="5997">
                  <c:v>44468</c:v>
                </c:pt>
                <c:pt idx="5998">
                  <c:v>44469</c:v>
                </c:pt>
                <c:pt idx="5999">
                  <c:v>44470</c:v>
                </c:pt>
                <c:pt idx="6000">
                  <c:v>44473</c:v>
                </c:pt>
                <c:pt idx="6001">
                  <c:v>44474</c:v>
                </c:pt>
                <c:pt idx="6002">
                  <c:v>44475</c:v>
                </c:pt>
                <c:pt idx="6003">
                  <c:v>44476</c:v>
                </c:pt>
                <c:pt idx="6004">
                  <c:v>44477</c:v>
                </c:pt>
                <c:pt idx="6005">
                  <c:v>44480</c:v>
                </c:pt>
                <c:pt idx="6006">
                  <c:v>44481</c:v>
                </c:pt>
                <c:pt idx="6007">
                  <c:v>44482</c:v>
                </c:pt>
                <c:pt idx="6008">
                  <c:v>44483</c:v>
                </c:pt>
                <c:pt idx="6009">
                  <c:v>44484</c:v>
                </c:pt>
                <c:pt idx="6010">
                  <c:v>44487</c:v>
                </c:pt>
                <c:pt idx="6011">
                  <c:v>44488</c:v>
                </c:pt>
                <c:pt idx="6012">
                  <c:v>44489</c:v>
                </c:pt>
                <c:pt idx="6013">
                  <c:v>44490</c:v>
                </c:pt>
                <c:pt idx="6014">
                  <c:v>44491</c:v>
                </c:pt>
                <c:pt idx="6015">
                  <c:v>44494</c:v>
                </c:pt>
                <c:pt idx="6016">
                  <c:v>44495</c:v>
                </c:pt>
                <c:pt idx="6017">
                  <c:v>44496</c:v>
                </c:pt>
                <c:pt idx="6018">
                  <c:v>44497</c:v>
                </c:pt>
                <c:pt idx="6019">
                  <c:v>44498</c:v>
                </c:pt>
                <c:pt idx="6020">
                  <c:v>44501</c:v>
                </c:pt>
                <c:pt idx="6021">
                  <c:v>44502</c:v>
                </c:pt>
                <c:pt idx="6022">
                  <c:v>44503</c:v>
                </c:pt>
                <c:pt idx="6023">
                  <c:v>44504</c:v>
                </c:pt>
                <c:pt idx="6024">
                  <c:v>44505</c:v>
                </c:pt>
                <c:pt idx="6025">
                  <c:v>44508</c:v>
                </c:pt>
                <c:pt idx="6026">
                  <c:v>44509</c:v>
                </c:pt>
                <c:pt idx="6027">
                  <c:v>44510</c:v>
                </c:pt>
                <c:pt idx="6028">
                  <c:v>44511</c:v>
                </c:pt>
                <c:pt idx="6029">
                  <c:v>44512</c:v>
                </c:pt>
                <c:pt idx="6030">
                  <c:v>44515</c:v>
                </c:pt>
                <c:pt idx="6031">
                  <c:v>44516</c:v>
                </c:pt>
                <c:pt idx="6032">
                  <c:v>44517</c:v>
                </c:pt>
                <c:pt idx="6033">
                  <c:v>44518</c:v>
                </c:pt>
                <c:pt idx="6034">
                  <c:v>44519</c:v>
                </c:pt>
                <c:pt idx="6035">
                  <c:v>44522</c:v>
                </c:pt>
                <c:pt idx="6036">
                  <c:v>44523</c:v>
                </c:pt>
                <c:pt idx="6037">
                  <c:v>44524</c:v>
                </c:pt>
                <c:pt idx="6038">
                  <c:v>44526</c:v>
                </c:pt>
                <c:pt idx="6039">
                  <c:v>44529</c:v>
                </c:pt>
                <c:pt idx="6040">
                  <c:v>44530</c:v>
                </c:pt>
                <c:pt idx="6041">
                  <c:v>44531</c:v>
                </c:pt>
                <c:pt idx="6042">
                  <c:v>44532</c:v>
                </c:pt>
                <c:pt idx="6043">
                  <c:v>44533</c:v>
                </c:pt>
                <c:pt idx="6044">
                  <c:v>44536</c:v>
                </c:pt>
                <c:pt idx="6045">
                  <c:v>44537</c:v>
                </c:pt>
                <c:pt idx="6046">
                  <c:v>44538</c:v>
                </c:pt>
                <c:pt idx="6047">
                  <c:v>44539</c:v>
                </c:pt>
                <c:pt idx="6048">
                  <c:v>44540</c:v>
                </c:pt>
                <c:pt idx="6049">
                  <c:v>44543</c:v>
                </c:pt>
                <c:pt idx="6050">
                  <c:v>44544</c:v>
                </c:pt>
                <c:pt idx="6051">
                  <c:v>44545</c:v>
                </c:pt>
                <c:pt idx="6052">
                  <c:v>44546</c:v>
                </c:pt>
                <c:pt idx="6053">
                  <c:v>44547</c:v>
                </c:pt>
                <c:pt idx="6054">
                  <c:v>44550</c:v>
                </c:pt>
                <c:pt idx="6055">
                  <c:v>44551</c:v>
                </c:pt>
                <c:pt idx="6056">
                  <c:v>44552</c:v>
                </c:pt>
                <c:pt idx="6057">
                  <c:v>44553</c:v>
                </c:pt>
                <c:pt idx="6058">
                  <c:v>44557</c:v>
                </c:pt>
                <c:pt idx="6059">
                  <c:v>44558</c:v>
                </c:pt>
                <c:pt idx="6060">
                  <c:v>44559</c:v>
                </c:pt>
                <c:pt idx="6061">
                  <c:v>44560</c:v>
                </c:pt>
                <c:pt idx="6062">
                  <c:v>44561</c:v>
                </c:pt>
                <c:pt idx="6063">
                  <c:v>44564</c:v>
                </c:pt>
                <c:pt idx="6064">
                  <c:v>44565</c:v>
                </c:pt>
                <c:pt idx="6065">
                  <c:v>44566</c:v>
                </c:pt>
                <c:pt idx="6066">
                  <c:v>44567</c:v>
                </c:pt>
                <c:pt idx="6067">
                  <c:v>44568</c:v>
                </c:pt>
                <c:pt idx="6068">
                  <c:v>44571</c:v>
                </c:pt>
                <c:pt idx="6069">
                  <c:v>44572</c:v>
                </c:pt>
                <c:pt idx="6070">
                  <c:v>44573</c:v>
                </c:pt>
                <c:pt idx="6071">
                  <c:v>44574</c:v>
                </c:pt>
                <c:pt idx="6072">
                  <c:v>44575</c:v>
                </c:pt>
                <c:pt idx="6073">
                  <c:v>44579</c:v>
                </c:pt>
                <c:pt idx="6074">
                  <c:v>44580</c:v>
                </c:pt>
                <c:pt idx="6075">
                  <c:v>44581</c:v>
                </c:pt>
                <c:pt idx="6076">
                  <c:v>44582</c:v>
                </c:pt>
                <c:pt idx="6077">
                  <c:v>44585</c:v>
                </c:pt>
                <c:pt idx="6078">
                  <c:v>44586</c:v>
                </c:pt>
                <c:pt idx="6079">
                  <c:v>44587</c:v>
                </c:pt>
                <c:pt idx="6080">
                  <c:v>44588</c:v>
                </c:pt>
                <c:pt idx="6081">
                  <c:v>44589</c:v>
                </c:pt>
                <c:pt idx="6082">
                  <c:v>44592</c:v>
                </c:pt>
                <c:pt idx="6083">
                  <c:v>44593</c:v>
                </c:pt>
                <c:pt idx="6084">
                  <c:v>44594</c:v>
                </c:pt>
                <c:pt idx="6085">
                  <c:v>44595</c:v>
                </c:pt>
                <c:pt idx="6086">
                  <c:v>44596</c:v>
                </c:pt>
                <c:pt idx="6087">
                  <c:v>44599</c:v>
                </c:pt>
                <c:pt idx="6088">
                  <c:v>44600</c:v>
                </c:pt>
                <c:pt idx="6089">
                  <c:v>44601</c:v>
                </c:pt>
                <c:pt idx="6090">
                  <c:v>44602</c:v>
                </c:pt>
                <c:pt idx="6091">
                  <c:v>44603</c:v>
                </c:pt>
                <c:pt idx="6092">
                  <c:v>44606</c:v>
                </c:pt>
                <c:pt idx="6093">
                  <c:v>44607</c:v>
                </c:pt>
                <c:pt idx="6094">
                  <c:v>44608</c:v>
                </c:pt>
                <c:pt idx="6095">
                  <c:v>44609</c:v>
                </c:pt>
                <c:pt idx="6096">
                  <c:v>44610</c:v>
                </c:pt>
                <c:pt idx="6097">
                  <c:v>44614</c:v>
                </c:pt>
                <c:pt idx="6098">
                  <c:v>44615</c:v>
                </c:pt>
                <c:pt idx="6099">
                  <c:v>44616</c:v>
                </c:pt>
                <c:pt idx="6100">
                  <c:v>44617</c:v>
                </c:pt>
                <c:pt idx="6101">
                  <c:v>44620</c:v>
                </c:pt>
                <c:pt idx="6102">
                  <c:v>44621</c:v>
                </c:pt>
                <c:pt idx="6103">
                  <c:v>44622</c:v>
                </c:pt>
                <c:pt idx="6104">
                  <c:v>44623</c:v>
                </c:pt>
                <c:pt idx="6105">
                  <c:v>44624</c:v>
                </c:pt>
                <c:pt idx="6106">
                  <c:v>44627</c:v>
                </c:pt>
                <c:pt idx="6107">
                  <c:v>44628</c:v>
                </c:pt>
                <c:pt idx="6108">
                  <c:v>44629</c:v>
                </c:pt>
                <c:pt idx="6109">
                  <c:v>44630</c:v>
                </c:pt>
                <c:pt idx="6110">
                  <c:v>44631</c:v>
                </c:pt>
                <c:pt idx="6111">
                  <c:v>44634</c:v>
                </c:pt>
                <c:pt idx="6112">
                  <c:v>44635</c:v>
                </c:pt>
                <c:pt idx="6113">
                  <c:v>44636</c:v>
                </c:pt>
                <c:pt idx="6114">
                  <c:v>44637</c:v>
                </c:pt>
                <c:pt idx="6115">
                  <c:v>44638</c:v>
                </c:pt>
                <c:pt idx="6116">
                  <c:v>44641</c:v>
                </c:pt>
                <c:pt idx="6117">
                  <c:v>44642</c:v>
                </c:pt>
                <c:pt idx="6118">
                  <c:v>44643</c:v>
                </c:pt>
                <c:pt idx="6119">
                  <c:v>44644</c:v>
                </c:pt>
                <c:pt idx="6120">
                  <c:v>44645</c:v>
                </c:pt>
                <c:pt idx="6121">
                  <c:v>44648</c:v>
                </c:pt>
                <c:pt idx="6122">
                  <c:v>44649</c:v>
                </c:pt>
                <c:pt idx="6123">
                  <c:v>44650</c:v>
                </c:pt>
                <c:pt idx="6124">
                  <c:v>44651</c:v>
                </c:pt>
                <c:pt idx="6125">
                  <c:v>44652</c:v>
                </c:pt>
                <c:pt idx="6126">
                  <c:v>44655</c:v>
                </c:pt>
                <c:pt idx="6127">
                  <c:v>44656</c:v>
                </c:pt>
                <c:pt idx="6128">
                  <c:v>44657</c:v>
                </c:pt>
                <c:pt idx="6129">
                  <c:v>44658</c:v>
                </c:pt>
                <c:pt idx="6130">
                  <c:v>44659</c:v>
                </c:pt>
                <c:pt idx="6131">
                  <c:v>44662</c:v>
                </c:pt>
                <c:pt idx="6132">
                  <c:v>44663</c:v>
                </c:pt>
                <c:pt idx="6133">
                  <c:v>44664</c:v>
                </c:pt>
                <c:pt idx="6134">
                  <c:v>44665</c:v>
                </c:pt>
                <c:pt idx="6135">
                  <c:v>44669</c:v>
                </c:pt>
                <c:pt idx="6136">
                  <c:v>44670</c:v>
                </c:pt>
                <c:pt idx="6137">
                  <c:v>44671</c:v>
                </c:pt>
                <c:pt idx="6138">
                  <c:v>44672</c:v>
                </c:pt>
                <c:pt idx="6139">
                  <c:v>44673</c:v>
                </c:pt>
                <c:pt idx="6140">
                  <c:v>44676</c:v>
                </c:pt>
                <c:pt idx="6141">
                  <c:v>44677</c:v>
                </c:pt>
                <c:pt idx="6142">
                  <c:v>44678</c:v>
                </c:pt>
                <c:pt idx="6143">
                  <c:v>44679</c:v>
                </c:pt>
                <c:pt idx="6144">
                  <c:v>44680</c:v>
                </c:pt>
                <c:pt idx="6145">
                  <c:v>44683</c:v>
                </c:pt>
                <c:pt idx="6146">
                  <c:v>44684</c:v>
                </c:pt>
                <c:pt idx="6147">
                  <c:v>44685</c:v>
                </c:pt>
                <c:pt idx="6148">
                  <c:v>44686</c:v>
                </c:pt>
                <c:pt idx="6149">
                  <c:v>44687</c:v>
                </c:pt>
                <c:pt idx="6150">
                  <c:v>44690</c:v>
                </c:pt>
                <c:pt idx="6151">
                  <c:v>44691</c:v>
                </c:pt>
                <c:pt idx="6152">
                  <c:v>44692</c:v>
                </c:pt>
                <c:pt idx="6153">
                  <c:v>44693</c:v>
                </c:pt>
                <c:pt idx="6154">
                  <c:v>44694</c:v>
                </c:pt>
                <c:pt idx="6155">
                  <c:v>44697</c:v>
                </c:pt>
                <c:pt idx="6156">
                  <c:v>44698</c:v>
                </c:pt>
                <c:pt idx="6157">
                  <c:v>44699</c:v>
                </c:pt>
                <c:pt idx="6158">
                  <c:v>44700</c:v>
                </c:pt>
                <c:pt idx="6159">
                  <c:v>44701</c:v>
                </c:pt>
                <c:pt idx="6160">
                  <c:v>44704</c:v>
                </c:pt>
                <c:pt idx="6161">
                  <c:v>44705</c:v>
                </c:pt>
                <c:pt idx="6162">
                  <c:v>44706</c:v>
                </c:pt>
                <c:pt idx="6163">
                  <c:v>44707</c:v>
                </c:pt>
                <c:pt idx="6164">
                  <c:v>44708</c:v>
                </c:pt>
                <c:pt idx="6165">
                  <c:v>44712</c:v>
                </c:pt>
                <c:pt idx="6166">
                  <c:v>44713</c:v>
                </c:pt>
                <c:pt idx="6167">
                  <c:v>44714</c:v>
                </c:pt>
                <c:pt idx="6168">
                  <c:v>44715</c:v>
                </c:pt>
                <c:pt idx="6169">
                  <c:v>44718</c:v>
                </c:pt>
                <c:pt idx="6170">
                  <c:v>44719</c:v>
                </c:pt>
                <c:pt idx="6171">
                  <c:v>44720</c:v>
                </c:pt>
                <c:pt idx="6172">
                  <c:v>44721</c:v>
                </c:pt>
                <c:pt idx="6173">
                  <c:v>44722</c:v>
                </c:pt>
                <c:pt idx="6174">
                  <c:v>44725</c:v>
                </c:pt>
                <c:pt idx="6175">
                  <c:v>44726</c:v>
                </c:pt>
                <c:pt idx="6176">
                  <c:v>44727</c:v>
                </c:pt>
                <c:pt idx="6177">
                  <c:v>44728</c:v>
                </c:pt>
                <c:pt idx="6178">
                  <c:v>44729</c:v>
                </c:pt>
                <c:pt idx="6179">
                  <c:v>44733</c:v>
                </c:pt>
                <c:pt idx="6180">
                  <c:v>44734</c:v>
                </c:pt>
                <c:pt idx="6181">
                  <c:v>44735</c:v>
                </c:pt>
                <c:pt idx="6182">
                  <c:v>44736</c:v>
                </c:pt>
                <c:pt idx="6183">
                  <c:v>44739</c:v>
                </c:pt>
                <c:pt idx="6184">
                  <c:v>44740</c:v>
                </c:pt>
                <c:pt idx="6185">
                  <c:v>44741</c:v>
                </c:pt>
                <c:pt idx="6186">
                  <c:v>44742</c:v>
                </c:pt>
                <c:pt idx="6187">
                  <c:v>44743</c:v>
                </c:pt>
                <c:pt idx="6188">
                  <c:v>44747</c:v>
                </c:pt>
                <c:pt idx="6189">
                  <c:v>44748</c:v>
                </c:pt>
                <c:pt idx="6190">
                  <c:v>44749</c:v>
                </c:pt>
                <c:pt idx="6191">
                  <c:v>44750</c:v>
                </c:pt>
                <c:pt idx="6192">
                  <c:v>44753</c:v>
                </c:pt>
                <c:pt idx="6193">
                  <c:v>44754</c:v>
                </c:pt>
                <c:pt idx="6194">
                  <c:v>44755</c:v>
                </c:pt>
                <c:pt idx="6195">
                  <c:v>44756</c:v>
                </c:pt>
                <c:pt idx="6196">
                  <c:v>44757</c:v>
                </c:pt>
                <c:pt idx="6197">
                  <c:v>44760</c:v>
                </c:pt>
                <c:pt idx="6198">
                  <c:v>44761</c:v>
                </c:pt>
                <c:pt idx="6199">
                  <c:v>44762</c:v>
                </c:pt>
                <c:pt idx="6200">
                  <c:v>44763</c:v>
                </c:pt>
                <c:pt idx="6201">
                  <c:v>44764</c:v>
                </c:pt>
                <c:pt idx="6202">
                  <c:v>44767</c:v>
                </c:pt>
                <c:pt idx="6203">
                  <c:v>44768</c:v>
                </c:pt>
                <c:pt idx="6204">
                  <c:v>44769</c:v>
                </c:pt>
                <c:pt idx="6205">
                  <c:v>44770</c:v>
                </c:pt>
                <c:pt idx="6206">
                  <c:v>44771</c:v>
                </c:pt>
                <c:pt idx="6207">
                  <c:v>44774</c:v>
                </c:pt>
                <c:pt idx="6208">
                  <c:v>44775</c:v>
                </c:pt>
                <c:pt idx="6209">
                  <c:v>44776</c:v>
                </c:pt>
                <c:pt idx="6210">
                  <c:v>44777</c:v>
                </c:pt>
                <c:pt idx="6211">
                  <c:v>44778</c:v>
                </c:pt>
                <c:pt idx="6212">
                  <c:v>44781</c:v>
                </c:pt>
                <c:pt idx="6213">
                  <c:v>44782</c:v>
                </c:pt>
                <c:pt idx="6214">
                  <c:v>44783</c:v>
                </c:pt>
                <c:pt idx="6215">
                  <c:v>44784</c:v>
                </c:pt>
                <c:pt idx="6216">
                  <c:v>44785</c:v>
                </c:pt>
                <c:pt idx="6217">
                  <c:v>44788</c:v>
                </c:pt>
                <c:pt idx="6218">
                  <c:v>44789</c:v>
                </c:pt>
                <c:pt idx="6219">
                  <c:v>44790</c:v>
                </c:pt>
                <c:pt idx="6220">
                  <c:v>44791</c:v>
                </c:pt>
                <c:pt idx="6221">
                  <c:v>44792</c:v>
                </c:pt>
                <c:pt idx="6222">
                  <c:v>44795</c:v>
                </c:pt>
                <c:pt idx="6223">
                  <c:v>44796</c:v>
                </c:pt>
                <c:pt idx="6224">
                  <c:v>44797</c:v>
                </c:pt>
                <c:pt idx="6225">
                  <c:v>44798</c:v>
                </c:pt>
                <c:pt idx="6226">
                  <c:v>44799</c:v>
                </c:pt>
                <c:pt idx="6227">
                  <c:v>44802</c:v>
                </c:pt>
                <c:pt idx="6228">
                  <c:v>44803</c:v>
                </c:pt>
                <c:pt idx="6229">
                  <c:v>44804</c:v>
                </c:pt>
                <c:pt idx="6230">
                  <c:v>44805</c:v>
                </c:pt>
                <c:pt idx="6231">
                  <c:v>44806</c:v>
                </c:pt>
                <c:pt idx="6232">
                  <c:v>44810</c:v>
                </c:pt>
                <c:pt idx="6233">
                  <c:v>44811</c:v>
                </c:pt>
                <c:pt idx="6234">
                  <c:v>44812</c:v>
                </c:pt>
                <c:pt idx="6235">
                  <c:v>44813</c:v>
                </c:pt>
                <c:pt idx="6236">
                  <c:v>44816</c:v>
                </c:pt>
                <c:pt idx="6237">
                  <c:v>44817</c:v>
                </c:pt>
                <c:pt idx="6238">
                  <c:v>44818</c:v>
                </c:pt>
                <c:pt idx="6239">
                  <c:v>44819</c:v>
                </c:pt>
                <c:pt idx="6240">
                  <c:v>44820</c:v>
                </c:pt>
                <c:pt idx="6241">
                  <c:v>44823</c:v>
                </c:pt>
                <c:pt idx="6242">
                  <c:v>44824</c:v>
                </c:pt>
                <c:pt idx="6243">
                  <c:v>44825</c:v>
                </c:pt>
                <c:pt idx="6244">
                  <c:v>44826</c:v>
                </c:pt>
                <c:pt idx="6245">
                  <c:v>44827</c:v>
                </c:pt>
                <c:pt idx="6246">
                  <c:v>44830</c:v>
                </c:pt>
                <c:pt idx="6247">
                  <c:v>44831</c:v>
                </c:pt>
                <c:pt idx="6248">
                  <c:v>44832</c:v>
                </c:pt>
                <c:pt idx="6249">
                  <c:v>44833</c:v>
                </c:pt>
                <c:pt idx="6250">
                  <c:v>44834</c:v>
                </c:pt>
                <c:pt idx="6251">
                  <c:v>44837</c:v>
                </c:pt>
                <c:pt idx="6252">
                  <c:v>44838</c:v>
                </c:pt>
                <c:pt idx="6253">
                  <c:v>44839</c:v>
                </c:pt>
                <c:pt idx="6254">
                  <c:v>44840</c:v>
                </c:pt>
                <c:pt idx="6255">
                  <c:v>44841</c:v>
                </c:pt>
                <c:pt idx="6256">
                  <c:v>44844</c:v>
                </c:pt>
                <c:pt idx="6257">
                  <c:v>44845</c:v>
                </c:pt>
                <c:pt idx="6258">
                  <c:v>44846</c:v>
                </c:pt>
                <c:pt idx="6259">
                  <c:v>44847</c:v>
                </c:pt>
                <c:pt idx="6260">
                  <c:v>44848</c:v>
                </c:pt>
                <c:pt idx="6261">
                  <c:v>44851</c:v>
                </c:pt>
                <c:pt idx="6262">
                  <c:v>44852</c:v>
                </c:pt>
                <c:pt idx="6263">
                  <c:v>44853</c:v>
                </c:pt>
                <c:pt idx="6264">
                  <c:v>44854</c:v>
                </c:pt>
                <c:pt idx="6265">
                  <c:v>44855</c:v>
                </c:pt>
                <c:pt idx="6266">
                  <c:v>44858</c:v>
                </c:pt>
                <c:pt idx="6267">
                  <c:v>44859</c:v>
                </c:pt>
                <c:pt idx="6268">
                  <c:v>44860</c:v>
                </c:pt>
                <c:pt idx="6269">
                  <c:v>44861</c:v>
                </c:pt>
                <c:pt idx="6270">
                  <c:v>44862</c:v>
                </c:pt>
                <c:pt idx="6271">
                  <c:v>44865</c:v>
                </c:pt>
                <c:pt idx="6272">
                  <c:v>44866</c:v>
                </c:pt>
                <c:pt idx="6273">
                  <c:v>44867</c:v>
                </c:pt>
                <c:pt idx="6274">
                  <c:v>44868</c:v>
                </c:pt>
                <c:pt idx="6275">
                  <c:v>44869</c:v>
                </c:pt>
                <c:pt idx="6276">
                  <c:v>44872</c:v>
                </c:pt>
                <c:pt idx="6277">
                  <c:v>44873</c:v>
                </c:pt>
                <c:pt idx="6278">
                  <c:v>44874</c:v>
                </c:pt>
                <c:pt idx="6279">
                  <c:v>44875</c:v>
                </c:pt>
                <c:pt idx="6280">
                  <c:v>44876</c:v>
                </c:pt>
                <c:pt idx="6281">
                  <c:v>44879</c:v>
                </c:pt>
                <c:pt idx="6282">
                  <c:v>44880</c:v>
                </c:pt>
                <c:pt idx="6283">
                  <c:v>44881</c:v>
                </c:pt>
                <c:pt idx="6284">
                  <c:v>44882</c:v>
                </c:pt>
                <c:pt idx="6285">
                  <c:v>44883</c:v>
                </c:pt>
                <c:pt idx="6286">
                  <c:v>44886</c:v>
                </c:pt>
                <c:pt idx="6287">
                  <c:v>44887</c:v>
                </c:pt>
                <c:pt idx="6288">
                  <c:v>44888</c:v>
                </c:pt>
                <c:pt idx="6289">
                  <c:v>44890</c:v>
                </c:pt>
                <c:pt idx="6290">
                  <c:v>44893</c:v>
                </c:pt>
                <c:pt idx="6291">
                  <c:v>44894</c:v>
                </c:pt>
                <c:pt idx="6292">
                  <c:v>44895</c:v>
                </c:pt>
                <c:pt idx="6293">
                  <c:v>44896</c:v>
                </c:pt>
                <c:pt idx="6294">
                  <c:v>44897</c:v>
                </c:pt>
                <c:pt idx="6295">
                  <c:v>44900</c:v>
                </c:pt>
                <c:pt idx="6296">
                  <c:v>44901</c:v>
                </c:pt>
                <c:pt idx="6297">
                  <c:v>44902</c:v>
                </c:pt>
                <c:pt idx="6298">
                  <c:v>44903</c:v>
                </c:pt>
                <c:pt idx="6299">
                  <c:v>44904</c:v>
                </c:pt>
                <c:pt idx="6300">
                  <c:v>44907</c:v>
                </c:pt>
                <c:pt idx="6301">
                  <c:v>44908</c:v>
                </c:pt>
                <c:pt idx="6302">
                  <c:v>44909</c:v>
                </c:pt>
                <c:pt idx="6303">
                  <c:v>44910</c:v>
                </c:pt>
                <c:pt idx="6304">
                  <c:v>44911</c:v>
                </c:pt>
                <c:pt idx="6305">
                  <c:v>44914</c:v>
                </c:pt>
                <c:pt idx="6306">
                  <c:v>44915</c:v>
                </c:pt>
                <c:pt idx="6307">
                  <c:v>44916</c:v>
                </c:pt>
                <c:pt idx="6308">
                  <c:v>44917</c:v>
                </c:pt>
                <c:pt idx="6309">
                  <c:v>44918</c:v>
                </c:pt>
                <c:pt idx="6310">
                  <c:v>44922</c:v>
                </c:pt>
                <c:pt idx="6311">
                  <c:v>44923</c:v>
                </c:pt>
                <c:pt idx="6312">
                  <c:v>44924</c:v>
                </c:pt>
                <c:pt idx="6313">
                  <c:v>44925</c:v>
                </c:pt>
                <c:pt idx="6314">
                  <c:v>44929</c:v>
                </c:pt>
                <c:pt idx="6315">
                  <c:v>44930</c:v>
                </c:pt>
                <c:pt idx="6316">
                  <c:v>44931</c:v>
                </c:pt>
                <c:pt idx="6317">
                  <c:v>44932</c:v>
                </c:pt>
                <c:pt idx="6318">
                  <c:v>44935</c:v>
                </c:pt>
                <c:pt idx="6319">
                  <c:v>44936</c:v>
                </c:pt>
                <c:pt idx="6320">
                  <c:v>44937</c:v>
                </c:pt>
                <c:pt idx="6321">
                  <c:v>44938</c:v>
                </c:pt>
                <c:pt idx="6322">
                  <c:v>44939</c:v>
                </c:pt>
                <c:pt idx="6323">
                  <c:v>44943</c:v>
                </c:pt>
                <c:pt idx="6324">
                  <c:v>44944</c:v>
                </c:pt>
                <c:pt idx="6325">
                  <c:v>44945</c:v>
                </c:pt>
                <c:pt idx="6326">
                  <c:v>44946</c:v>
                </c:pt>
                <c:pt idx="6327">
                  <c:v>44949</c:v>
                </c:pt>
                <c:pt idx="6328">
                  <c:v>44950</c:v>
                </c:pt>
                <c:pt idx="6329">
                  <c:v>44951</c:v>
                </c:pt>
                <c:pt idx="6330">
                  <c:v>44952</c:v>
                </c:pt>
                <c:pt idx="6331">
                  <c:v>44953</c:v>
                </c:pt>
                <c:pt idx="6332">
                  <c:v>44956</c:v>
                </c:pt>
                <c:pt idx="6333">
                  <c:v>44957</c:v>
                </c:pt>
                <c:pt idx="6334">
                  <c:v>44958</c:v>
                </c:pt>
                <c:pt idx="6335">
                  <c:v>44959</c:v>
                </c:pt>
                <c:pt idx="6336">
                  <c:v>44960</c:v>
                </c:pt>
                <c:pt idx="6337">
                  <c:v>44963</c:v>
                </c:pt>
                <c:pt idx="6338">
                  <c:v>44964</c:v>
                </c:pt>
                <c:pt idx="6339">
                  <c:v>44965</c:v>
                </c:pt>
                <c:pt idx="6340">
                  <c:v>44966</c:v>
                </c:pt>
                <c:pt idx="6341">
                  <c:v>44967</c:v>
                </c:pt>
                <c:pt idx="6342">
                  <c:v>44970</c:v>
                </c:pt>
                <c:pt idx="6343">
                  <c:v>44971</c:v>
                </c:pt>
                <c:pt idx="6344">
                  <c:v>44972</c:v>
                </c:pt>
                <c:pt idx="6345">
                  <c:v>44973</c:v>
                </c:pt>
                <c:pt idx="6346">
                  <c:v>44974</c:v>
                </c:pt>
                <c:pt idx="6347">
                  <c:v>44978</c:v>
                </c:pt>
                <c:pt idx="6348">
                  <c:v>44979</c:v>
                </c:pt>
                <c:pt idx="6349">
                  <c:v>44980</c:v>
                </c:pt>
                <c:pt idx="6350">
                  <c:v>44981</c:v>
                </c:pt>
                <c:pt idx="6351">
                  <c:v>44984</c:v>
                </c:pt>
                <c:pt idx="6352">
                  <c:v>44985</c:v>
                </c:pt>
                <c:pt idx="6353">
                  <c:v>44986</c:v>
                </c:pt>
                <c:pt idx="6354">
                  <c:v>44987</c:v>
                </c:pt>
                <c:pt idx="6355">
                  <c:v>44988</c:v>
                </c:pt>
                <c:pt idx="6356">
                  <c:v>44991</c:v>
                </c:pt>
                <c:pt idx="6357">
                  <c:v>44992</c:v>
                </c:pt>
                <c:pt idx="6358">
                  <c:v>44993</c:v>
                </c:pt>
                <c:pt idx="6359">
                  <c:v>44994</c:v>
                </c:pt>
                <c:pt idx="6360">
                  <c:v>44995</c:v>
                </c:pt>
                <c:pt idx="6361">
                  <c:v>44998</c:v>
                </c:pt>
                <c:pt idx="6362">
                  <c:v>44999</c:v>
                </c:pt>
                <c:pt idx="6363">
                  <c:v>45000</c:v>
                </c:pt>
                <c:pt idx="6364">
                  <c:v>45001</c:v>
                </c:pt>
                <c:pt idx="6365">
                  <c:v>45002</c:v>
                </c:pt>
                <c:pt idx="6366">
                  <c:v>45005</c:v>
                </c:pt>
                <c:pt idx="6367">
                  <c:v>45006</c:v>
                </c:pt>
                <c:pt idx="6368">
                  <c:v>45007</c:v>
                </c:pt>
                <c:pt idx="6369">
                  <c:v>45008</c:v>
                </c:pt>
                <c:pt idx="6370">
                  <c:v>45009</c:v>
                </c:pt>
                <c:pt idx="6371">
                  <c:v>45012</c:v>
                </c:pt>
                <c:pt idx="6372">
                  <c:v>45013</c:v>
                </c:pt>
                <c:pt idx="6373">
                  <c:v>45014</c:v>
                </c:pt>
                <c:pt idx="6374">
                  <c:v>45015</c:v>
                </c:pt>
                <c:pt idx="6375">
                  <c:v>45016</c:v>
                </c:pt>
                <c:pt idx="6376">
                  <c:v>45019</c:v>
                </c:pt>
                <c:pt idx="6377">
                  <c:v>45020</c:v>
                </c:pt>
                <c:pt idx="6378">
                  <c:v>45021</c:v>
                </c:pt>
                <c:pt idx="6379">
                  <c:v>45022</c:v>
                </c:pt>
                <c:pt idx="6380">
                  <c:v>45026</c:v>
                </c:pt>
                <c:pt idx="6381">
                  <c:v>45027</c:v>
                </c:pt>
                <c:pt idx="6382">
                  <c:v>45028</c:v>
                </c:pt>
                <c:pt idx="6383">
                  <c:v>45029</c:v>
                </c:pt>
                <c:pt idx="6384">
                  <c:v>45030</c:v>
                </c:pt>
                <c:pt idx="6385">
                  <c:v>45033</c:v>
                </c:pt>
                <c:pt idx="6386">
                  <c:v>45034</c:v>
                </c:pt>
                <c:pt idx="6387">
                  <c:v>45035</c:v>
                </c:pt>
                <c:pt idx="6388">
                  <c:v>45036</c:v>
                </c:pt>
                <c:pt idx="6389">
                  <c:v>45037</c:v>
                </c:pt>
                <c:pt idx="6390">
                  <c:v>45040</c:v>
                </c:pt>
                <c:pt idx="6391">
                  <c:v>45041</c:v>
                </c:pt>
                <c:pt idx="6392">
                  <c:v>45042</c:v>
                </c:pt>
                <c:pt idx="6393">
                  <c:v>45043</c:v>
                </c:pt>
                <c:pt idx="6394">
                  <c:v>45044</c:v>
                </c:pt>
                <c:pt idx="6395">
                  <c:v>45047</c:v>
                </c:pt>
                <c:pt idx="6396">
                  <c:v>45048</c:v>
                </c:pt>
                <c:pt idx="6397">
                  <c:v>45049</c:v>
                </c:pt>
                <c:pt idx="6398">
                  <c:v>45050</c:v>
                </c:pt>
                <c:pt idx="6399">
                  <c:v>45051</c:v>
                </c:pt>
                <c:pt idx="6400">
                  <c:v>45054</c:v>
                </c:pt>
                <c:pt idx="6401">
                  <c:v>45055</c:v>
                </c:pt>
                <c:pt idx="6402">
                  <c:v>45056</c:v>
                </c:pt>
                <c:pt idx="6403">
                  <c:v>45057</c:v>
                </c:pt>
                <c:pt idx="6404">
                  <c:v>45058</c:v>
                </c:pt>
                <c:pt idx="6405">
                  <c:v>45061</c:v>
                </c:pt>
                <c:pt idx="6406">
                  <c:v>45062</c:v>
                </c:pt>
                <c:pt idx="6407">
                  <c:v>45063</c:v>
                </c:pt>
                <c:pt idx="6408">
                  <c:v>45064</c:v>
                </c:pt>
                <c:pt idx="6409">
                  <c:v>45065</c:v>
                </c:pt>
                <c:pt idx="6410">
                  <c:v>45068</c:v>
                </c:pt>
                <c:pt idx="6411">
                  <c:v>45069</c:v>
                </c:pt>
                <c:pt idx="6412">
                  <c:v>45070</c:v>
                </c:pt>
                <c:pt idx="6413">
                  <c:v>45071</c:v>
                </c:pt>
                <c:pt idx="6414">
                  <c:v>45072</c:v>
                </c:pt>
                <c:pt idx="6415">
                  <c:v>45076</c:v>
                </c:pt>
                <c:pt idx="6416">
                  <c:v>45077</c:v>
                </c:pt>
                <c:pt idx="6417">
                  <c:v>45078</c:v>
                </c:pt>
                <c:pt idx="6418">
                  <c:v>45079</c:v>
                </c:pt>
                <c:pt idx="6419">
                  <c:v>45082</c:v>
                </c:pt>
                <c:pt idx="6420">
                  <c:v>45083</c:v>
                </c:pt>
                <c:pt idx="6421">
                  <c:v>45084</c:v>
                </c:pt>
                <c:pt idx="6422">
                  <c:v>45085</c:v>
                </c:pt>
                <c:pt idx="6423">
                  <c:v>45086</c:v>
                </c:pt>
                <c:pt idx="6424">
                  <c:v>45089</c:v>
                </c:pt>
                <c:pt idx="6425">
                  <c:v>45090</c:v>
                </c:pt>
                <c:pt idx="6426">
                  <c:v>45091</c:v>
                </c:pt>
                <c:pt idx="6427">
                  <c:v>45092</c:v>
                </c:pt>
                <c:pt idx="6428">
                  <c:v>45093</c:v>
                </c:pt>
                <c:pt idx="6429">
                  <c:v>45097</c:v>
                </c:pt>
                <c:pt idx="6430">
                  <c:v>45098</c:v>
                </c:pt>
                <c:pt idx="6431">
                  <c:v>45099</c:v>
                </c:pt>
                <c:pt idx="6432">
                  <c:v>45100</c:v>
                </c:pt>
                <c:pt idx="6433">
                  <c:v>45103</c:v>
                </c:pt>
                <c:pt idx="6434">
                  <c:v>45104</c:v>
                </c:pt>
                <c:pt idx="6435">
                  <c:v>45105</c:v>
                </c:pt>
                <c:pt idx="6436">
                  <c:v>45106</c:v>
                </c:pt>
                <c:pt idx="6437">
                  <c:v>45107</c:v>
                </c:pt>
                <c:pt idx="6438">
                  <c:v>45110</c:v>
                </c:pt>
                <c:pt idx="6439">
                  <c:v>45112</c:v>
                </c:pt>
                <c:pt idx="6440">
                  <c:v>45113</c:v>
                </c:pt>
                <c:pt idx="6441">
                  <c:v>45114</c:v>
                </c:pt>
                <c:pt idx="6442">
                  <c:v>45117</c:v>
                </c:pt>
                <c:pt idx="6443">
                  <c:v>45118</c:v>
                </c:pt>
                <c:pt idx="6444">
                  <c:v>45119</c:v>
                </c:pt>
                <c:pt idx="6445">
                  <c:v>45120</c:v>
                </c:pt>
                <c:pt idx="6446">
                  <c:v>45121</c:v>
                </c:pt>
                <c:pt idx="6447">
                  <c:v>45124</c:v>
                </c:pt>
                <c:pt idx="6448">
                  <c:v>45125</c:v>
                </c:pt>
                <c:pt idx="6449">
                  <c:v>45126</c:v>
                </c:pt>
                <c:pt idx="6450">
                  <c:v>45127</c:v>
                </c:pt>
                <c:pt idx="6451">
                  <c:v>45128</c:v>
                </c:pt>
                <c:pt idx="6452">
                  <c:v>45131</c:v>
                </c:pt>
                <c:pt idx="6453">
                  <c:v>45132</c:v>
                </c:pt>
                <c:pt idx="6454">
                  <c:v>45133</c:v>
                </c:pt>
                <c:pt idx="6455">
                  <c:v>45134</c:v>
                </c:pt>
                <c:pt idx="6456">
                  <c:v>45135</c:v>
                </c:pt>
                <c:pt idx="6457">
                  <c:v>45138</c:v>
                </c:pt>
                <c:pt idx="6458">
                  <c:v>45139</c:v>
                </c:pt>
                <c:pt idx="6459">
                  <c:v>45140</c:v>
                </c:pt>
                <c:pt idx="6460">
                  <c:v>45141</c:v>
                </c:pt>
                <c:pt idx="6461">
                  <c:v>45142</c:v>
                </c:pt>
                <c:pt idx="6462">
                  <c:v>45145</c:v>
                </c:pt>
                <c:pt idx="6463">
                  <c:v>45146</c:v>
                </c:pt>
                <c:pt idx="6464">
                  <c:v>45147</c:v>
                </c:pt>
                <c:pt idx="6465">
                  <c:v>45148</c:v>
                </c:pt>
                <c:pt idx="6466">
                  <c:v>45149</c:v>
                </c:pt>
                <c:pt idx="6467">
                  <c:v>45152</c:v>
                </c:pt>
                <c:pt idx="6468">
                  <c:v>45153</c:v>
                </c:pt>
                <c:pt idx="6469">
                  <c:v>45154</c:v>
                </c:pt>
                <c:pt idx="6470">
                  <c:v>45155</c:v>
                </c:pt>
                <c:pt idx="6471">
                  <c:v>45156</c:v>
                </c:pt>
                <c:pt idx="6472">
                  <c:v>45159</c:v>
                </c:pt>
                <c:pt idx="6473">
                  <c:v>45160</c:v>
                </c:pt>
                <c:pt idx="6474">
                  <c:v>45161</c:v>
                </c:pt>
                <c:pt idx="6475">
                  <c:v>45162</c:v>
                </c:pt>
                <c:pt idx="6476">
                  <c:v>45163</c:v>
                </c:pt>
                <c:pt idx="6477">
                  <c:v>45166</c:v>
                </c:pt>
                <c:pt idx="6478">
                  <c:v>45167</c:v>
                </c:pt>
                <c:pt idx="6479">
                  <c:v>45168</c:v>
                </c:pt>
                <c:pt idx="6480">
                  <c:v>45169</c:v>
                </c:pt>
                <c:pt idx="6481">
                  <c:v>45170</c:v>
                </c:pt>
                <c:pt idx="6482">
                  <c:v>45174</c:v>
                </c:pt>
                <c:pt idx="6483">
                  <c:v>45175</c:v>
                </c:pt>
                <c:pt idx="6484">
                  <c:v>45176</c:v>
                </c:pt>
                <c:pt idx="6485">
                  <c:v>45177</c:v>
                </c:pt>
                <c:pt idx="6486">
                  <c:v>45180</c:v>
                </c:pt>
                <c:pt idx="6487">
                  <c:v>45181</c:v>
                </c:pt>
                <c:pt idx="6488">
                  <c:v>45182</c:v>
                </c:pt>
                <c:pt idx="6489">
                  <c:v>45183</c:v>
                </c:pt>
                <c:pt idx="6490">
                  <c:v>45184</c:v>
                </c:pt>
                <c:pt idx="6491">
                  <c:v>45187</c:v>
                </c:pt>
                <c:pt idx="6492">
                  <c:v>45188</c:v>
                </c:pt>
                <c:pt idx="6493">
                  <c:v>45189</c:v>
                </c:pt>
                <c:pt idx="6494">
                  <c:v>45190</c:v>
                </c:pt>
                <c:pt idx="6495">
                  <c:v>45191</c:v>
                </c:pt>
                <c:pt idx="6496">
                  <c:v>45194</c:v>
                </c:pt>
                <c:pt idx="6497">
                  <c:v>45195</c:v>
                </c:pt>
                <c:pt idx="6498">
                  <c:v>45196</c:v>
                </c:pt>
                <c:pt idx="6499">
                  <c:v>45197</c:v>
                </c:pt>
                <c:pt idx="6500">
                  <c:v>45198</c:v>
                </c:pt>
                <c:pt idx="6501">
                  <c:v>45201</c:v>
                </c:pt>
                <c:pt idx="6502">
                  <c:v>45202</c:v>
                </c:pt>
                <c:pt idx="6503">
                  <c:v>45203</c:v>
                </c:pt>
                <c:pt idx="6504">
                  <c:v>45204</c:v>
                </c:pt>
                <c:pt idx="6505">
                  <c:v>45205</c:v>
                </c:pt>
                <c:pt idx="6506">
                  <c:v>45208</c:v>
                </c:pt>
                <c:pt idx="6507">
                  <c:v>45209</c:v>
                </c:pt>
                <c:pt idx="6508">
                  <c:v>45210</c:v>
                </c:pt>
                <c:pt idx="6509">
                  <c:v>45211</c:v>
                </c:pt>
                <c:pt idx="6510">
                  <c:v>45212</c:v>
                </c:pt>
                <c:pt idx="6511">
                  <c:v>45215</c:v>
                </c:pt>
                <c:pt idx="6512">
                  <c:v>45216</c:v>
                </c:pt>
                <c:pt idx="6513">
                  <c:v>45217</c:v>
                </c:pt>
                <c:pt idx="6514">
                  <c:v>45218</c:v>
                </c:pt>
                <c:pt idx="6515">
                  <c:v>45219</c:v>
                </c:pt>
                <c:pt idx="6516">
                  <c:v>45222</c:v>
                </c:pt>
                <c:pt idx="6517">
                  <c:v>45223</c:v>
                </c:pt>
                <c:pt idx="6518">
                  <c:v>45224</c:v>
                </c:pt>
                <c:pt idx="6519">
                  <c:v>45225</c:v>
                </c:pt>
                <c:pt idx="6520">
                  <c:v>45226</c:v>
                </c:pt>
                <c:pt idx="6521">
                  <c:v>45229</c:v>
                </c:pt>
                <c:pt idx="6522">
                  <c:v>45230</c:v>
                </c:pt>
                <c:pt idx="6523">
                  <c:v>45231</c:v>
                </c:pt>
                <c:pt idx="6524">
                  <c:v>45232</c:v>
                </c:pt>
                <c:pt idx="6525">
                  <c:v>45233</c:v>
                </c:pt>
                <c:pt idx="6526">
                  <c:v>45236</c:v>
                </c:pt>
                <c:pt idx="6527">
                  <c:v>45237</c:v>
                </c:pt>
                <c:pt idx="6528">
                  <c:v>45238</c:v>
                </c:pt>
                <c:pt idx="6529">
                  <c:v>45239</c:v>
                </c:pt>
                <c:pt idx="6530">
                  <c:v>45240</c:v>
                </c:pt>
                <c:pt idx="6531">
                  <c:v>45243</c:v>
                </c:pt>
                <c:pt idx="6532">
                  <c:v>45244</c:v>
                </c:pt>
                <c:pt idx="6533">
                  <c:v>45245</c:v>
                </c:pt>
                <c:pt idx="6534">
                  <c:v>45246</c:v>
                </c:pt>
                <c:pt idx="6535">
                  <c:v>45247</c:v>
                </c:pt>
                <c:pt idx="6536">
                  <c:v>45250</c:v>
                </c:pt>
                <c:pt idx="6537">
                  <c:v>45251</c:v>
                </c:pt>
                <c:pt idx="6538">
                  <c:v>45252</c:v>
                </c:pt>
                <c:pt idx="6539">
                  <c:v>45254</c:v>
                </c:pt>
                <c:pt idx="6540">
                  <c:v>45257</c:v>
                </c:pt>
                <c:pt idx="6541">
                  <c:v>45258</c:v>
                </c:pt>
                <c:pt idx="6542">
                  <c:v>45259</c:v>
                </c:pt>
                <c:pt idx="6543">
                  <c:v>45260</c:v>
                </c:pt>
                <c:pt idx="6544">
                  <c:v>45261</c:v>
                </c:pt>
                <c:pt idx="6545">
                  <c:v>45264</c:v>
                </c:pt>
                <c:pt idx="6546">
                  <c:v>45265</c:v>
                </c:pt>
                <c:pt idx="6547">
                  <c:v>45266</c:v>
                </c:pt>
                <c:pt idx="6548">
                  <c:v>45267</c:v>
                </c:pt>
                <c:pt idx="6549">
                  <c:v>45268</c:v>
                </c:pt>
                <c:pt idx="6550">
                  <c:v>45271</c:v>
                </c:pt>
                <c:pt idx="6551">
                  <c:v>45272</c:v>
                </c:pt>
                <c:pt idx="6552">
                  <c:v>45273</c:v>
                </c:pt>
                <c:pt idx="6553">
                  <c:v>45274</c:v>
                </c:pt>
                <c:pt idx="6554">
                  <c:v>45275</c:v>
                </c:pt>
                <c:pt idx="6555">
                  <c:v>45278</c:v>
                </c:pt>
                <c:pt idx="6556">
                  <c:v>45279</c:v>
                </c:pt>
                <c:pt idx="6557">
                  <c:v>45280</c:v>
                </c:pt>
                <c:pt idx="6558">
                  <c:v>45281</c:v>
                </c:pt>
                <c:pt idx="6559">
                  <c:v>45282</c:v>
                </c:pt>
                <c:pt idx="6560">
                  <c:v>45286</c:v>
                </c:pt>
                <c:pt idx="6561">
                  <c:v>45287</c:v>
                </c:pt>
                <c:pt idx="6562">
                  <c:v>45288</c:v>
                </c:pt>
                <c:pt idx="6563">
                  <c:v>45289</c:v>
                </c:pt>
                <c:pt idx="6564">
                  <c:v>45293</c:v>
                </c:pt>
                <c:pt idx="6565">
                  <c:v>45294</c:v>
                </c:pt>
                <c:pt idx="6566">
                  <c:v>45295</c:v>
                </c:pt>
                <c:pt idx="6567">
                  <c:v>45296</c:v>
                </c:pt>
                <c:pt idx="6568">
                  <c:v>45299</c:v>
                </c:pt>
                <c:pt idx="6569">
                  <c:v>45300</c:v>
                </c:pt>
                <c:pt idx="6570">
                  <c:v>45301</c:v>
                </c:pt>
                <c:pt idx="6571">
                  <c:v>45302</c:v>
                </c:pt>
                <c:pt idx="6572">
                  <c:v>45303</c:v>
                </c:pt>
                <c:pt idx="6573">
                  <c:v>45307</c:v>
                </c:pt>
                <c:pt idx="6574">
                  <c:v>45308</c:v>
                </c:pt>
                <c:pt idx="6575">
                  <c:v>45309</c:v>
                </c:pt>
                <c:pt idx="6576">
                  <c:v>45310</c:v>
                </c:pt>
                <c:pt idx="6577">
                  <c:v>45313</c:v>
                </c:pt>
                <c:pt idx="6578">
                  <c:v>45314</c:v>
                </c:pt>
                <c:pt idx="6579">
                  <c:v>45315</c:v>
                </c:pt>
                <c:pt idx="6580">
                  <c:v>45316</c:v>
                </c:pt>
                <c:pt idx="6581">
                  <c:v>45317</c:v>
                </c:pt>
                <c:pt idx="6582">
                  <c:v>45320</c:v>
                </c:pt>
                <c:pt idx="6583">
                  <c:v>45321</c:v>
                </c:pt>
                <c:pt idx="6584">
                  <c:v>45322</c:v>
                </c:pt>
                <c:pt idx="6585">
                  <c:v>45323</c:v>
                </c:pt>
                <c:pt idx="6586">
                  <c:v>45324</c:v>
                </c:pt>
                <c:pt idx="6587">
                  <c:v>45327</c:v>
                </c:pt>
                <c:pt idx="6588">
                  <c:v>45328</c:v>
                </c:pt>
                <c:pt idx="6589">
                  <c:v>45329</c:v>
                </c:pt>
                <c:pt idx="6590">
                  <c:v>45330</c:v>
                </c:pt>
                <c:pt idx="6591">
                  <c:v>45331</c:v>
                </c:pt>
                <c:pt idx="6592">
                  <c:v>45334</c:v>
                </c:pt>
                <c:pt idx="6593">
                  <c:v>45335</c:v>
                </c:pt>
                <c:pt idx="6594">
                  <c:v>45336</c:v>
                </c:pt>
                <c:pt idx="6595">
                  <c:v>45337</c:v>
                </c:pt>
                <c:pt idx="6596">
                  <c:v>45338</c:v>
                </c:pt>
                <c:pt idx="6597">
                  <c:v>45342</c:v>
                </c:pt>
                <c:pt idx="6598">
                  <c:v>45343</c:v>
                </c:pt>
                <c:pt idx="6599">
                  <c:v>45344</c:v>
                </c:pt>
                <c:pt idx="6600">
                  <c:v>45345</c:v>
                </c:pt>
                <c:pt idx="6601">
                  <c:v>45348</c:v>
                </c:pt>
                <c:pt idx="6602">
                  <c:v>45349</c:v>
                </c:pt>
                <c:pt idx="6603">
                  <c:v>45350</c:v>
                </c:pt>
                <c:pt idx="6604">
                  <c:v>45351</c:v>
                </c:pt>
                <c:pt idx="6605">
                  <c:v>45352</c:v>
                </c:pt>
                <c:pt idx="6606">
                  <c:v>45355</c:v>
                </c:pt>
                <c:pt idx="6607">
                  <c:v>45356</c:v>
                </c:pt>
                <c:pt idx="6608">
                  <c:v>45357</c:v>
                </c:pt>
                <c:pt idx="6609">
                  <c:v>45358</c:v>
                </c:pt>
                <c:pt idx="6610">
                  <c:v>45359</c:v>
                </c:pt>
                <c:pt idx="6611">
                  <c:v>45362</c:v>
                </c:pt>
                <c:pt idx="6612">
                  <c:v>45363</c:v>
                </c:pt>
                <c:pt idx="6613">
                  <c:v>45364</c:v>
                </c:pt>
                <c:pt idx="6614">
                  <c:v>45365</c:v>
                </c:pt>
                <c:pt idx="6615">
                  <c:v>45366</c:v>
                </c:pt>
                <c:pt idx="6616">
                  <c:v>45369</c:v>
                </c:pt>
                <c:pt idx="6617">
                  <c:v>45370</c:v>
                </c:pt>
                <c:pt idx="6618">
                  <c:v>45371</c:v>
                </c:pt>
                <c:pt idx="6619">
                  <c:v>45372</c:v>
                </c:pt>
                <c:pt idx="6620">
                  <c:v>45373</c:v>
                </c:pt>
                <c:pt idx="6621">
                  <c:v>45376</c:v>
                </c:pt>
                <c:pt idx="6622">
                  <c:v>45377</c:v>
                </c:pt>
                <c:pt idx="6623">
                  <c:v>45378</c:v>
                </c:pt>
                <c:pt idx="6624">
                  <c:v>45379</c:v>
                </c:pt>
                <c:pt idx="6625">
                  <c:v>45383</c:v>
                </c:pt>
                <c:pt idx="6626">
                  <c:v>45384</c:v>
                </c:pt>
                <c:pt idx="6627">
                  <c:v>45385</c:v>
                </c:pt>
                <c:pt idx="6628">
                  <c:v>45386</c:v>
                </c:pt>
                <c:pt idx="6629">
                  <c:v>45387</c:v>
                </c:pt>
                <c:pt idx="6630">
                  <c:v>45390</c:v>
                </c:pt>
                <c:pt idx="6631">
                  <c:v>45391</c:v>
                </c:pt>
                <c:pt idx="6632">
                  <c:v>45392</c:v>
                </c:pt>
                <c:pt idx="6633">
                  <c:v>45393</c:v>
                </c:pt>
                <c:pt idx="6634">
                  <c:v>45394</c:v>
                </c:pt>
                <c:pt idx="6635">
                  <c:v>45397</c:v>
                </c:pt>
                <c:pt idx="6636">
                  <c:v>45398</c:v>
                </c:pt>
                <c:pt idx="6637">
                  <c:v>45399</c:v>
                </c:pt>
                <c:pt idx="6638">
                  <c:v>45400</c:v>
                </c:pt>
                <c:pt idx="6639">
                  <c:v>45401</c:v>
                </c:pt>
                <c:pt idx="6640">
                  <c:v>45404</c:v>
                </c:pt>
                <c:pt idx="6641">
                  <c:v>45405</c:v>
                </c:pt>
                <c:pt idx="6642">
                  <c:v>45406</c:v>
                </c:pt>
                <c:pt idx="6643">
                  <c:v>45407</c:v>
                </c:pt>
                <c:pt idx="6644">
                  <c:v>45408</c:v>
                </c:pt>
                <c:pt idx="6645">
                  <c:v>45411</c:v>
                </c:pt>
                <c:pt idx="6646">
                  <c:v>45412</c:v>
                </c:pt>
                <c:pt idx="6647">
                  <c:v>45413</c:v>
                </c:pt>
                <c:pt idx="6648">
                  <c:v>45414</c:v>
                </c:pt>
                <c:pt idx="6649">
                  <c:v>45415</c:v>
                </c:pt>
                <c:pt idx="6650">
                  <c:v>45418</c:v>
                </c:pt>
                <c:pt idx="6651">
                  <c:v>45419</c:v>
                </c:pt>
                <c:pt idx="6652">
                  <c:v>45420</c:v>
                </c:pt>
                <c:pt idx="6653">
                  <c:v>45421</c:v>
                </c:pt>
                <c:pt idx="6654">
                  <c:v>45422</c:v>
                </c:pt>
                <c:pt idx="6655">
                  <c:v>45425</c:v>
                </c:pt>
                <c:pt idx="6656">
                  <c:v>45426</c:v>
                </c:pt>
                <c:pt idx="6657">
                  <c:v>45427</c:v>
                </c:pt>
                <c:pt idx="6658">
                  <c:v>45428</c:v>
                </c:pt>
                <c:pt idx="6659">
                  <c:v>45429</c:v>
                </c:pt>
                <c:pt idx="6660">
                  <c:v>45432</c:v>
                </c:pt>
                <c:pt idx="6661">
                  <c:v>45433</c:v>
                </c:pt>
                <c:pt idx="6662">
                  <c:v>45434</c:v>
                </c:pt>
                <c:pt idx="6663">
                  <c:v>45435</c:v>
                </c:pt>
                <c:pt idx="6664">
                  <c:v>45436</c:v>
                </c:pt>
                <c:pt idx="6665">
                  <c:v>45440</c:v>
                </c:pt>
                <c:pt idx="6666">
                  <c:v>45441</c:v>
                </c:pt>
                <c:pt idx="6667">
                  <c:v>45442</c:v>
                </c:pt>
                <c:pt idx="6668">
                  <c:v>45443</c:v>
                </c:pt>
                <c:pt idx="6669">
                  <c:v>45446</c:v>
                </c:pt>
                <c:pt idx="6670">
                  <c:v>45447</c:v>
                </c:pt>
                <c:pt idx="6671">
                  <c:v>45448</c:v>
                </c:pt>
                <c:pt idx="6672">
                  <c:v>45449</c:v>
                </c:pt>
                <c:pt idx="6673">
                  <c:v>45450</c:v>
                </c:pt>
                <c:pt idx="6674">
                  <c:v>45453</c:v>
                </c:pt>
                <c:pt idx="6675">
                  <c:v>45454</c:v>
                </c:pt>
                <c:pt idx="6676">
                  <c:v>45455</c:v>
                </c:pt>
                <c:pt idx="6677">
                  <c:v>45456</c:v>
                </c:pt>
                <c:pt idx="6678">
                  <c:v>45457</c:v>
                </c:pt>
                <c:pt idx="6679">
                  <c:v>45460</c:v>
                </c:pt>
                <c:pt idx="6680">
                  <c:v>45461</c:v>
                </c:pt>
                <c:pt idx="6681">
                  <c:v>45463</c:v>
                </c:pt>
                <c:pt idx="6682">
                  <c:v>45464</c:v>
                </c:pt>
                <c:pt idx="6683">
                  <c:v>45467</c:v>
                </c:pt>
                <c:pt idx="6684">
                  <c:v>45468</c:v>
                </c:pt>
                <c:pt idx="6685">
                  <c:v>45469</c:v>
                </c:pt>
                <c:pt idx="6686">
                  <c:v>45470</c:v>
                </c:pt>
                <c:pt idx="6687">
                  <c:v>45471</c:v>
                </c:pt>
                <c:pt idx="6688">
                  <c:v>45474</c:v>
                </c:pt>
                <c:pt idx="6689">
                  <c:v>45475</c:v>
                </c:pt>
                <c:pt idx="6690">
                  <c:v>45476</c:v>
                </c:pt>
                <c:pt idx="6691">
                  <c:v>45478</c:v>
                </c:pt>
                <c:pt idx="6692">
                  <c:v>45481</c:v>
                </c:pt>
                <c:pt idx="6693">
                  <c:v>45482</c:v>
                </c:pt>
                <c:pt idx="6694">
                  <c:v>45483</c:v>
                </c:pt>
                <c:pt idx="6695">
                  <c:v>45484</c:v>
                </c:pt>
                <c:pt idx="6696">
                  <c:v>45485</c:v>
                </c:pt>
                <c:pt idx="6697">
                  <c:v>45488</c:v>
                </c:pt>
                <c:pt idx="6698">
                  <c:v>45489</c:v>
                </c:pt>
                <c:pt idx="6699">
                  <c:v>45490</c:v>
                </c:pt>
                <c:pt idx="6700">
                  <c:v>45491</c:v>
                </c:pt>
                <c:pt idx="6701">
                  <c:v>45492</c:v>
                </c:pt>
                <c:pt idx="6702">
                  <c:v>45495</c:v>
                </c:pt>
                <c:pt idx="6703">
                  <c:v>45496</c:v>
                </c:pt>
                <c:pt idx="6704">
                  <c:v>45497</c:v>
                </c:pt>
                <c:pt idx="6705">
                  <c:v>45498</c:v>
                </c:pt>
                <c:pt idx="6706">
                  <c:v>45499</c:v>
                </c:pt>
                <c:pt idx="6707">
                  <c:v>45502</c:v>
                </c:pt>
                <c:pt idx="6708">
                  <c:v>45503</c:v>
                </c:pt>
                <c:pt idx="6709">
                  <c:v>45504</c:v>
                </c:pt>
                <c:pt idx="6710">
                  <c:v>45505</c:v>
                </c:pt>
                <c:pt idx="6711">
                  <c:v>45506</c:v>
                </c:pt>
                <c:pt idx="6712">
                  <c:v>45509</c:v>
                </c:pt>
                <c:pt idx="6713">
                  <c:v>45510</c:v>
                </c:pt>
                <c:pt idx="6714">
                  <c:v>45511</c:v>
                </c:pt>
                <c:pt idx="6715">
                  <c:v>45512</c:v>
                </c:pt>
                <c:pt idx="6716">
                  <c:v>45513</c:v>
                </c:pt>
                <c:pt idx="6717">
                  <c:v>45516</c:v>
                </c:pt>
                <c:pt idx="6718">
                  <c:v>45517</c:v>
                </c:pt>
                <c:pt idx="6719">
                  <c:v>45518</c:v>
                </c:pt>
                <c:pt idx="6720">
                  <c:v>45519</c:v>
                </c:pt>
                <c:pt idx="6721">
                  <c:v>45520</c:v>
                </c:pt>
                <c:pt idx="6722">
                  <c:v>45523</c:v>
                </c:pt>
                <c:pt idx="6723">
                  <c:v>45524</c:v>
                </c:pt>
                <c:pt idx="6724">
                  <c:v>45525</c:v>
                </c:pt>
                <c:pt idx="6725">
                  <c:v>45526</c:v>
                </c:pt>
                <c:pt idx="6726">
                  <c:v>45527</c:v>
                </c:pt>
                <c:pt idx="6727">
                  <c:v>45530</c:v>
                </c:pt>
                <c:pt idx="6728">
                  <c:v>45531</c:v>
                </c:pt>
                <c:pt idx="6729">
                  <c:v>45532</c:v>
                </c:pt>
                <c:pt idx="6730">
                  <c:v>45533</c:v>
                </c:pt>
                <c:pt idx="6731">
                  <c:v>45534</c:v>
                </c:pt>
                <c:pt idx="6732">
                  <c:v>45538</c:v>
                </c:pt>
                <c:pt idx="6733">
                  <c:v>45539</c:v>
                </c:pt>
                <c:pt idx="6734">
                  <c:v>45540</c:v>
                </c:pt>
                <c:pt idx="6735">
                  <c:v>45541</c:v>
                </c:pt>
                <c:pt idx="6736">
                  <c:v>45544</c:v>
                </c:pt>
                <c:pt idx="6737">
                  <c:v>45545</c:v>
                </c:pt>
                <c:pt idx="6738">
                  <c:v>45546</c:v>
                </c:pt>
                <c:pt idx="6739">
                  <c:v>45547</c:v>
                </c:pt>
                <c:pt idx="6740">
                  <c:v>45548</c:v>
                </c:pt>
                <c:pt idx="6741">
                  <c:v>45551</c:v>
                </c:pt>
                <c:pt idx="6742">
                  <c:v>45552</c:v>
                </c:pt>
                <c:pt idx="6743">
                  <c:v>45553</c:v>
                </c:pt>
                <c:pt idx="6744">
                  <c:v>45554</c:v>
                </c:pt>
                <c:pt idx="6745">
                  <c:v>45555</c:v>
                </c:pt>
                <c:pt idx="6746">
                  <c:v>45558</c:v>
                </c:pt>
                <c:pt idx="6747">
                  <c:v>45559</c:v>
                </c:pt>
                <c:pt idx="6748">
                  <c:v>45560</c:v>
                </c:pt>
                <c:pt idx="6749">
                  <c:v>45561</c:v>
                </c:pt>
                <c:pt idx="6750">
                  <c:v>45562</c:v>
                </c:pt>
                <c:pt idx="6751">
                  <c:v>45565</c:v>
                </c:pt>
                <c:pt idx="6752">
                  <c:v>45566</c:v>
                </c:pt>
                <c:pt idx="6753">
                  <c:v>45567</c:v>
                </c:pt>
                <c:pt idx="6754">
                  <c:v>45568</c:v>
                </c:pt>
                <c:pt idx="6755">
                  <c:v>45569</c:v>
                </c:pt>
                <c:pt idx="6756">
                  <c:v>45572</c:v>
                </c:pt>
                <c:pt idx="6757">
                  <c:v>45573</c:v>
                </c:pt>
                <c:pt idx="6758">
                  <c:v>45574</c:v>
                </c:pt>
                <c:pt idx="6759">
                  <c:v>45575</c:v>
                </c:pt>
                <c:pt idx="6760">
                  <c:v>45576</c:v>
                </c:pt>
                <c:pt idx="6761">
                  <c:v>45579</c:v>
                </c:pt>
                <c:pt idx="6762">
                  <c:v>45580</c:v>
                </c:pt>
                <c:pt idx="6763">
                  <c:v>45581</c:v>
                </c:pt>
                <c:pt idx="6764">
                  <c:v>45582</c:v>
                </c:pt>
                <c:pt idx="6765">
                  <c:v>45583</c:v>
                </c:pt>
                <c:pt idx="6766">
                  <c:v>45586</c:v>
                </c:pt>
                <c:pt idx="6767">
                  <c:v>45587</c:v>
                </c:pt>
                <c:pt idx="6768">
                  <c:v>45588</c:v>
                </c:pt>
                <c:pt idx="6769">
                  <c:v>45589</c:v>
                </c:pt>
                <c:pt idx="6770">
                  <c:v>45590</c:v>
                </c:pt>
                <c:pt idx="6771">
                  <c:v>45593</c:v>
                </c:pt>
                <c:pt idx="6772">
                  <c:v>45594</c:v>
                </c:pt>
                <c:pt idx="6773">
                  <c:v>45595</c:v>
                </c:pt>
                <c:pt idx="6774">
                  <c:v>45596</c:v>
                </c:pt>
                <c:pt idx="6775">
                  <c:v>45597</c:v>
                </c:pt>
                <c:pt idx="6776">
                  <c:v>45600</c:v>
                </c:pt>
                <c:pt idx="6777">
                  <c:v>45601</c:v>
                </c:pt>
                <c:pt idx="6778">
                  <c:v>45602</c:v>
                </c:pt>
                <c:pt idx="6779">
                  <c:v>45603</c:v>
                </c:pt>
                <c:pt idx="6780">
                  <c:v>45604</c:v>
                </c:pt>
                <c:pt idx="6781">
                  <c:v>45607</c:v>
                </c:pt>
                <c:pt idx="6782">
                  <c:v>45608</c:v>
                </c:pt>
                <c:pt idx="6783">
                  <c:v>45609</c:v>
                </c:pt>
                <c:pt idx="6784">
                  <c:v>45610</c:v>
                </c:pt>
                <c:pt idx="6785">
                  <c:v>45611</c:v>
                </c:pt>
                <c:pt idx="6786">
                  <c:v>45614</c:v>
                </c:pt>
                <c:pt idx="6787">
                  <c:v>45615</c:v>
                </c:pt>
                <c:pt idx="6788">
                  <c:v>45616</c:v>
                </c:pt>
                <c:pt idx="6789">
                  <c:v>45617</c:v>
                </c:pt>
                <c:pt idx="6790">
                  <c:v>45618</c:v>
                </c:pt>
                <c:pt idx="6791">
                  <c:v>45621</c:v>
                </c:pt>
                <c:pt idx="6792">
                  <c:v>45622</c:v>
                </c:pt>
                <c:pt idx="6793">
                  <c:v>45623</c:v>
                </c:pt>
                <c:pt idx="6794">
                  <c:v>45625</c:v>
                </c:pt>
                <c:pt idx="6795">
                  <c:v>45628</c:v>
                </c:pt>
                <c:pt idx="6796">
                  <c:v>45629</c:v>
                </c:pt>
                <c:pt idx="6797">
                  <c:v>45630</c:v>
                </c:pt>
                <c:pt idx="6798">
                  <c:v>45631</c:v>
                </c:pt>
                <c:pt idx="6799">
                  <c:v>45632</c:v>
                </c:pt>
                <c:pt idx="6800">
                  <c:v>45635</c:v>
                </c:pt>
                <c:pt idx="6801">
                  <c:v>45636</c:v>
                </c:pt>
                <c:pt idx="6802">
                  <c:v>45637</c:v>
                </c:pt>
                <c:pt idx="6803">
                  <c:v>45638</c:v>
                </c:pt>
                <c:pt idx="6804">
                  <c:v>45639</c:v>
                </c:pt>
                <c:pt idx="6805">
                  <c:v>45642</c:v>
                </c:pt>
                <c:pt idx="6806">
                  <c:v>45643</c:v>
                </c:pt>
                <c:pt idx="6807">
                  <c:v>45644</c:v>
                </c:pt>
                <c:pt idx="6808">
                  <c:v>45645</c:v>
                </c:pt>
                <c:pt idx="6809">
                  <c:v>45646</c:v>
                </c:pt>
                <c:pt idx="6810">
                  <c:v>45649</c:v>
                </c:pt>
                <c:pt idx="6811">
                  <c:v>45650</c:v>
                </c:pt>
                <c:pt idx="6812">
                  <c:v>45652</c:v>
                </c:pt>
                <c:pt idx="6813">
                  <c:v>45653</c:v>
                </c:pt>
                <c:pt idx="6814">
                  <c:v>45656</c:v>
                </c:pt>
                <c:pt idx="6815">
                  <c:v>45657</c:v>
                </c:pt>
                <c:pt idx="6816">
                  <c:v>45659</c:v>
                </c:pt>
                <c:pt idx="6817">
                  <c:v>45660</c:v>
                </c:pt>
                <c:pt idx="6818">
                  <c:v>45663</c:v>
                </c:pt>
                <c:pt idx="6819">
                  <c:v>45664</c:v>
                </c:pt>
                <c:pt idx="6820">
                  <c:v>45665</c:v>
                </c:pt>
                <c:pt idx="6821">
                  <c:v>45667</c:v>
                </c:pt>
                <c:pt idx="6822">
                  <c:v>45670</c:v>
                </c:pt>
                <c:pt idx="6823">
                  <c:v>45671</c:v>
                </c:pt>
                <c:pt idx="6824">
                  <c:v>45672</c:v>
                </c:pt>
                <c:pt idx="6825">
                  <c:v>45673</c:v>
                </c:pt>
                <c:pt idx="6826">
                  <c:v>45674</c:v>
                </c:pt>
                <c:pt idx="6827">
                  <c:v>45678</c:v>
                </c:pt>
                <c:pt idx="6828">
                  <c:v>45679</c:v>
                </c:pt>
                <c:pt idx="6829">
                  <c:v>45680</c:v>
                </c:pt>
                <c:pt idx="6830">
                  <c:v>45681</c:v>
                </c:pt>
                <c:pt idx="6831">
                  <c:v>45684</c:v>
                </c:pt>
                <c:pt idx="6832">
                  <c:v>45685</c:v>
                </c:pt>
                <c:pt idx="6833">
                  <c:v>45686</c:v>
                </c:pt>
                <c:pt idx="6834">
                  <c:v>45687</c:v>
                </c:pt>
                <c:pt idx="6835">
                  <c:v>45688</c:v>
                </c:pt>
                <c:pt idx="6836">
                  <c:v>45691</c:v>
                </c:pt>
                <c:pt idx="6837">
                  <c:v>45692</c:v>
                </c:pt>
                <c:pt idx="6838">
                  <c:v>45693</c:v>
                </c:pt>
                <c:pt idx="6839">
                  <c:v>45694</c:v>
                </c:pt>
                <c:pt idx="6840">
                  <c:v>45695</c:v>
                </c:pt>
                <c:pt idx="6841">
                  <c:v>45698</c:v>
                </c:pt>
                <c:pt idx="6842">
                  <c:v>45699</c:v>
                </c:pt>
                <c:pt idx="6843">
                  <c:v>45700</c:v>
                </c:pt>
                <c:pt idx="6844">
                  <c:v>45701</c:v>
                </c:pt>
                <c:pt idx="6845">
                  <c:v>45702</c:v>
                </c:pt>
                <c:pt idx="6846">
                  <c:v>45706</c:v>
                </c:pt>
                <c:pt idx="6847">
                  <c:v>45707</c:v>
                </c:pt>
                <c:pt idx="6848">
                  <c:v>45708</c:v>
                </c:pt>
                <c:pt idx="6849">
                  <c:v>45709</c:v>
                </c:pt>
                <c:pt idx="6850">
                  <c:v>45712</c:v>
                </c:pt>
                <c:pt idx="6851">
                  <c:v>45713</c:v>
                </c:pt>
                <c:pt idx="6852">
                  <c:v>45714</c:v>
                </c:pt>
                <c:pt idx="6853">
                  <c:v>45715</c:v>
                </c:pt>
                <c:pt idx="6854">
                  <c:v>45716</c:v>
                </c:pt>
                <c:pt idx="6855">
                  <c:v>45719</c:v>
                </c:pt>
                <c:pt idx="6856">
                  <c:v>45720</c:v>
                </c:pt>
                <c:pt idx="6857">
                  <c:v>45721</c:v>
                </c:pt>
                <c:pt idx="6858">
                  <c:v>45722</c:v>
                </c:pt>
                <c:pt idx="6859">
                  <c:v>45723</c:v>
                </c:pt>
                <c:pt idx="6860">
                  <c:v>45726</c:v>
                </c:pt>
                <c:pt idx="6861">
                  <c:v>45727</c:v>
                </c:pt>
                <c:pt idx="6862">
                  <c:v>45728</c:v>
                </c:pt>
                <c:pt idx="6863">
                  <c:v>45729</c:v>
                </c:pt>
                <c:pt idx="6864">
                  <c:v>45730</c:v>
                </c:pt>
                <c:pt idx="6865">
                  <c:v>45733</c:v>
                </c:pt>
                <c:pt idx="6866">
                  <c:v>45734</c:v>
                </c:pt>
                <c:pt idx="6867">
                  <c:v>45735</c:v>
                </c:pt>
                <c:pt idx="6868">
                  <c:v>45736</c:v>
                </c:pt>
                <c:pt idx="6869">
                  <c:v>45737</c:v>
                </c:pt>
                <c:pt idx="6870">
                  <c:v>45740</c:v>
                </c:pt>
                <c:pt idx="6871">
                  <c:v>45741</c:v>
                </c:pt>
                <c:pt idx="6872">
                  <c:v>45742</c:v>
                </c:pt>
                <c:pt idx="6873">
                  <c:v>45743</c:v>
                </c:pt>
                <c:pt idx="6874">
                  <c:v>45744</c:v>
                </c:pt>
                <c:pt idx="6875">
                  <c:v>45747</c:v>
                </c:pt>
                <c:pt idx="6876">
                  <c:v>45748</c:v>
                </c:pt>
                <c:pt idx="6877">
                  <c:v>45749</c:v>
                </c:pt>
                <c:pt idx="6878">
                  <c:v>45750</c:v>
                </c:pt>
                <c:pt idx="6879">
                  <c:v>45751</c:v>
                </c:pt>
                <c:pt idx="6880">
                  <c:v>45754</c:v>
                </c:pt>
                <c:pt idx="6881">
                  <c:v>45755</c:v>
                </c:pt>
                <c:pt idx="6882">
                  <c:v>45756</c:v>
                </c:pt>
                <c:pt idx="6883">
                  <c:v>45757</c:v>
                </c:pt>
                <c:pt idx="6884">
                  <c:v>45758</c:v>
                </c:pt>
                <c:pt idx="6885">
                  <c:v>45761</c:v>
                </c:pt>
                <c:pt idx="6886">
                  <c:v>45762</c:v>
                </c:pt>
                <c:pt idx="6887">
                  <c:v>45763</c:v>
                </c:pt>
                <c:pt idx="6888">
                  <c:v>45764</c:v>
                </c:pt>
                <c:pt idx="6889">
                  <c:v>45768</c:v>
                </c:pt>
                <c:pt idx="6890">
                  <c:v>45769</c:v>
                </c:pt>
                <c:pt idx="6891">
                  <c:v>45770</c:v>
                </c:pt>
                <c:pt idx="6892">
                  <c:v>45771</c:v>
                </c:pt>
                <c:pt idx="6893">
                  <c:v>45772</c:v>
                </c:pt>
                <c:pt idx="6894">
                  <c:v>45775</c:v>
                </c:pt>
                <c:pt idx="6895">
                  <c:v>45776</c:v>
                </c:pt>
                <c:pt idx="6896">
                  <c:v>45777</c:v>
                </c:pt>
                <c:pt idx="6897">
                  <c:v>45778</c:v>
                </c:pt>
                <c:pt idx="6898">
                  <c:v>45779</c:v>
                </c:pt>
                <c:pt idx="6899">
                  <c:v>45782</c:v>
                </c:pt>
                <c:pt idx="6900">
                  <c:v>45783</c:v>
                </c:pt>
                <c:pt idx="6901">
                  <c:v>45784</c:v>
                </c:pt>
                <c:pt idx="6902">
                  <c:v>45785</c:v>
                </c:pt>
                <c:pt idx="6903">
                  <c:v>45786</c:v>
                </c:pt>
                <c:pt idx="6904">
                  <c:v>45789</c:v>
                </c:pt>
                <c:pt idx="6905">
                  <c:v>45790</c:v>
                </c:pt>
                <c:pt idx="6906">
                  <c:v>45791</c:v>
                </c:pt>
                <c:pt idx="6907">
                  <c:v>45792</c:v>
                </c:pt>
                <c:pt idx="6908">
                  <c:v>45793</c:v>
                </c:pt>
                <c:pt idx="6909">
                  <c:v>45796</c:v>
                </c:pt>
                <c:pt idx="6910">
                  <c:v>45797</c:v>
                </c:pt>
                <c:pt idx="6911">
                  <c:v>45798</c:v>
                </c:pt>
                <c:pt idx="6912">
                  <c:v>45799</c:v>
                </c:pt>
                <c:pt idx="6913">
                  <c:v>45800</c:v>
                </c:pt>
                <c:pt idx="6914">
                  <c:v>45804</c:v>
                </c:pt>
                <c:pt idx="6915">
                  <c:v>45805</c:v>
                </c:pt>
                <c:pt idx="6916">
                  <c:v>45806</c:v>
                </c:pt>
                <c:pt idx="6917">
                  <c:v>45807</c:v>
                </c:pt>
                <c:pt idx="6918">
                  <c:v>45810</c:v>
                </c:pt>
                <c:pt idx="6919">
                  <c:v>45811</c:v>
                </c:pt>
                <c:pt idx="6920">
                  <c:v>45812</c:v>
                </c:pt>
                <c:pt idx="6921">
                  <c:v>45813</c:v>
                </c:pt>
                <c:pt idx="6922">
                  <c:v>45814</c:v>
                </c:pt>
                <c:pt idx="6923">
                  <c:v>45817</c:v>
                </c:pt>
                <c:pt idx="6924">
                  <c:v>45818</c:v>
                </c:pt>
                <c:pt idx="6925">
                  <c:v>45819</c:v>
                </c:pt>
                <c:pt idx="6926">
                  <c:v>45820</c:v>
                </c:pt>
                <c:pt idx="6927">
                  <c:v>45821</c:v>
                </c:pt>
                <c:pt idx="6928">
                  <c:v>45824</c:v>
                </c:pt>
                <c:pt idx="6929">
                  <c:v>45825</c:v>
                </c:pt>
                <c:pt idx="6930">
                  <c:v>45826</c:v>
                </c:pt>
                <c:pt idx="6931">
                  <c:v>45828</c:v>
                </c:pt>
                <c:pt idx="6932">
                  <c:v>45831</c:v>
                </c:pt>
                <c:pt idx="6933">
                  <c:v>45832</c:v>
                </c:pt>
                <c:pt idx="6934">
                  <c:v>45833</c:v>
                </c:pt>
                <c:pt idx="6935">
                  <c:v>45834</c:v>
                </c:pt>
                <c:pt idx="6936">
                  <c:v>45835</c:v>
                </c:pt>
                <c:pt idx="6937">
                  <c:v>45838</c:v>
                </c:pt>
                <c:pt idx="6938">
                  <c:v>45839</c:v>
                </c:pt>
                <c:pt idx="6939">
                  <c:v>45840</c:v>
                </c:pt>
                <c:pt idx="6940">
                  <c:v>45841</c:v>
                </c:pt>
                <c:pt idx="6941">
                  <c:v>45845</c:v>
                </c:pt>
                <c:pt idx="6942">
                  <c:v>45846</c:v>
                </c:pt>
                <c:pt idx="6943">
                  <c:v>45847</c:v>
                </c:pt>
                <c:pt idx="6944">
                  <c:v>45848</c:v>
                </c:pt>
                <c:pt idx="6945">
                  <c:v>45849</c:v>
                </c:pt>
                <c:pt idx="6946">
                  <c:v>45852</c:v>
                </c:pt>
                <c:pt idx="6947">
                  <c:v>45853</c:v>
                </c:pt>
                <c:pt idx="6948">
                  <c:v>45854</c:v>
                </c:pt>
                <c:pt idx="6949">
                  <c:v>45855</c:v>
                </c:pt>
                <c:pt idx="6950">
                  <c:v>45856</c:v>
                </c:pt>
                <c:pt idx="6951">
                  <c:v>45859</c:v>
                </c:pt>
                <c:pt idx="6952">
                  <c:v>45860</c:v>
                </c:pt>
                <c:pt idx="6953">
                  <c:v>45861</c:v>
                </c:pt>
                <c:pt idx="6954">
                  <c:v>45862</c:v>
                </c:pt>
                <c:pt idx="6955">
                  <c:v>45863</c:v>
                </c:pt>
                <c:pt idx="6956">
                  <c:v>45866</c:v>
                </c:pt>
                <c:pt idx="6957">
                  <c:v>45867</c:v>
                </c:pt>
                <c:pt idx="6958">
                  <c:v>45868</c:v>
                </c:pt>
                <c:pt idx="6959">
                  <c:v>45869</c:v>
                </c:pt>
                <c:pt idx="6960">
                  <c:v>45870</c:v>
                </c:pt>
                <c:pt idx="6961">
                  <c:v>45873</c:v>
                </c:pt>
                <c:pt idx="6962">
                  <c:v>45874</c:v>
                </c:pt>
                <c:pt idx="6963">
                  <c:v>45875</c:v>
                </c:pt>
                <c:pt idx="6964">
                  <c:v>45876</c:v>
                </c:pt>
                <c:pt idx="6965">
                  <c:v>45877</c:v>
                </c:pt>
                <c:pt idx="6966">
                  <c:v>45880</c:v>
                </c:pt>
                <c:pt idx="6967">
                  <c:v>45881</c:v>
                </c:pt>
                <c:pt idx="6968">
                  <c:v>45882</c:v>
                </c:pt>
                <c:pt idx="6969">
                  <c:v>45883</c:v>
                </c:pt>
                <c:pt idx="6970">
                  <c:v>45884</c:v>
                </c:pt>
                <c:pt idx="6971">
                  <c:v>45887</c:v>
                </c:pt>
                <c:pt idx="6972">
                  <c:v>45888</c:v>
                </c:pt>
                <c:pt idx="6973">
                  <c:v>45889</c:v>
                </c:pt>
                <c:pt idx="6974">
                  <c:v>45890</c:v>
                </c:pt>
                <c:pt idx="6975">
                  <c:v>45891</c:v>
                </c:pt>
                <c:pt idx="6976">
                  <c:v>45894</c:v>
                </c:pt>
                <c:pt idx="6977">
                  <c:v>45895</c:v>
                </c:pt>
                <c:pt idx="6978">
                  <c:v>45896</c:v>
                </c:pt>
                <c:pt idx="6979">
                  <c:v>45897</c:v>
                </c:pt>
                <c:pt idx="6980">
                  <c:v>45898</c:v>
                </c:pt>
                <c:pt idx="6981">
                  <c:v>45902</c:v>
                </c:pt>
                <c:pt idx="6982">
                  <c:v>45903</c:v>
                </c:pt>
                <c:pt idx="6983">
                  <c:v>45904</c:v>
                </c:pt>
                <c:pt idx="6984">
                  <c:v>45905</c:v>
                </c:pt>
                <c:pt idx="6985">
                  <c:v>45908</c:v>
                </c:pt>
                <c:pt idx="6986">
                  <c:v>45909</c:v>
                </c:pt>
                <c:pt idx="6987">
                  <c:v>45910</c:v>
                </c:pt>
                <c:pt idx="6988">
                  <c:v>45911</c:v>
                </c:pt>
                <c:pt idx="6989">
                  <c:v>45912</c:v>
                </c:pt>
                <c:pt idx="6990">
                  <c:v>45915</c:v>
                </c:pt>
                <c:pt idx="6991">
                  <c:v>45916</c:v>
                </c:pt>
                <c:pt idx="6992">
                  <c:v>45917</c:v>
                </c:pt>
                <c:pt idx="6993">
                  <c:v>45918</c:v>
                </c:pt>
                <c:pt idx="6994">
                  <c:v>45919</c:v>
                </c:pt>
                <c:pt idx="6995">
                  <c:v>45922</c:v>
                </c:pt>
                <c:pt idx="6996">
                  <c:v>45923</c:v>
                </c:pt>
                <c:pt idx="6997">
                  <c:v>45924</c:v>
                </c:pt>
                <c:pt idx="6998">
                  <c:v>45925</c:v>
                </c:pt>
                <c:pt idx="6999">
                  <c:v>45926</c:v>
                </c:pt>
                <c:pt idx="7000">
                  <c:v>45929</c:v>
                </c:pt>
                <c:pt idx="7001">
                  <c:v>45930</c:v>
                </c:pt>
                <c:pt idx="7002">
                  <c:v>45931</c:v>
                </c:pt>
                <c:pt idx="7003">
                  <c:v>45932</c:v>
                </c:pt>
                <c:pt idx="7004">
                  <c:v>45933</c:v>
                </c:pt>
                <c:pt idx="7005">
                  <c:v>45936</c:v>
                </c:pt>
                <c:pt idx="7006">
                  <c:v>45937</c:v>
                </c:pt>
                <c:pt idx="7007">
                  <c:v>45938</c:v>
                </c:pt>
                <c:pt idx="7008">
                  <c:v>45939</c:v>
                </c:pt>
                <c:pt idx="7009">
                  <c:v>45940</c:v>
                </c:pt>
                <c:pt idx="7010">
                  <c:v>45943</c:v>
                </c:pt>
                <c:pt idx="7011">
                  <c:v>45944</c:v>
                </c:pt>
                <c:pt idx="7012">
                  <c:v>45945</c:v>
                </c:pt>
                <c:pt idx="7013">
                  <c:v>45946</c:v>
                </c:pt>
                <c:pt idx="7014">
                  <c:v>45947</c:v>
                </c:pt>
                <c:pt idx="7015">
                  <c:v>45950</c:v>
                </c:pt>
                <c:pt idx="7016">
                  <c:v>45951</c:v>
                </c:pt>
                <c:pt idx="7017">
                  <c:v>45952</c:v>
                </c:pt>
                <c:pt idx="7018">
                  <c:v>45953</c:v>
                </c:pt>
                <c:pt idx="7019">
                  <c:v>45954</c:v>
                </c:pt>
                <c:pt idx="7020">
                  <c:v>45957</c:v>
                </c:pt>
                <c:pt idx="7021">
                  <c:v>45958</c:v>
                </c:pt>
                <c:pt idx="7022">
                  <c:v>45959</c:v>
                </c:pt>
                <c:pt idx="7023">
                  <c:v>45960</c:v>
                </c:pt>
                <c:pt idx="7024">
                  <c:v>45961</c:v>
                </c:pt>
                <c:pt idx="7025">
                  <c:v>45964</c:v>
                </c:pt>
                <c:pt idx="7026">
                  <c:v>45965</c:v>
                </c:pt>
                <c:pt idx="7027">
                  <c:v>45966</c:v>
                </c:pt>
                <c:pt idx="7028">
                  <c:v>45967</c:v>
                </c:pt>
                <c:pt idx="7029">
                  <c:v>45968</c:v>
                </c:pt>
                <c:pt idx="7030">
                  <c:v>45971</c:v>
                </c:pt>
                <c:pt idx="7031">
                  <c:v>45972</c:v>
                </c:pt>
                <c:pt idx="7032">
                  <c:v>45973</c:v>
                </c:pt>
                <c:pt idx="7033">
                  <c:v>45974</c:v>
                </c:pt>
                <c:pt idx="7034">
                  <c:v>45975</c:v>
                </c:pt>
                <c:pt idx="7035">
                  <c:v>45978</c:v>
                </c:pt>
                <c:pt idx="7036">
                  <c:v>45979</c:v>
                </c:pt>
                <c:pt idx="7037">
                  <c:v>45980</c:v>
                </c:pt>
                <c:pt idx="7038">
                  <c:v>45981</c:v>
                </c:pt>
                <c:pt idx="7039">
                  <c:v>45982</c:v>
                </c:pt>
                <c:pt idx="7040">
                  <c:v>45985</c:v>
                </c:pt>
                <c:pt idx="7041">
                  <c:v>45986</c:v>
                </c:pt>
                <c:pt idx="7042">
                  <c:v>45987</c:v>
                </c:pt>
                <c:pt idx="7043">
                  <c:v>45989</c:v>
                </c:pt>
                <c:pt idx="7044">
                  <c:v>45992</c:v>
                </c:pt>
                <c:pt idx="7045">
                  <c:v>45993</c:v>
                </c:pt>
                <c:pt idx="7046">
                  <c:v>45994</c:v>
                </c:pt>
                <c:pt idx="7047">
                  <c:v>45995</c:v>
                </c:pt>
                <c:pt idx="7048">
                  <c:v>45996</c:v>
                </c:pt>
                <c:pt idx="7049">
                  <c:v>45999</c:v>
                </c:pt>
                <c:pt idx="7050">
                  <c:v>46000</c:v>
                </c:pt>
                <c:pt idx="7051">
                  <c:v>46001</c:v>
                </c:pt>
                <c:pt idx="7052">
                  <c:v>46002</c:v>
                </c:pt>
                <c:pt idx="7053">
                  <c:v>46003</c:v>
                </c:pt>
                <c:pt idx="7054">
                  <c:v>46006</c:v>
                </c:pt>
                <c:pt idx="7055">
                  <c:v>46007</c:v>
                </c:pt>
                <c:pt idx="7056">
                  <c:v>46008</c:v>
                </c:pt>
                <c:pt idx="7057">
                  <c:v>46009</c:v>
                </c:pt>
                <c:pt idx="7058">
                  <c:v>46010</c:v>
                </c:pt>
                <c:pt idx="7059">
                  <c:v>46013</c:v>
                </c:pt>
                <c:pt idx="7060">
                  <c:v>46014</c:v>
                </c:pt>
                <c:pt idx="7061">
                  <c:v>46015</c:v>
                </c:pt>
                <c:pt idx="7062">
                  <c:v>46017</c:v>
                </c:pt>
                <c:pt idx="7063">
                  <c:v>46020</c:v>
                </c:pt>
                <c:pt idx="7064">
                  <c:v>46021</c:v>
                </c:pt>
                <c:pt idx="7065">
                  <c:v>46022</c:v>
                </c:pt>
              </c:numCache>
            </c:numRef>
          </c:cat>
          <c:val>
            <c:numRef>
              <c:f>'Sp 500'!$C$4:$C$7069</c:f>
              <c:numCache>
                <c:formatCode>#,##0.00</c:formatCode>
                <c:ptCount val="7066"/>
                <c:pt idx="0">
                  <c:v>100</c:v>
                </c:pt>
                <c:pt idx="1">
                  <c:v>102.300969847499</c:v>
                </c:pt>
                <c:pt idx="2">
                  <c:v>101.92712237167601</c:v>
                </c:pt>
                <c:pt idx="3">
                  <c:v>102.280721031403</c:v>
                </c:pt>
                <c:pt idx="4">
                  <c:v>101.864948473749</c:v>
                </c:pt>
                <c:pt idx="5">
                  <c:v>102.991289981254</c:v>
                </c:pt>
                <c:pt idx="6">
                  <c:v>103.47663163687</c:v>
                </c:pt>
                <c:pt idx="7">
                  <c:v>102.44695390095301</c:v>
                </c:pt>
                <c:pt idx="8">
                  <c:v>101.045027095099</c:v>
                </c:pt>
                <c:pt idx="9">
                  <c:v>99.022813646206799</c:v>
                </c:pt>
                <c:pt idx="10">
                  <c:v>98.386356767615197</c:v>
                </c:pt>
                <c:pt idx="11">
                  <c:v>99.217431686475095</c:v>
                </c:pt>
                <c:pt idx="12">
                  <c:v>100.119028467333</c:v>
                </c:pt>
                <c:pt idx="13">
                  <c:v>99.517653157483096</c:v>
                </c:pt>
                <c:pt idx="14">
                  <c:v>98.0143766123322</c:v>
                </c:pt>
                <c:pt idx="15">
                  <c:v>97.016275473908493</c:v>
                </c:pt>
                <c:pt idx="16">
                  <c:v>97.713844553706807</c:v>
                </c:pt>
                <c:pt idx="17">
                  <c:v>95.999744817728697</c:v>
                </c:pt>
                <c:pt idx="18">
                  <c:v>95.055279574737597</c:v>
                </c:pt>
                <c:pt idx="19">
                  <c:v>95.6993423826776</c:v>
                </c:pt>
                <c:pt idx="20">
                  <c:v>97.862736170765302</c:v>
                </c:pt>
                <c:pt idx="21">
                  <c:v>99.958575771148006</c:v>
                </c:pt>
                <c:pt idx="22">
                  <c:v>99.871083836821697</c:v>
                </c:pt>
                <c:pt idx="23">
                  <c:v>100.71066823610801</c:v>
                </c:pt>
                <c:pt idx="24">
                  <c:v>101.78704867858301</c:v>
                </c:pt>
                <c:pt idx="25">
                  <c:v>100.70672673599501</c:v>
                </c:pt>
                <c:pt idx="26">
                  <c:v>99.615143896760699</c:v>
                </c:pt>
                <c:pt idx="27">
                  <c:v>98.831454087984795</c:v>
                </c:pt>
                <c:pt idx="28">
                  <c:v>95.489133039868605</c:v>
                </c:pt>
                <c:pt idx="29">
                  <c:v>96.910816071611706</c:v>
                </c:pt>
                <c:pt idx="30">
                  <c:v>98.372854634947302</c:v>
                </c:pt>
                <c:pt idx="31">
                  <c:v>98.762653155939702</c:v>
                </c:pt>
                <c:pt idx="32">
                  <c:v>98.1515417650741</c:v>
                </c:pt>
                <c:pt idx="33">
                  <c:v>99.154918825141905</c:v>
                </c:pt>
                <c:pt idx="34">
                  <c:v>101.38390313985199</c:v>
                </c:pt>
                <c:pt idx="35">
                  <c:v>100.66406461627901</c:v>
                </c:pt>
                <c:pt idx="36">
                  <c:v>99.607075588445994</c:v>
                </c:pt>
                <c:pt idx="37">
                  <c:v>99.252121714746906</c:v>
                </c:pt>
                <c:pt idx="38">
                  <c:v>99.338691983069907</c:v>
                </c:pt>
                <c:pt idx="39">
                  <c:v>101.156415323338</c:v>
                </c:pt>
                <c:pt idx="40">
                  <c:v>102.408002660534</c:v>
                </c:pt>
                <c:pt idx="41">
                  <c:v>103.224151657276</c:v>
                </c:pt>
                <c:pt idx="42">
                  <c:v>102.779313527106</c:v>
                </c:pt>
                <c:pt idx="43">
                  <c:v>105.50452163788199</c:v>
                </c:pt>
                <c:pt idx="44">
                  <c:v>106.404641127953</c:v>
                </c:pt>
                <c:pt idx="45">
                  <c:v>106.848425447019</c:v>
                </c:pt>
                <c:pt idx="46">
                  <c:v>106.310671236788</c:v>
                </c:pt>
                <c:pt idx="47">
                  <c:v>107.332651948104</c:v>
                </c:pt>
                <c:pt idx="48">
                  <c:v>106.962040540996</c:v>
                </c:pt>
                <c:pt idx="49">
                  <c:v>107.99731852801401</c:v>
                </c:pt>
                <c:pt idx="50">
                  <c:v>108.38556287565601</c:v>
                </c:pt>
                <c:pt idx="51">
                  <c:v>108.58922031791499</c:v>
                </c:pt>
                <c:pt idx="52">
                  <c:v>107.98649986101699</c:v>
                </c:pt>
                <c:pt idx="53">
                  <c:v>107.68208230529901</c:v>
                </c:pt>
                <c:pt idx="54">
                  <c:v>108.816873071543</c:v>
                </c:pt>
                <c:pt idx="55">
                  <c:v>109.056661972626</c:v>
                </c:pt>
                <c:pt idx="56">
                  <c:v>109.72949053755499</c:v>
                </c:pt>
                <c:pt idx="57">
                  <c:v>111.20264438525</c:v>
                </c:pt>
                <c:pt idx="58">
                  <c:v>110.446480181449</c:v>
                </c:pt>
                <c:pt idx="59">
                  <c:v>112.157159459914</c:v>
                </c:pt>
                <c:pt idx="60">
                  <c:v>112.48950358078299</c:v>
                </c:pt>
                <c:pt idx="61">
                  <c:v>112.264394363238</c:v>
                </c:pt>
                <c:pt idx="62">
                  <c:v>111.238536925817</c:v>
                </c:pt>
                <c:pt idx="63">
                  <c:v>111.315951525919</c:v>
                </c:pt>
                <c:pt idx="64">
                  <c:v>110.75828122429699</c:v>
                </c:pt>
                <c:pt idx="65">
                  <c:v>108.374983718222</c:v>
                </c:pt>
                <c:pt idx="66">
                  <c:v>110.977798166062</c:v>
                </c:pt>
                <c:pt idx="67">
                  <c:v>109.872013755521</c:v>
                </c:pt>
                <c:pt idx="68">
                  <c:v>111.344255418472</c:v>
                </c:pt>
                <c:pt idx="69">
                  <c:v>111.74679853646001</c:v>
                </c:pt>
                <c:pt idx="70">
                  <c:v>112.161668058844</c:v>
                </c:pt>
                <c:pt idx="71">
                  <c:v>111.983408222216</c:v>
                </c:pt>
                <c:pt idx="72">
                  <c:v>113.30217680717</c:v>
                </c:pt>
                <c:pt idx="73">
                  <c:v>113.521342546874</c:v>
                </c:pt>
                <c:pt idx="74">
                  <c:v>114.20763007829601</c:v>
                </c:pt>
                <c:pt idx="75">
                  <c:v>114.650627979943</c:v>
                </c:pt>
                <c:pt idx="76">
                  <c:v>114.88734671736201</c:v>
                </c:pt>
                <c:pt idx="77">
                  <c:v>114.379392242946</c:v>
                </c:pt>
                <c:pt idx="78">
                  <c:v>115.82331351737</c:v>
                </c:pt>
                <c:pt idx="79">
                  <c:v>115.197840004835</c:v>
                </c:pt>
                <c:pt idx="80">
                  <c:v>115.22860798428501</c:v>
                </c:pt>
                <c:pt idx="81">
                  <c:v>114.86428767298401</c:v>
                </c:pt>
                <c:pt idx="82">
                  <c:v>114.854503311836</c:v>
                </c:pt>
                <c:pt idx="83">
                  <c:v>116.21786828563999</c:v>
                </c:pt>
                <c:pt idx="84">
                  <c:v>116.67022924009601</c:v>
                </c:pt>
                <c:pt idx="85">
                  <c:v>117.9253391244</c:v>
                </c:pt>
                <c:pt idx="86">
                  <c:v>118.80863725744</c:v>
                </c:pt>
                <c:pt idx="87">
                  <c:v>117.892440910152</c:v>
                </c:pt>
                <c:pt idx="88">
                  <c:v>117.09856395915</c:v>
                </c:pt>
                <c:pt idx="89">
                  <c:v>116.50521790550199</c:v>
                </c:pt>
                <c:pt idx="90">
                  <c:v>117.751726758252</c:v>
                </c:pt>
                <c:pt idx="91">
                  <c:v>117.70863953456001</c:v>
                </c:pt>
                <c:pt idx="92">
                  <c:v>118.496980990716</c:v>
                </c:pt>
                <c:pt idx="93">
                  <c:v>118.82918452322301</c:v>
                </c:pt>
                <c:pt idx="94">
                  <c:v>117.888455826098</c:v>
                </c:pt>
                <c:pt idx="95">
                  <c:v>119.517670768039</c:v>
                </c:pt>
                <c:pt idx="96">
                  <c:v>120.29901157812699</c:v>
                </c:pt>
                <c:pt idx="97">
                  <c:v>120.862347034729</c:v>
                </c:pt>
                <c:pt idx="98">
                  <c:v>121.13789829696999</c:v>
                </c:pt>
                <c:pt idx="99">
                  <c:v>119.75423468516701</c:v>
                </c:pt>
                <c:pt idx="100">
                  <c:v>118.64446696791499</c:v>
                </c:pt>
                <c:pt idx="101">
                  <c:v>115.95151499377501</c:v>
                </c:pt>
                <c:pt idx="102">
                  <c:v>116.108470600743</c:v>
                </c:pt>
                <c:pt idx="103">
                  <c:v>117.22687585942001</c:v>
                </c:pt>
                <c:pt idx="104">
                  <c:v>119.78668757368099</c:v>
                </c:pt>
                <c:pt idx="105">
                  <c:v>120.33258838109001</c:v>
                </c:pt>
                <c:pt idx="106">
                  <c:v>120.649846129059</c:v>
                </c:pt>
                <c:pt idx="107">
                  <c:v>119.88463753082</c:v>
                </c:pt>
                <c:pt idx="108">
                  <c:v>118.563945246465</c:v>
                </c:pt>
                <c:pt idx="109">
                  <c:v>117.500588136015</c:v>
                </c:pt>
                <c:pt idx="110">
                  <c:v>119.21600653927</c:v>
                </c:pt>
                <c:pt idx="111">
                  <c:v>119.13915281245799</c:v>
                </c:pt>
                <c:pt idx="112">
                  <c:v>120.11465127849</c:v>
                </c:pt>
                <c:pt idx="113">
                  <c:v>121.031103152798</c:v>
                </c:pt>
                <c:pt idx="114">
                  <c:v>120.684371865912</c:v>
                </c:pt>
                <c:pt idx="115">
                  <c:v>119.321562462508</c:v>
                </c:pt>
                <c:pt idx="116">
                  <c:v>119.82557195164399</c:v>
                </c:pt>
                <c:pt idx="117">
                  <c:v>120.73416949664499</c:v>
                </c:pt>
                <c:pt idx="118">
                  <c:v>122.04957339220999</c:v>
                </c:pt>
                <c:pt idx="119">
                  <c:v>121.773847781886</c:v>
                </c:pt>
                <c:pt idx="120">
                  <c:v>120.875664828073</c:v>
                </c:pt>
                <c:pt idx="121">
                  <c:v>119.002133851876</c:v>
                </c:pt>
                <c:pt idx="122">
                  <c:v>119.57985542455501</c:v>
                </c:pt>
                <c:pt idx="123">
                  <c:v>119.9737824889</c:v>
                </c:pt>
                <c:pt idx="124">
                  <c:v>119.30052622375</c:v>
                </c:pt>
                <c:pt idx="125">
                  <c:v>119.196141012083</c:v>
                </c:pt>
                <c:pt idx="126">
                  <c:v>119.904821197827</c:v>
                </c:pt>
                <c:pt idx="127">
                  <c:v>118.756646840154</c:v>
                </c:pt>
                <c:pt idx="128">
                  <c:v>120.515962896407</c:v>
                </c:pt>
                <c:pt idx="129">
                  <c:v>122.47831547339599</c:v>
                </c:pt>
                <c:pt idx="130">
                  <c:v>122.92104581385</c:v>
                </c:pt>
                <c:pt idx="131">
                  <c:v>123.608017579616</c:v>
                </c:pt>
                <c:pt idx="132">
                  <c:v>123.728375749764</c:v>
                </c:pt>
                <c:pt idx="133">
                  <c:v>121.75914644365</c:v>
                </c:pt>
                <c:pt idx="134">
                  <c:v>122.343435496493</c:v>
                </c:pt>
                <c:pt idx="135">
                  <c:v>119.691650196022</c:v>
                </c:pt>
                <c:pt idx="136">
                  <c:v>121.436118038679</c:v>
                </c:pt>
                <c:pt idx="137">
                  <c:v>123.98874246365099</c:v>
                </c:pt>
                <c:pt idx="138">
                  <c:v>124.310042911195</c:v>
                </c:pt>
                <c:pt idx="139">
                  <c:v>123.508343116113</c:v>
                </c:pt>
                <c:pt idx="140">
                  <c:v>124.04912520764201</c:v>
                </c:pt>
                <c:pt idx="141">
                  <c:v>126.427544655834</c:v>
                </c:pt>
                <c:pt idx="142">
                  <c:v>127.556712959047</c:v>
                </c:pt>
                <c:pt idx="143">
                  <c:v>127.21028238589</c:v>
                </c:pt>
                <c:pt idx="144">
                  <c:v>127.512374665941</c:v>
                </c:pt>
                <c:pt idx="145">
                  <c:v>128.63076943190401</c:v>
                </c:pt>
                <c:pt idx="146">
                  <c:v>127.502273322338</c:v>
                </c:pt>
                <c:pt idx="147">
                  <c:v>128.946138030149</c:v>
                </c:pt>
                <c:pt idx="148">
                  <c:v>128.75311978936901</c:v>
                </c:pt>
                <c:pt idx="149">
                  <c:v>130.94214911495999</c:v>
                </c:pt>
                <c:pt idx="150">
                  <c:v>130.84272750634901</c:v>
                </c:pt>
                <c:pt idx="151">
                  <c:v>132.790293952453</c:v>
                </c:pt>
                <c:pt idx="152">
                  <c:v>132.64579642294501</c:v>
                </c:pt>
                <c:pt idx="153">
                  <c:v>133.71645724932799</c:v>
                </c:pt>
                <c:pt idx="154">
                  <c:v>134.64800770443301</c:v>
                </c:pt>
                <c:pt idx="155">
                  <c:v>136.700953735382</c:v>
                </c:pt>
                <c:pt idx="156">
                  <c:v>136.11960399316001</c:v>
                </c:pt>
                <c:pt idx="157">
                  <c:v>137.79652473504299</c:v>
                </c:pt>
                <c:pt idx="158">
                  <c:v>138.09138814654301</c:v>
                </c:pt>
                <c:pt idx="159">
                  <c:v>138.13377966330901</c:v>
                </c:pt>
                <c:pt idx="160">
                  <c:v>135.71257818001399</c:v>
                </c:pt>
                <c:pt idx="161">
                  <c:v>135.41504352105699</c:v>
                </c:pt>
                <c:pt idx="162">
                  <c:v>131.788762286441</c:v>
                </c:pt>
                <c:pt idx="163">
                  <c:v>132.326403058854</c:v>
                </c:pt>
                <c:pt idx="164">
                  <c:v>133.00200796745401</c:v>
                </c:pt>
                <c:pt idx="165">
                  <c:v>130.919083177272</c:v>
                </c:pt>
                <c:pt idx="166">
                  <c:v>129.25563109509</c:v>
                </c:pt>
                <c:pt idx="167">
                  <c:v>132.47545784947701</c:v>
                </c:pt>
                <c:pt idx="168">
                  <c:v>129.62853700740101</c:v>
                </c:pt>
                <c:pt idx="169">
                  <c:v>128.83172105147699</c:v>
                </c:pt>
                <c:pt idx="170">
                  <c:v>123.37903614052</c:v>
                </c:pt>
                <c:pt idx="171">
                  <c:v>125.097065664458</c:v>
                </c:pt>
                <c:pt idx="172">
                  <c:v>126.824099179722</c:v>
                </c:pt>
                <c:pt idx="173">
                  <c:v>126.701534988093</c:v>
                </c:pt>
                <c:pt idx="174">
                  <c:v>126.463180096356</c:v>
                </c:pt>
                <c:pt idx="175">
                  <c:v>124.809642888496</c:v>
                </c:pt>
                <c:pt idx="176">
                  <c:v>126.891526433121</c:v>
                </c:pt>
                <c:pt idx="177">
                  <c:v>125.83348640029401</c:v>
                </c:pt>
                <c:pt idx="178">
                  <c:v>123.79019309486</c:v>
                </c:pt>
                <c:pt idx="179">
                  <c:v>126.113817469062</c:v>
                </c:pt>
                <c:pt idx="180">
                  <c:v>128.38544071803301</c:v>
                </c:pt>
                <c:pt idx="181">
                  <c:v>128.667879760522</c:v>
                </c:pt>
                <c:pt idx="182">
                  <c:v>128.116600823033</c:v>
                </c:pt>
                <c:pt idx="183">
                  <c:v>126.881122587677</c:v>
                </c:pt>
                <c:pt idx="184">
                  <c:v>128.32934545764201</c:v>
                </c:pt>
                <c:pt idx="185">
                  <c:v>129.506809647555</c:v>
                </c:pt>
                <c:pt idx="186">
                  <c:v>129.62729358482801</c:v>
                </c:pt>
                <c:pt idx="187">
                  <c:v>124.96916797945001</c:v>
                </c:pt>
                <c:pt idx="188">
                  <c:v>123.021921695834</c:v>
                </c:pt>
                <c:pt idx="189">
                  <c:v>112.41907334394899</c:v>
                </c:pt>
                <c:pt idx="190">
                  <c:v>117.85997910451999</c:v>
                </c:pt>
                <c:pt idx="191">
                  <c:v>117.228678705128</c:v>
                </c:pt>
                <c:pt idx="192">
                  <c:v>116.23625839153</c:v>
                </c:pt>
                <c:pt idx="193">
                  <c:v>114.521781011776</c:v>
                </c:pt>
                <c:pt idx="194">
                  <c:v>121.89600056918</c:v>
                </c:pt>
                <c:pt idx="195">
                  <c:v>119.572822691026</c:v>
                </c:pt>
                <c:pt idx="196">
                  <c:v>115.577077238418</c:v>
                </c:pt>
                <c:pt idx="197">
                  <c:v>119.0348795395</c:v>
                </c:pt>
                <c:pt idx="198">
                  <c:v>121.222141513639</c:v>
                </c:pt>
                <c:pt idx="199">
                  <c:v>122.185310071657</c:v>
                </c:pt>
                <c:pt idx="200">
                  <c:v>123.11580474532001</c:v>
                </c:pt>
                <c:pt idx="201">
                  <c:v>120.20909292280599</c:v>
                </c:pt>
                <c:pt idx="202">
                  <c:v>120.157332277853</c:v>
                </c:pt>
                <c:pt idx="203">
                  <c:v>120.9547193682</c:v>
                </c:pt>
                <c:pt idx="204">
                  <c:v>122.36350808821101</c:v>
                </c:pt>
                <c:pt idx="205">
                  <c:v>126.91815717455199</c:v>
                </c:pt>
                <c:pt idx="206">
                  <c:v>124.048221655191</c:v>
                </c:pt>
                <c:pt idx="207">
                  <c:v>124.56368161495701</c:v>
                </c:pt>
                <c:pt idx="208">
                  <c:v>124.71985903261999</c:v>
                </c:pt>
                <c:pt idx="209">
                  <c:v>124.153071511021</c:v>
                </c:pt>
                <c:pt idx="210">
                  <c:v>120.265967977522</c:v>
                </c:pt>
                <c:pt idx="211">
                  <c:v>115.174394819461</c:v>
                </c:pt>
                <c:pt idx="212">
                  <c:v>115.833269516302</c:v>
                </c:pt>
                <c:pt idx="213">
                  <c:v>112.75315200291899</c:v>
                </c:pt>
                <c:pt idx="214">
                  <c:v>111.853478465029</c:v>
                </c:pt>
                <c:pt idx="215">
                  <c:v>109.666499657122</c:v>
                </c:pt>
                <c:pt idx="216">
                  <c:v>107.72466018581601</c:v>
                </c:pt>
                <c:pt idx="217">
                  <c:v>111.58578744794301</c:v>
                </c:pt>
                <c:pt idx="218">
                  <c:v>113.79682625319801</c:v>
                </c:pt>
                <c:pt idx="219">
                  <c:v>113.32185819774401</c:v>
                </c:pt>
                <c:pt idx="220">
                  <c:v>115.912491229019</c:v>
                </c:pt>
                <c:pt idx="221">
                  <c:v>121.843384014267</c:v>
                </c:pt>
                <c:pt idx="222">
                  <c:v>122.145680259758</c:v>
                </c:pt>
                <c:pt idx="223">
                  <c:v>123.14240632896799</c:v>
                </c:pt>
                <c:pt idx="224">
                  <c:v>122.080604269833</c:v>
                </c:pt>
                <c:pt idx="225">
                  <c:v>124.254710214269</c:v>
                </c:pt>
                <c:pt idx="226">
                  <c:v>126.16667959495599</c:v>
                </c:pt>
                <c:pt idx="227">
                  <c:v>124.97053856393001</c:v>
                </c:pt>
                <c:pt idx="228">
                  <c:v>125.237785205634</c:v>
                </c:pt>
                <c:pt idx="229">
                  <c:v>124.33802663491301</c:v>
                </c:pt>
                <c:pt idx="230">
                  <c:v>125.337034314623</c:v>
                </c:pt>
                <c:pt idx="231">
                  <c:v>127.26022605999999</c:v>
                </c:pt>
                <c:pt idx="232">
                  <c:v>128.632452834052</c:v>
                </c:pt>
                <c:pt idx="233">
                  <c:v>129.62657358666399</c:v>
                </c:pt>
                <c:pt idx="234">
                  <c:v>128.80773224976701</c:v>
                </c:pt>
                <c:pt idx="235">
                  <c:v>129.53592732176401</c:v>
                </c:pt>
                <c:pt idx="236">
                  <c:v>131.44288218703099</c:v>
                </c:pt>
                <c:pt idx="237">
                  <c:v>132.731260672476</c:v>
                </c:pt>
                <c:pt idx="238">
                  <c:v>132.06616422482401</c:v>
                </c:pt>
                <c:pt idx="239">
                  <c:v>132.30973559517199</c:v>
                </c:pt>
                <c:pt idx="240">
                  <c:v>131.05069754162</c:v>
                </c:pt>
                <c:pt idx="241">
                  <c:v>129.29041447930999</c:v>
                </c:pt>
                <c:pt idx="242">
                  <c:v>129.902307169393</c:v>
                </c:pt>
                <c:pt idx="243">
                  <c:v>131.34394194329801</c:v>
                </c:pt>
                <c:pt idx="244">
                  <c:v>132.62234589568999</c:v>
                </c:pt>
                <c:pt idx="245">
                  <c:v>134.061705559654</c:v>
                </c:pt>
                <c:pt idx="246">
                  <c:v>135.33257128159499</c:v>
                </c:pt>
                <c:pt idx="247">
                  <c:v>136.27374773973099</c:v>
                </c:pt>
                <c:pt idx="248">
                  <c:v>139.30491595997799</c:v>
                </c:pt>
                <c:pt idx="249">
                  <c:v>138.927997167787</c:v>
                </c:pt>
                <c:pt idx="250">
                  <c:v>139.93677572182401</c:v>
                </c:pt>
                <c:pt idx="251">
                  <c:v>140.97834689627001</c:v>
                </c:pt>
                <c:pt idx="252">
                  <c:v>136.94180266761799</c:v>
                </c:pt>
                <c:pt idx="253">
                  <c:v>139.739261968438</c:v>
                </c:pt>
                <c:pt idx="254">
                  <c:v>139.51058772437599</c:v>
                </c:pt>
                <c:pt idx="255">
                  <c:v>136.98161368644699</c:v>
                </c:pt>
                <c:pt idx="256">
                  <c:v>140.929069165313</c:v>
                </c:pt>
                <c:pt idx="257">
                  <c:v>143.371437972422</c:v>
                </c:pt>
                <c:pt idx="258">
                  <c:v>143.025290297331</c:v>
                </c:pt>
                <c:pt idx="259">
                  <c:v>143.97603341358001</c:v>
                </c:pt>
                <c:pt idx="260">
                  <c:v>142.362819309239</c:v>
                </c:pt>
                <c:pt idx="261">
                  <c:v>143.12474601413101</c:v>
                </c:pt>
                <c:pt idx="262">
                  <c:v>138.62101111584701</c:v>
                </c:pt>
                <c:pt idx="263">
                  <c:v>142.314509431592</c:v>
                </c:pt>
                <c:pt idx="264">
                  <c:v>142.28704332141399</c:v>
                </c:pt>
                <c:pt idx="265">
                  <c:v>144.671376860479</c:v>
                </c:pt>
                <c:pt idx="266">
                  <c:v>146.858391814958</c:v>
                </c:pt>
                <c:pt idx="267">
                  <c:v>150.02895742035801</c:v>
                </c:pt>
                <c:pt idx="268">
                  <c:v>149.87616475177001</c:v>
                </c:pt>
                <c:pt idx="269">
                  <c:v>154.191157195649</c:v>
                </c:pt>
                <c:pt idx="270">
                  <c:v>153.503995931491</c:v>
                </c:pt>
                <c:pt idx="271">
                  <c:v>153.87385618256999</c:v>
                </c:pt>
                <c:pt idx="272">
                  <c:v>156.442589583119</c:v>
                </c:pt>
                <c:pt idx="273">
                  <c:v>154.70963302649599</c:v>
                </c:pt>
                <c:pt idx="274">
                  <c:v>155.289928526479</c:v>
                </c:pt>
                <c:pt idx="275">
                  <c:v>154.96157603283001</c:v>
                </c:pt>
                <c:pt idx="276">
                  <c:v>157.402655058325</c:v>
                </c:pt>
                <c:pt idx="277">
                  <c:v>161.31220860308301</c:v>
                </c:pt>
                <c:pt idx="278">
                  <c:v>161.21006304933599</c:v>
                </c:pt>
                <c:pt idx="279">
                  <c:v>161.725229416183</c:v>
                </c:pt>
                <c:pt idx="280">
                  <c:v>159.313764611821</c:v>
                </c:pt>
                <c:pt idx="281">
                  <c:v>155.41497985358399</c:v>
                </c:pt>
                <c:pt idx="282">
                  <c:v>155.140810900166</c:v>
                </c:pt>
                <c:pt idx="283">
                  <c:v>153.38338545036601</c:v>
                </c:pt>
                <c:pt idx="284">
                  <c:v>158.12424935525601</c:v>
                </c:pt>
                <c:pt idx="285">
                  <c:v>161.501993907458</c:v>
                </c:pt>
                <c:pt idx="286">
                  <c:v>163.339419271597</c:v>
                </c:pt>
                <c:pt idx="287">
                  <c:v>159.32343503457</c:v>
                </c:pt>
                <c:pt idx="288">
                  <c:v>158.78929193004299</c:v>
                </c:pt>
                <c:pt idx="289">
                  <c:v>159.96934622023301</c:v>
                </c:pt>
                <c:pt idx="290">
                  <c:v>163.65790483409299</c:v>
                </c:pt>
                <c:pt idx="291">
                  <c:v>162.97201231221399</c:v>
                </c:pt>
                <c:pt idx="292">
                  <c:v>167.07844032493199</c:v>
                </c:pt>
                <c:pt idx="293">
                  <c:v>168.93880480303801</c:v>
                </c:pt>
                <c:pt idx="294">
                  <c:v>169.02132561106299</c:v>
                </c:pt>
                <c:pt idx="295">
                  <c:v>166.911918473855</c:v>
                </c:pt>
                <c:pt idx="296">
                  <c:v>168.18034721890001</c:v>
                </c:pt>
                <c:pt idx="297">
                  <c:v>163.62976001287899</c:v>
                </c:pt>
                <c:pt idx="298">
                  <c:v>161.66389997520699</c:v>
                </c:pt>
                <c:pt idx="299">
                  <c:v>163.095927497123</c:v>
                </c:pt>
                <c:pt idx="300">
                  <c:v>158.23581573870999</c:v>
                </c:pt>
                <c:pt idx="301">
                  <c:v>158.98255139137501</c:v>
                </c:pt>
                <c:pt idx="302">
                  <c:v>164.589685086548</c:v>
                </c:pt>
                <c:pt idx="303">
                  <c:v>160.05638730857501</c:v>
                </c:pt>
                <c:pt idx="304">
                  <c:v>162.35337263448699</c:v>
                </c:pt>
                <c:pt idx="305">
                  <c:v>159.50090363602899</c:v>
                </c:pt>
                <c:pt idx="306">
                  <c:v>161.13912046681699</c:v>
                </c:pt>
                <c:pt idx="307">
                  <c:v>160.95682998974601</c:v>
                </c:pt>
                <c:pt idx="308">
                  <c:v>165.754825483426</c:v>
                </c:pt>
                <c:pt idx="309">
                  <c:v>166.00191135610899</c:v>
                </c:pt>
                <c:pt idx="310">
                  <c:v>163.47144491607699</c:v>
                </c:pt>
                <c:pt idx="311">
                  <c:v>161.956150438138</c:v>
                </c:pt>
                <c:pt idx="312">
                  <c:v>161.59493888277399</c:v>
                </c:pt>
                <c:pt idx="313">
                  <c:v>161.52031945971601</c:v>
                </c:pt>
                <c:pt idx="314">
                  <c:v>159.839117013345</c:v>
                </c:pt>
                <c:pt idx="315">
                  <c:v>160.36951033790001</c:v>
                </c:pt>
                <c:pt idx="316">
                  <c:v>162.88047456693701</c:v>
                </c:pt>
                <c:pt idx="317">
                  <c:v>166.99773487324401</c:v>
                </c:pt>
                <c:pt idx="318">
                  <c:v>169.09939504876601</c:v>
                </c:pt>
                <c:pt idx="319">
                  <c:v>169.59647121612301</c:v>
                </c:pt>
                <c:pt idx="320">
                  <c:v>169.175364883447</c:v>
                </c:pt>
                <c:pt idx="321">
                  <c:v>170.28985828588</c:v>
                </c:pt>
                <c:pt idx="322">
                  <c:v>169.564690223166</c:v>
                </c:pt>
                <c:pt idx="323">
                  <c:v>171.76617846368299</c:v>
                </c:pt>
                <c:pt idx="324">
                  <c:v>171.84823386733299</c:v>
                </c:pt>
                <c:pt idx="325">
                  <c:v>170.40288922239799</c:v>
                </c:pt>
                <c:pt idx="326">
                  <c:v>172.70238149040401</c:v>
                </c:pt>
                <c:pt idx="327">
                  <c:v>170.02715609263899</c:v>
                </c:pt>
                <c:pt idx="328">
                  <c:v>169.56269143239399</c:v>
                </c:pt>
                <c:pt idx="329">
                  <c:v>164.475652100698</c:v>
                </c:pt>
                <c:pt idx="330">
                  <c:v>165.80874775906901</c:v>
                </c:pt>
                <c:pt idx="331">
                  <c:v>170.058355183667</c:v>
                </c:pt>
                <c:pt idx="332">
                  <c:v>169.034803097675</c:v>
                </c:pt>
                <c:pt idx="333">
                  <c:v>173.96743165266099</c:v>
                </c:pt>
                <c:pt idx="334">
                  <c:v>174.29345587899601</c:v>
                </c:pt>
                <c:pt idx="335">
                  <c:v>172.46352585575201</c:v>
                </c:pt>
                <c:pt idx="336">
                  <c:v>174.35632915029501</c:v>
                </c:pt>
                <c:pt idx="337">
                  <c:v>180.16239993557701</c:v>
                </c:pt>
                <c:pt idx="338">
                  <c:v>181.43653185890599</c:v>
                </c:pt>
                <c:pt idx="339">
                  <c:v>181.83363160405901</c:v>
                </c:pt>
                <c:pt idx="340">
                  <c:v>183.64841879770501</c:v>
                </c:pt>
                <c:pt idx="341">
                  <c:v>184.31600316071001</c:v>
                </c:pt>
                <c:pt idx="342">
                  <c:v>184.573060684761</c:v>
                </c:pt>
                <c:pt idx="343">
                  <c:v>182.37881748981701</c:v>
                </c:pt>
                <c:pt idx="344">
                  <c:v>176.99396503380601</c:v>
                </c:pt>
                <c:pt idx="345">
                  <c:v>174.10004617477699</c:v>
                </c:pt>
                <c:pt idx="346">
                  <c:v>170.70260810859901</c:v>
                </c:pt>
                <c:pt idx="347">
                  <c:v>161.90222510898201</c:v>
                </c:pt>
                <c:pt idx="348">
                  <c:v>166.454941103225</c:v>
                </c:pt>
                <c:pt idx="349">
                  <c:v>172.40215618540901</c:v>
                </c:pt>
                <c:pt idx="350">
                  <c:v>178.28663294206601</c:v>
                </c:pt>
                <c:pt idx="351">
                  <c:v>178.87010874226701</c:v>
                </c:pt>
                <c:pt idx="352">
                  <c:v>181.39238940977299</c:v>
                </c:pt>
                <c:pt idx="353">
                  <c:v>179.164245193542</c:v>
                </c:pt>
                <c:pt idx="354">
                  <c:v>175.427897676453</c:v>
                </c:pt>
                <c:pt idx="355">
                  <c:v>171.91145540463199</c:v>
                </c:pt>
                <c:pt idx="356">
                  <c:v>172.03205459571799</c:v>
                </c:pt>
                <c:pt idx="357">
                  <c:v>172.71329708269499</c:v>
                </c:pt>
                <c:pt idx="358">
                  <c:v>168.42351997327799</c:v>
                </c:pt>
                <c:pt idx="359">
                  <c:v>171.58690221752801</c:v>
                </c:pt>
                <c:pt idx="360">
                  <c:v>167.958735737621</c:v>
                </c:pt>
                <c:pt idx="361">
                  <c:v>170.08711372318899</c:v>
                </c:pt>
                <c:pt idx="362">
                  <c:v>170.81916977783001</c:v>
                </c:pt>
                <c:pt idx="363">
                  <c:v>174.15183468512799</c:v>
                </c:pt>
                <c:pt idx="364">
                  <c:v>176.376657426939</c:v>
                </c:pt>
                <c:pt idx="365">
                  <c:v>176.04890708909701</c:v>
                </c:pt>
                <c:pt idx="366">
                  <c:v>171.51242350512501</c:v>
                </c:pt>
                <c:pt idx="367">
                  <c:v>172.97090836752901</c:v>
                </c:pt>
                <c:pt idx="368">
                  <c:v>172.75228354987101</c:v>
                </c:pt>
                <c:pt idx="369">
                  <c:v>173.13617229007099</c:v>
                </c:pt>
                <c:pt idx="370">
                  <c:v>171.29151500371901</c:v>
                </c:pt>
                <c:pt idx="371">
                  <c:v>169.08788734127299</c:v>
                </c:pt>
                <c:pt idx="372">
                  <c:v>165.60401167740599</c:v>
                </c:pt>
                <c:pt idx="373">
                  <c:v>162.04820476342101</c:v>
                </c:pt>
                <c:pt idx="374">
                  <c:v>165.46730910290299</c:v>
                </c:pt>
                <c:pt idx="375">
                  <c:v>162.875275595967</c:v>
                </c:pt>
                <c:pt idx="376">
                  <c:v>165.79602247530701</c:v>
                </c:pt>
                <c:pt idx="377">
                  <c:v>163.700922982799</c:v>
                </c:pt>
                <c:pt idx="378">
                  <c:v>164.656236501368</c:v>
                </c:pt>
                <c:pt idx="379">
                  <c:v>164.79854213800201</c:v>
                </c:pt>
                <c:pt idx="380">
                  <c:v>169.99918354000701</c:v>
                </c:pt>
                <c:pt idx="381">
                  <c:v>170.89941034808601</c:v>
                </c:pt>
                <c:pt idx="382">
                  <c:v>167.55662696117301</c:v>
                </c:pt>
                <c:pt idx="383">
                  <c:v>168.74467688147499</c:v>
                </c:pt>
                <c:pt idx="384">
                  <c:v>165.87958724135501</c:v>
                </c:pt>
                <c:pt idx="385">
                  <c:v>163.94432574384999</c:v>
                </c:pt>
                <c:pt idx="386">
                  <c:v>162.621470578074</c:v>
                </c:pt>
                <c:pt idx="387">
                  <c:v>163.809629561978</c:v>
                </c:pt>
                <c:pt idx="388">
                  <c:v>170.52489145302201</c:v>
                </c:pt>
                <c:pt idx="389">
                  <c:v>171.79858049068099</c:v>
                </c:pt>
                <c:pt idx="390">
                  <c:v>172.79631390332199</c:v>
                </c:pt>
                <c:pt idx="391">
                  <c:v>176.01462545010099</c:v>
                </c:pt>
                <c:pt idx="392">
                  <c:v>173.08701205719299</c:v>
                </c:pt>
                <c:pt idx="393">
                  <c:v>173.82412404032499</c:v>
                </c:pt>
                <c:pt idx="394">
                  <c:v>171.229738612901</c:v>
                </c:pt>
                <c:pt idx="395">
                  <c:v>170.97411860976001</c:v>
                </c:pt>
                <c:pt idx="396">
                  <c:v>174.042331824055</c:v>
                </c:pt>
                <c:pt idx="397">
                  <c:v>176.89315124889299</c:v>
                </c:pt>
                <c:pt idx="398">
                  <c:v>180.23382221526799</c:v>
                </c:pt>
                <c:pt idx="399">
                  <c:v>181.37883408565801</c:v>
                </c:pt>
                <c:pt idx="400">
                  <c:v>183.66005272679999</c:v>
                </c:pt>
                <c:pt idx="401">
                  <c:v>183.08073822561599</c:v>
                </c:pt>
                <c:pt idx="402">
                  <c:v>185.07017498592501</c:v>
                </c:pt>
                <c:pt idx="403">
                  <c:v>186.14767795975001</c:v>
                </c:pt>
                <c:pt idx="404">
                  <c:v>187.903501587204</c:v>
                </c:pt>
                <c:pt idx="405">
                  <c:v>187.06190113618601</c:v>
                </c:pt>
                <c:pt idx="406">
                  <c:v>186.67142402757401</c:v>
                </c:pt>
                <c:pt idx="407">
                  <c:v>188.15647205425699</c:v>
                </c:pt>
                <c:pt idx="408">
                  <c:v>189.312797405613</c:v>
                </c:pt>
                <c:pt idx="409">
                  <c:v>190.969082964856</c:v>
                </c:pt>
                <c:pt idx="410">
                  <c:v>189.22520630679199</c:v>
                </c:pt>
                <c:pt idx="411">
                  <c:v>182.90440779276099</c:v>
                </c:pt>
                <c:pt idx="412">
                  <c:v>183.986218115859</c:v>
                </c:pt>
                <c:pt idx="413">
                  <c:v>179.37324438086301</c:v>
                </c:pt>
                <c:pt idx="414">
                  <c:v>179.51834558477901</c:v>
                </c:pt>
                <c:pt idx="415">
                  <c:v>177.10266133905199</c:v>
                </c:pt>
                <c:pt idx="416">
                  <c:v>180.11158397837701</c:v>
                </c:pt>
                <c:pt idx="417">
                  <c:v>181.34924840473201</c:v>
                </c:pt>
                <c:pt idx="418">
                  <c:v>177.23072392717799</c:v>
                </c:pt>
                <c:pt idx="419">
                  <c:v>175.30011442818801</c:v>
                </c:pt>
                <c:pt idx="420">
                  <c:v>174.965474985801</c:v>
                </c:pt>
                <c:pt idx="421">
                  <c:v>173.39851772189701</c:v>
                </c:pt>
                <c:pt idx="422">
                  <c:v>170.70931412435701</c:v>
                </c:pt>
                <c:pt idx="423">
                  <c:v>171.69987691640199</c:v>
                </c:pt>
                <c:pt idx="424">
                  <c:v>170.804237619883</c:v>
                </c:pt>
                <c:pt idx="425">
                  <c:v>169.19290844474401</c:v>
                </c:pt>
                <c:pt idx="426">
                  <c:v>166.83051543964399</c:v>
                </c:pt>
                <c:pt idx="427">
                  <c:v>171.284069793415</c:v>
                </c:pt>
                <c:pt idx="428">
                  <c:v>170.28816964453699</c:v>
                </c:pt>
                <c:pt idx="429">
                  <c:v>175.43123778407099</c:v>
                </c:pt>
                <c:pt idx="430">
                  <c:v>176.06166445653901</c:v>
                </c:pt>
                <c:pt idx="431">
                  <c:v>177.507665085535</c:v>
                </c:pt>
                <c:pt idx="432">
                  <c:v>176.139723420861</c:v>
                </c:pt>
                <c:pt idx="433">
                  <c:v>174.12996206706001</c:v>
                </c:pt>
                <c:pt idx="434">
                  <c:v>175.37824607080901</c:v>
                </c:pt>
                <c:pt idx="435">
                  <c:v>179.45445551443399</c:v>
                </c:pt>
                <c:pt idx="436">
                  <c:v>180.363595178515</c:v>
                </c:pt>
                <c:pt idx="437">
                  <c:v>184.48231926581201</c:v>
                </c:pt>
                <c:pt idx="438">
                  <c:v>181.98484521684199</c:v>
                </c:pt>
                <c:pt idx="439">
                  <c:v>180.34678517242699</c:v>
                </c:pt>
                <c:pt idx="440">
                  <c:v>177.07897301203801</c:v>
                </c:pt>
                <c:pt idx="441">
                  <c:v>176.99022972187001</c:v>
                </c:pt>
                <c:pt idx="442">
                  <c:v>178.67435286991201</c:v>
                </c:pt>
                <c:pt idx="443">
                  <c:v>177.710137917255</c:v>
                </c:pt>
                <c:pt idx="444">
                  <c:v>183.99658080409699</c:v>
                </c:pt>
                <c:pt idx="445">
                  <c:v>183.46742911403399</c:v>
                </c:pt>
                <c:pt idx="446">
                  <c:v>181.86516702807401</c:v>
                </c:pt>
                <c:pt idx="447">
                  <c:v>182.93336421773799</c:v>
                </c:pt>
                <c:pt idx="448">
                  <c:v>184.14545218181999</c:v>
                </c:pt>
                <c:pt idx="449">
                  <c:v>182.59930717494899</c:v>
                </c:pt>
                <c:pt idx="450">
                  <c:v>182.52524653115199</c:v>
                </c:pt>
                <c:pt idx="451">
                  <c:v>178.890324684961</c:v>
                </c:pt>
                <c:pt idx="452">
                  <c:v>179.67958497715</c:v>
                </c:pt>
                <c:pt idx="453">
                  <c:v>183.16163082092299</c:v>
                </c:pt>
                <c:pt idx="454">
                  <c:v>184.44923787086799</c:v>
                </c:pt>
                <c:pt idx="455">
                  <c:v>180.413173132829</c:v>
                </c:pt>
                <c:pt idx="456">
                  <c:v>181.86039202486401</c:v>
                </c:pt>
                <c:pt idx="457">
                  <c:v>175.61913406723099</c:v>
                </c:pt>
                <c:pt idx="458">
                  <c:v>176.091812136134</c:v>
                </c:pt>
                <c:pt idx="459">
                  <c:v>177.819648097689</c:v>
                </c:pt>
                <c:pt idx="460">
                  <c:v>179.00091905526699</c:v>
                </c:pt>
                <c:pt idx="461">
                  <c:v>176.265931061418</c:v>
                </c:pt>
                <c:pt idx="462">
                  <c:v>177.86081960668801</c:v>
                </c:pt>
                <c:pt idx="463">
                  <c:v>177.763952822151</c:v>
                </c:pt>
                <c:pt idx="464">
                  <c:v>181.370102729845</c:v>
                </c:pt>
                <c:pt idx="465">
                  <c:v>181.73915240098299</c:v>
                </c:pt>
                <c:pt idx="466">
                  <c:v>184.25668280222001</c:v>
                </c:pt>
                <c:pt idx="467">
                  <c:v>182.72363104368401</c:v>
                </c:pt>
                <c:pt idx="468">
                  <c:v>184.481013656139</c:v>
                </c:pt>
                <c:pt idx="469">
                  <c:v>185.402008701743</c:v>
                </c:pt>
                <c:pt idx="470">
                  <c:v>181.495169116433</c:v>
                </c:pt>
                <c:pt idx="471">
                  <c:v>176.87633229518701</c:v>
                </c:pt>
                <c:pt idx="472">
                  <c:v>176.586655377981</c:v>
                </c:pt>
                <c:pt idx="473">
                  <c:v>172.67079503502299</c:v>
                </c:pt>
                <c:pt idx="474">
                  <c:v>171.60215601345499</c:v>
                </c:pt>
                <c:pt idx="475">
                  <c:v>170.41960914607799</c:v>
                </c:pt>
                <c:pt idx="476">
                  <c:v>176.23035269638601</c:v>
                </c:pt>
                <c:pt idx="477">
                  <c:v>172.63966584867799</c:v>
                </c:pt>
                <c:pt idx="478">
                  <c:v>174.07451904098201</c:v>
                </c:pt>
                <c:pt idx="479">
                  <c:v>173.23220355871501</c:v>
                </c:pt>
                <c:pt idx="480">
                  <c:v>172.555128949113</c:v>
                </c:pt>
                <c:pt idx="481">
                  <c:v>172.53462630000399</c:v>
                </c:pt>
                <c:pt idx="482">
                  <c:v>178.59254020805301</c:v>
                </c:pt>
                <c:pt idx="483">
                  <c:v>184.31026633892799</c:v>
                </c:pt>
                <c:pt idx="484">
                  <c:v>183.588950168423</c:v>
                </c:pt>
                <c:pt idx="485">
                  <c:v>183.53773467836999</c:v>
                </c:pt>
                <c:pt idx="486">
                  <c:v>185.08850690101801</c:v>
                </c:pt>
                <c:pt idx="487">
                  <c:v>186.32052336671299</c:v>
                </c:pt>
                <c:pt idx="488">
                  <c:v>188.323033607806</c:v>
                </c:pt>
                <c:pt idx="489">
                  <c:v>190.03492156439401</c:v>
                </c:pt>
                <c:pt idx="490">
                  <c:v>188.77066802436701</c:v>
                </c:pt>
                <c:pt idx="491">
                  <c:v>191.25467320266301</c:v>
                </c:pt>
                <c:pt idx="492">
                  <c:v>193.98217013348199</c:v>
                </c:pt>
                <c:pt idx="493">
                  <c:v>196.03277880002599</c:v>
                </c:pt>
                <c:pt idx="494">
                  <c:v>194.373705977664</c:v>
                </c:pt>
                <c:pt idx="495">
                  <c:v>198.46342760044601</c:v>
                </c:pt>
                <c:pt idx="496">
                  <c:v>196.78129131127699</c:v>
                </c:pt>
                <c:pt idx="497">
                  <c:v>202.125586200632</c:v>
                </c:pt>
                <c:pt idx="498">
                  <c:v>203.066054014423</c:v>
                </c:pt>
                <c:pt idx="499">
                  <c:v>202.753953725185</c:v>
                </c:pt>
                <c:pt idx="500">
                  <c:v>200.90518153117</c:v>
                </c:pt>
                <c:pt idx="501">
                  <c:v>204.430039750959</c:v>
                </c:pt>
                <c:pt idx="502">
                  <c:v>205.03331635292301</c:v>
                </c:pt>
                <c:pt idx="503">
                  <c:v>203.40852505919199</c:v>
                </c:pt>
                <c:pt idx="504">
                  <c:v>198.244889837909</c:v>
                </c:pt>
                <c:pt idx="505">
                  <c:v>200.961904203849</c:v>
                </c:pt>
                <c:pt idx="506">
                  <c:v>205.266990178481</c:v>
                </c:pt>
                <c:pt idx="507">
                  <c:v>209.624243508326</c:v>
                </c:pt>
                <c:pt idx="508">
                  <c:v>210.72352142775199</c:v>
                </c:pt>
                <c:pt idx="509">
                  <c:v>209.97992743292801</c:v>
                </c:pt>
                <c:pt idx="510">
                  <c:v>210.25803370054501</c:v>
                </c:pt>
                <c:pt idx="511">
                  <c:v>210.91585086291201</c:v>
                </c:pt>
                <c:pt idx="512">
                  <c:v>212.15322895358699</c:v>
                </c:pt>
                <c:pt idx="513">
                  <c:v>214.23347626457601</c:v>
                </c:pt>
                <c:pt idx="514">
                  <c:v>209.378614594026</c:v>
                </c:pt>
                <c:pt idx="515">
                  <c:v>211.959039053391</c:v>
                </c:pt>
                <c:pt idx="516">
                  <c:v>215.51079834961499</c:v>
                </c:pt>
                <c:pt idx="517">
                  <c:v>216.84942385192301</c:v>
                </c:pt>
                <c:pt idx="518">
                  <c:v>217.34145843857999</c:v>
                </c:pt>
                <c:pt idx="519">
                  <c:v>220.67572057754401</c:v>
                </c:pt>
                <c:pt idx="520">
                  <c:v>220.11494873587401</c:v>
                </c:pt>
                <c:pt idx="521">
                  <c:v>223.25165921309801</c:v>
                </c:pt>
                <c:pt idx="522">
                  <c:v>223.732402551023</c:v>
                </c:pt>
                <c:pt idx="523">
                  <c:v>224.24325956437701</c:v>
                </c:pt>
                <c:pt idx="524">
                  <c:v>227.87286107778101</c:v>
                </c:pt>
                <c:pt idx="525">
                  <c:v>227.766526195018</c:v>
                </c:pt>
                <c:pt idx="526">
                  <c:v>228.382261953533</c:v>
                </c:pt>
                <c:pt idx="527">
                  <c:v>230.79305821733101</c:v>
                </c:pt>
                <c:pt idx="528">
                  <c:v>219.156056348297</c:v>
                </c:pt>
                <c:pt idx="529">
                  <c:v>218.917691249272</c:v>
                </c:pt>
                <c:pt idx="530">
                  <c:v>213.981270533555</c:v>
                </c:pt>
                <c:pt idx="531">
                  <c:v>218.476628365469</c:v>
                </c:pt>
                <c:pt idx="532">
                  <c:v>226.46355135552</c:v>
                </c:pt>
                <c:pt idx="533">
                  <c:v>220.35966175290099</c:v>
                </c:pt>
                <c:pt idx="534">
                  <c:v>217.37969108822401</c:v>
                </c:pt>
                <c:pt idx="535">
                  <c:v>220.90211665717999</c:v>
                </c:pt>
                <c:pt idx="536">
                  <c:v>225.062971732552</c:v>
                </c:pt>
                <c:pt idx="537">
                  <c:v>225.386087535038</c:v>
                </c:pt>
                <c:pt idx="538">
                  <c:v>226.07538255099701</c:v>
                </c:pt>
                <c:pt idx="539">
                  <c:v>228.23747403290301</c:v>
                </c:pt>
                <c:pt idx="540">
                  <c:v>228.580563295579</c:v>
                </c:pt>
                <c:pt idx="541">
                  <c:v>220.44998459361199</c:v>
                </c:pt>
                <c:pt idx="542">
                  <c:v>223.25714505329199</c:v>
                </c:pt>
                <c:pt idx="543">
                  <c:v>217.62113942315699</c:v>
                </c:pt>
                <c:pt idx="544">
                  <c:v>215.71153410176001</c:v>
                </c:pt>
                <c:pt idx="545">
                  <c:v>208.525791971584</c:v>
                </c:pt>
                <c:pt idx="546">
                  <c:v>214.98520214824001</c:v>
                </c:pt>
                <c:pt idx="547">
                  <c:v>219.255149094172</c:v>
                </c:pt>
                <c:pt idx="548">
                  <c:v>220.89365844061399</c:v>
                </c:pt>
                <c:pt idx="549">
                  <c:v>225.62226345005999</c:v>
                </c:pt>
                <c:pt idx="550">
                  <c:v>226.96962911134901</c:v>
                </c:pt>
                <c:pt idx="551">
                  <c:v>229.97079608911801</c:v>
                </c:pt>
                <c:pt idx="552">
                  <c:v>234.08893667321399</c:v>
                </c:pt>
                <c:pt idx="553">
                  <c:v>230.16044889056701</c:v>
                </c:pt>
                <c:pt idx="554">
                  <c:v>234.94780588299901</c:v>
                </c:pt>
                <c:pt idx="555">
                  <c:v>228.426628559465</c:v>
                </c:pt>
                <c:pt idx="556">
                  <c:v>228.82959918417799</c:v>
                </c:pt>
                <c:pt idx="557">
                  <c:v>228.59401073900099</c:v>
                </c:pt>
                <c:pt idx="558">
                  <c:v>226.50897339117199</c:v>
                </c:pt>
                <c:pt idx="559">
                  <c:v>229.91805569975</c:v>
                </c:pt>
                <c:pt idx="560">
                  <c:v>222.69042795607601</c:v>
                </c:pt>
                <c:pt idx="561">
                  <c:v>222.59778263823401</c:v>
                </c:pt>
                <c:pt idx="562">
                  <c:v>228.881982976514</c:v>
                </c:pt>
                <c:pt idx="563">
                  <c:v>230.74665941111201</c:v>
                </c:pt>
                <c:pt idx="564">
                  <c:v>227.77074362597699</c:v>
                </c:pt>
                <c:pt idx="565">
                  <c:v>228.555561457934</c:v>
                </c:pt>
                <c:pt idx="566">
                  <c:v>232.50364215219301</c:v>
                </c:pt>
                <c:pt idx="567">
                  <c:v>234.42151033263701</c:v>
                </c:pt>
                <c:pt idx="568">
                  <c:v>235.01650692477901</c:v>
                </c:pt>
                <c:pt idx="569">
                  <c:v>242.18931099199</c:v>
                </c:pt>
                <c:pt idx="570">
                  <c:v>239.81916342674401</c:v>
                </c:pt>
                <c:pt idx="571">
                  <c:v>234.813140103812</c:v>
                </c:pt>
                <c:pt idx="572">
                  <c:v>236.96538538521401</c:v>
                </c:pt>
                <c:pt idx="573">
                  <c:v>244.75099724984099</c:v>
                </c:pt>
                <c:pt idx="574">
                  <c:v>243.95724435557401</c:v>
                </c:pt>
                <c:pt idx="575">
                  <c:v>241.107404193581</c:v>
                </c:pt>
                <c:pt idx="576">
                  <c:v>234.463447080946</c:v>
                </c:pt>
                <c:pt idx="577">
                  <c:v>234.428975087781</c:v>
                </c:pt>
                <c:pt idx="578">
                  <c:v>243.12303646069699</c:v>
                </c:pt>
                <c:pt idx="579">
                  <c:v>248.65872220015001</c:v>
                </c:pt>
                <c:pt idx="580">
                  <c:v>246.70135223927599</c:v>
                </c:pt>
                <c:pt idx="581">
                  <c:v>254.81171618914499</c:v>
                </c:pt>
                <c:pt idx="582">
                  <c:v>259.63084393532199</c:v>
                </c:pt>
                <c:pt idx="583">
                  <c:v>265.27559470261298</c:v>
                </c:pt>
                <c:pt idx="584">
                  <c:v>266.09356085679099</c:v>
                </c:pt>
                <c:pt idx="585">
                  <c:v>268.21386792148297</c:v>
                </c:pt>
                <c:pt idx="586">
                  <c:v>263.31923545398803</c:v>
                </c:pt>
                <c:pt idx="587">
                  <c:v>259.74930689315698</c:v>
                </c:pt>
                <c:pt idx="588">
                  <c:v>251.13767467053401</c:v>
                </c:pt>
                <c:pt idx="589">
                  <c:v>253.66056841322001</c:v>
                </c:pt>
                <c:pt idx="590">
                  <c:v>249.80092894708901</c:v>
                </c:pt>
                <c:pt idx="591">
                  <c:v>245.652507538685</c:v>
                </c:pt>
                <c:pt idx="592">
                  <c:v>246.00509230402</c:v>
                </c:pt>
                <c:pt idx="593">
                  <c:v>251.80455863458599</c:v>
                </c:pt>
                <c:pt idx="594">
                  <c:v>260.17659208591999</c:v>
                </c:pt>
                <c:pt idx="595">
                  <c:v>252.76016864534901</c:v>
                </c:pt>
                <c:pt idx="596">
                  <c:v>247.519900780185</c:v>
                </c:pt>
                <c:pt idx="597">
                  <c:v>234.615809248614</c:v>
                </c:pt>
                <c:pt idx="598">
                  <c:v>228.697629576368</c:v>
                </c:pt>
                <c:pt idx="599">
                  <c:v>212.556960845807</c:v>
                </c:pt>
                <c:pt idx="600">
                  <c:v>227.94388828973399</c:v>
                </c:pt>
                <c:pt idx="601">
                  <c:v>237.23914237972099</c:v>
                </c:pt>
                <c:pt idx="602">
                  <c:v>231.91746046845299</c:v>
                </c:pt>
                <c:pt idx="603">
                  <c:v>231.14070380655201</c:v>
                </c:pt>
                <c:pt idx="604">
                  <c:v>228.085620983947</c:v>
                </c:pt>
                <c:pt idx="605">
                  <c:v>239.97809619260701</c:v>
                </c:pt>
                <c:pt idx="606">
                  <c:v>237.66385850655101</c:v>
                </c:pt>
                <c:pt idx="607">
                  <c:v>241.86443926149499</c:v>
                </c:pt>
                <c:pt idx="608">
                  <c:v>241.87454135661901</c:v>
                </c:pt>
                <c:pt idx="609">
                  <c:v>245.22125219009601</c:v>
                </c:pt>
                <c:pt idx="610">
                  <c:v>239.94068595927001</c:v>
                </c:pt>
                <c:pt idx="611">
                  <c:v>232.60423071982601</c:v>
                </c:pt>
                <c:pt idx="612">
                  <c:v>231.41847402102599</c:v>
                </c:pt>
                <c:pt idx="613">
                  <c:v>237.85283785772401</c:v>
                </c:pt>
                <c:pt idx="614">
                  <c:v>231.120031833658</c:v>
                </c:pt>
                <c:pt idx="615">
                  <c:v>227.25068699617799</c:v>
                </c:pt>
                <c:pt idx="616">
                  <c:v>217.21631096036</c:v>
                </c:pt>
                <c:pt idx="617">
                  <c:v>222.80430117176701</c:v>
                </c:pt>
                <c:pt idx="618">
                  <c:v>226.13721816540601</c:v>
                </c:pt>
                <c:pt idx="619">
                  <c:v>231.12164298960201</c:v>
                </c:pt>
                <c:pt idx="620">
                  <c:v>236.43162145288201</c:v>
                </c:pt>
                <c:pt idx="621">
                  <c:v>232.95628614216201</c:v>
                </c:pt>
                <c:pt idx="622">
                  <c:v>229.05104701450199</c:v>
                </c:pt>
                <c:pt idx="623">
                  <c:v>220.355400161012</c:v>
                </c:pt>
                <c:pt idx="624">
                  <c:v>218.179052920001</c:v>
                </c:pt>
                <c:pt idx="625">
                  <c:v>209.29919166639701</c:v>
                </c:pt>
                <c:pt idx="626">
                  <c:v>214.91710649494499</c:v>
                </c:pt>
                <c:pt idx="627">
                  <c:v>213.28538385771</c:v>
                </c:pt>
                <c:pt idx="628">
                  <c:v>211.81176035224601</c:v>
                </c:pt>
                <c:pt idx="629">
                  <c:v>224.533692320775</c:v>
                </c:pt>
                <c:pt idx="630">
                  <c:v>223.64892734756</c:v>
                </c:pt>
                <c:pt idx="631">
                  <c:v>231.94905114988501</c:v>
                </c:pt>
                <c:pt idx="632">
                  <c:v>242.08340808885899</c:v>
                </c:pt>
                <c:pt idx="633">
                  <c:v>241.18987943691201</c:v>
                </c:pt>
                <c:pt idx="634">
                  <c:v>236.676109151329</c:v>
                </c:pt>
                <c:pt idx="635">
                  <c:v>240.53540093017801</c:v>
                </c:pt>
                <c:pt idx="636">
                  <c:v>240.00098604945799</c:v>
                </c:pt>
                <c:pt idx="637">
                  <c:v>239.61725333188801</c:v>
                </c:pt>
                <c:pt idx="638">
                  <c:v>237.347039855551</c:v>
                </c:pt>
                <c:pt idx="639">
                  <c:v>243.45610666479601</c:v>
                </c:pt>
                <c:pt idx="640">
                  <c:v>240.96570866997399</c:v>
                </c:pt>
                <c:pt idx="641">
                  <c:v>244.28801723558701</c:v>
                </c:pt>
                <c:pt idx="642">
                  <c:v>244.48936277414299</c:v>
                </c:pt>
                <c:pt idx="643">
                  <c:v>250.43594390677401</c:v>
                </c:pt>
                <c:pt idx="644">
                  <c:v>249.28471406127699</c:v>
                </c:pt>
                <c:pt idx="645">
                  <c:v>248.441433334359</c:v>
                </c:pt>
                <c:pt idx="646">
                  <c:v>240.823253049405</c:v>
                </c:pt>
                <c:pt idx="647">
                  <c:v>237.37422479448699</c:v>
                </c:pt>
                <c:pt idx="648">
                  <c:v>240.880335823145</c:v>
                </c:pt>
                <c:pt idx="649">
                  <c:v>238.87827217066501</c:v>
                </c:pt>
                <c:pt idx="650">
                  <c:v>240.96346810918601</c:v>
                </c:pt>
                <c:pt idx="651">
                  <c:v>236.24099405770201</c:v>
                </c:pt>
                <c:pt idx="652">
                  <c:v>240.91487070300499</c:v>
                </c:pt>
                <c:pt idx="653">
                  <c:v>243.30746400905801</c:v>
                </c:pt>
                <c:pt idx="654">
                  <c:v>235.31206549858601</c:v>
                </c:pt>
                <c:pt idx="655">
                  <c:v>239.055442695561</c:v>
                </c:pt>
                <c:pt idx="656">
                  <c:v>244.076728813328</c:v>
                </c:pt>
                <c:pt idx="657">
                  <c:v>242.538553084922</c:v>
                </c:pt>
                <c:pt idx="658">
                  <c:v>243.17043074265999</c:v>
                </c:pt>
                <c:pt idx="659">
                  <c:v>248.39753942219099</c:v>
                </c:pt>
                <c:pt idx="660">
                  <c:v>251.23634422587401</c:v>
                </c:pt>
                <c:pt idx="661">
                  <c:v>255.30029983149799</c:v>
                </c:pt>
                <c:pt idx="662">
                  <c:v>257.72284162440002</c:v>
                </c:pt>
                <c:pt idx="663">
                  <c:v>252.47565034709399</c:v>
                </c:pt>
                <c:pt idx="664">
                  <c:v>250.25035526655699</c:v>
                </c:pt>
                <c:pt idx="665">
                  <c:v>255.75176005674999</c:v>
                </c:pt>
                <c:pt idx="666">
                  <c:v>253.91905904772901</c:v>
                </c:pt>
                <c:pt idx="667">
                  <c:v>248.44057297859101</c:v>
                </c:pt>
                <c:pt idx="668">
                  <c:v>253.33818257654701</c:v>
                </c:pt>
                <c:pt idx="669">
                  <c:v>249.85369230785301</c:v>
                </c:pt>
                <c:pt idx="670">
                  <c:v>245.04223694443601</c:v>
                </c:pt>
                <c:pt idx="671">
                  <c:v>235.78087239310099</c:v>
                </c:pt>
                <c:pt idx="672">
                  <c:v>240.18515822355201</c:v>
                </c:pt>
                <c:pt idx="673">
                  <c:v>238.13852522408399</c:v>
                </c:pt>
                <c:pt idx="674">
                  <c:v>236.63219750032701</c:v>
                </c:pt>
                <c:pt idx="675">
                  <c:v>240.68314145057201</c:v>
                </c:pt>
                <c:pt idx="676">
                  <c:v>243.20987556635001</c:v>
                </c:pt>
                <c:pt idx="677">
                  <c:v>248.46547157331</c:v>
                </c:pt>
                <c:pt idx="678">
                  <c:v>248.873573667578</c:v>
                </c:pt>
                <c:pt idx="679">
                  <c:v>249.82332926554199</c:v>
                </c:pt>
                <c:pt idx="680">
                  <c:v>245.44176494731599</c:v>
                </c:pt>
                <c:pt idx="681">
                  <c:v>247.216814818876</c:v>
                </c:pt>
                <c:pt idx="682">
                  <c:v>252.67119316498901</c:v>
                </c:pt>
                <c:pt idx="683">
                  <c:v>251.825946181136</c:v>
                </c:pt>
                <c:pt idx="684">
                  <c:v>251.090165387638</c:v>
                </c:pt>
                <c:pt idx="685">
                  <c:v>256.31564625885301</c:v>
                </c:pt>
                <c:pt idx="686">
                  <c:v>256.796734531737</c:v>
                </c:pt>
                <c:pt idx="687">
                  <c:v>257.44222731195998</c:v>
                </c:pt>
                <c:pt idx="688">
                  <c:v>257.158108647218</c:v>
                </c:pt>
                <c:pt idx="689">
                  <c:v>260.432914133042</c:v>
                </c:pt>
                <c:pt idx="690">
                  <c:v>261.31251984268999</c:v>
                </c:pt>
                <c:pt idx="691">
                  <c:v>259.93536798136398</c:v>
                </c:pt>
                <c:pt idx="692">
                  <c:v>262.49559192018199</c:v>
                </c:pt>
                <c:pt idx="693">
                  <c:v>261.89056544688202</c:v>
                </c:pt>
                <c:pt idx="694">
                  <c:v>261.014181785875</c:v>
                </c:pt>
                <c:pt idx="695">
                  <c:v>265.438203818234</c:v>
                </c:pt>
                <c:pt idx="696">
                  <c:v>266.44167721407598</c:v>
                </c:pt>
                <c:pt idx="697">
                  <c:v>261.951702790838</c:v>
                </c:pt>
                <c:pt idx="698">
                  <c:v>255.67228136449901</c:v>
                </c:pt>
                <c:pt idx="699">
                  <c:v>259.17853473460502</c:v>
                </c:pt>
                <c:pt idx="700">
                  <c:v>254.25132983589199</c:v>
                </c:pt>
                <c:pt idx="701">
                  <c:v>250.200757061839</c:v>
                </c:pt>
                <c:pt idx="702">
                  <c:v>246.796112280947</c:v>
                </c:pt>
                <c:pt idx="703">
                  <c:v>248.310933773589</c:v>
                </c:pt>
                <c:pt idx="704">
                  <c:v>249.925024890609</c:v>
                </c:pt>
                <c:pt idx="705">
                  <c:v>246.44482391993199</c:v>
                </c:pt>
                <c:pt idx="706">
                  <c:v>242.144156537632</c:v>
                </c:pt>
                <c:pt idx="707">
                  <c:v>248.74670381265301</c:v>
                </c:pt>
                <c:pt idx="708">
                  <c:v>249.6249158908</c:v>
                </c:pt>
                <c:pt idx="709">
                  <c:v>246.60821377144501</c:v>
                </c:pt>
                <c:pt idx="710">
                  <c:v>244.43077570452999</c:v>
                </c:pt>
                <c:pt idx="711">
                  <c:v>241.93577016255301</c:v>
                </c:pt>
                <c:pt idx="712">
                  <c:v>238.26515442829299</c:v>
                </c:pt>
                <c:pt idx="713">
                  <c:v>237.84576047799001</c:v>
                </c:pt>
                <c:pt idx="714">
                  <c:v>244.13142734907299</c:v>
                </c:pt>
                <c:pt idx="715">
                  <c:v>236.50481646005801</c:v>
                </c:pt>
                <c:pt idx="716">
                  <c:v>235.04360450488599</c:v>
                </c:pt>
                <c:pt idx="717">
                  <c:v>231.472227846431</c:v>
                </c:pt>
                <c:pt idx="718">
                  <c:v>234.197825809493</c:v>
                </c:pt>
                <c:pt idx="719">
                  <c:v>233.61964214007401</c:v>
                </c:pt>
                <c:pt idx="720">
                  <c:v>226.906031399401</c:v>
                </c:pt>
                <c:pt idx="721">
                  <c:v>225.71213663900599</c:v>
                </c:pt>
                <c:pt idx="722">
                  <c:v>219.80916379612199</c:v>
                </c:pt>
                <c:pt idx="723">
                  <c:v>216.25184517913499</c:v>
                </c:pt>
                <c:pt idx="724">
                  <c:v>209.80405490295601</c:v>
                </c:pt>
                <c:pt idx="725">
                  <c:v>224.61680140153501</c:v>
                </c:pt>
                <c:pt idx="726">
                  <c:v>225.12414692550399</c:v>
                </c:pt>
                <c:pt idx="727">
                  <c:v>220.35473462337501</c:v>
                </c:pt>
                <c:pt idx="728">
                  <c:v>217.02498286224801</c:v>
                </c:pt>
                <c:pt idx="729">
                  <c:v>229.60462150215099</c:v>
                </c:pt>
                <c:pt idx="730">
                  <c:v>231.917849385323</c:v>
                </c:pt>
                <c:pt idx="731">
                  <c:v>229.819302511568</c:v>
                </c:pt>
                <c:pt idx="732">
                  <c:v>227.660460985529</c:v>
                </c:pt>
                <c:pt idx="733">
                  <c:v>214.29021143524</c:v>
                </c:pt>
                <c:pt idx="734">
                  <c:v>213.23588741868801</c:v>
                </c:pt>
                <c:pt idx="735">
                  <c:v>214.58385826815601</c:v>
                </c:pt>
                <c:pt idx="736">
                  <c:v>211.665435426691</c:v>
                </c:pt>
                <c:pt idx="737">
                  <c:v>221.16045436078201</c:v>
                </c:pt>
                <c:pt idx="738">
                  <c:v>218.286202613098</c:v>
                </c:pt>
                <c:pt idx="739">
                  <c:v>221.094586482511</c:v>
                </c:pt>
                <c:pt idx="740">
                  <c:v>222.69728167672801</c:v>
                </c:pt>
                <c:pt idx="741">
                  <c:v>221.28603122351899</c:v>
                </c:pt>
                <c:pt idx="742">
                  <c:v>220.870300268721</c:v>
                </c:pt>
                <c:pt idx="743">
                  <c:v>210.63298249751799</c:v>
                </c:pt>
                <c:pt idx="744">
                  <c:v>209.01163537949401</c:v>
                </c:pt>
                <c:pt idx="745">
                  <c:v>200.26766119025001</c:v>
                </c:pt>
                <c:pt idx="746">
                  <c:v>196.30700017211799</c:v>
                </c:pt>
                <c:pt idx="747">
                  <c:v>206.24310830201301</c:v>
                </c:pt>
                <c:pt idx="748">
                  <c:v>208.36068397206</c:v>
                </c:pt>
                <c:pt idx="749">
                  <c:v>202.171703421106</c:v>
                </c:pt>
                <c:pt idx="750">
                  <c:v>202.03887262370901</c:v>
                </c:pt>
                <c:pt idx="751">
                  <c:v>195.07404604678601</c:v>
                </c:pt>
                <c:pt idx="752">
                  <c:v>196.832401214225</c:v>
                </c:pt>
                <c:pt idx="753">
                  <c:v>189.316536793164</c:v>
                </c:pt>
                <c:pt idx="754">
                  <c:v>195.82307307370701</c:v>
                </c:pt>
                <c:pt idx="755">
                  <c:v>195.86727491863201</c:v>
                </c:pt>
                <c:pt idx="756">
                  <c:v>191.139891368245</c:v>
                </c:pt>
                <c:pt idx="757">
                  <c:v>190.55395369648201</c:v>
                </c:pt>
                <c:pt idx="758">
                  <c:v>186.76258024211401</c:v>
                </c:pt>
                <c:pt idx="759">
                  <c:v>188.15839891726301</c:v>
                </c:pt>
                <c:pt idx="760">
                  <c:v>188.613622259518</c:v>
                </c:pt>
                <c:pt idx="761">
                  <c:v>204.72903546458801</c:v>
                </c:pt>
                <c:pt idx="762">
                  <c:v>200.75061954193501</c:v>
                </c:pt>
                <c:pt idx="763">
                  <c:v>197.68685666457799</c:v>
                </c:pt>
                <c:pt idx="764">
                  <c:v>205.51628866116101</c:v>
                </c:pt>
                <c:pt idx="765">
                  <c:v>208.87758567280699</c:v>
                </c:pt>
                <c:pt idx="766">
                  <c:v>202.658747213411</c:v>
                </c:pt>
                <c:pt idx="767">
                  <c:v>196.782666410297</c:v>
                </c:pt>
                <c:pt idx="768">
                  <c:v>192.52334080750401</c:v>
                </c:pt>
                <c:pt idx="769">
                  <c:v>187.1806463609</c:v>
                </c:pt>
                <c:pt idx="770">
                  <c:v>187.10288321363601</c:v>
                </c:pt>
                <c:pt idx="771">
                  <c:v>182.19119084809299</c:v>
                </c:pt>
                <c:pt idx="772">
                  <c:v>172.51051879607701</c:v>
                </c:pt>
                <c:pt idx="773">
                  <c:v>174.92506477465901</c:v>
                </c:pt>
                <c:pt idx="774">
                  <c:v>183.77248722798299</c:v>
                </c:pt>
                <c:pt idx="775">
                  <c:v>182.70399641981501</c:v>
                </c:pt>
                <c:pt idx="776">
                  <c:v>184.42071477648099</c:v>
                </c:pt>
                <c:pt idx="777">
                  <c:v>184.66194481693501</c:v>
                </c:pt>
                <c:pt idx="778">
                  <c:v>180.51076070504701</c:v>
                </c:pt>
                <c:pt idx="779">
                  <c:v>169.19245840892</c:v>
                </c:pt>
                <c:pt idx="780">
                  <c:v>189.74083502628099</c:v>
                </c:pt>
                <c:pt idx="781">
                  <c:v>188.055087432215</c:v>
                </c:pt>
                <c:pt idx="782">
                  <c:v>177.42076772948201</c:v>
                </c:pt>
                <c:pt idx="783">
                  <c:v>176.186488536132</c:v>
                </c:pt>
                <c:pt idx="784">
                  <c:v>176.811428936553</c:v>
                </c:pt>
                <c:pt idx="785">
                  <c:v>180.30860915810601</c:v>
                </c:pt>
                <c:pt idx="786">
                  <c:v>185.98351661246201</c:v>
                </c:pt>
                <c:pt idx="787">
                  <c:v>183.22122350782101</c:v>
                </c:pt>
                <c:pt idx="788">
                  <c:v>183.70811808594601</c:v>
                </c:pt>
                <c:pt idx="789">
                  <c:v>186.27836006827599</c:v>
                </c:pt>
                <c:pt idx="790">
                  <c:v>192.01920296722199</c:v>
                </c:pt>
                <c:pt idx="791">
                  <c:v>191.04363560323</c:v>
                </c:pt>
                <c:pt idx="792">
                  <c:v>189.44635839850699</c:v>
                </c:pt>
                <c:pt idx="793">
                  <c:v>194.15427696925701</c:v>
                </c:pt>
                <c:pt idx="794">
                  <c:v>194.04404977783801</c:v>
                </c:pt>
                <c:pt idx="795">
                  <c:v>188.334880166191</c:v>
                </c:pt>
                <c:pt idx="796">
                  <c:v>188.376422144852</c:v>
                </c:pt>
                <c:pt idx="797">
                  <c:v>190.75405484561901</c:v>
                </c:pt>
                <c:pt idx="798">
                  <c:v>191.63260892407601</c:v>
                </c:pt>
                <c:pt idx="799">
                  <c:v>188.69851237041999</c:v>
                </c:pt>
                <c:pt idx="800">
                  <c:v>190.06585617891</c:v>
                </c:pt>
                <c:pt idx="801">
                  <c:v>183.34627629826801</c:v>
                </c:pt>
                <c:pt idx="802">
                  <c:v>182.48875689922599</c:v>
                </c:pt>
                <c:pt idx="803">
                  <c:v>182.081930895905</c:v>
                </c:pt>
                <c:pt idx="804">
                  <c:v>176.81783369935101</c:v>
                </c:pt>
                <c:pt idx="805">
                  <c:v>173.759165941801</c:v>
                </c:pt>
                <c:pt idx="806">
                  <c:v>168.95240162308201</c:v>
                </c:pt>
                <c:pt idx="807">
                  <c:v>171.55548024786299</c:v>
                </c:pt>
                <c:pt idx="808">
                  <c:v>168.644088933088</c:v>
                </c:pt>
                <c:pt idx="809">
                  <c:v>171.333491287854</c:v>
                </c:pt>
                <c:pt idx="810">
                  <c:v>174.75407542407001</c:v>
                </c:pt>
                <c:pt idx="811">
                  <c:v>165.611007030195</c:v>
                </c:pt>
                <c:pt idx="812">
                  <c:v>159.105011049251</c:v>
                </c:pt>
                <c:pt idx="813">
                  <c:v>154.80704834263699</c:v>
                </c:pt>
                <c:pt idx="814">
                  <c:v>154.60056543882899</c:v>
                </c:pt>
                <c:pt idx="815">
                  <c:v>154.017343871371</c:v>
                </c:pt>
                <c:pt idx="816">
                  <c:v>156.29162942141099</c:v>
                </c:pt>
                <c:pt idx="817">
                  <c:v>152.305092173725</c:v>
                </c:pt>
                <c:pt idx="818">
                  <c:v>148.29485398069599</c:v>
                </c:pt>
                <c:pt idx="819">
                  <c:v>150.19440592171699</c:v>
                </c:pt>
                <c:pt idx="820">
                  <c:v>145.34126057093701</c:v>
                </c:pt>
                <c:pt idx="821">
                  <c:v>147.17038646965401</c:v>
                </c:pt>
                <c:pt idx="822">
                  <c:v>150.44995465552299</c:v>
                </c:pt>
                <c:pt idx="823">
                  <c:v>151.28010920139701</c:v>
                </c:pt>
                <c:pt idx="824">
                  <c:v>149.03850679763701</c:v>
                </c:pt>
                <c:pt idx="825">
                  <c:v>142.061834429073</c:v>
                </c:pt>
                <c:pt idx="826">
                  <c:v>133.08160140566</c:v>
                </c:pt>
                <c:pt idx="827">
                  <c:v>139.28864423882601</c:v>
                </c:pt>
                <c:pt idx="828">
                  <c:v>135.23151995060701</c:v>
                </c:pt>
                <c:pt idx="829">
                  <c:v>135.30429462190099</c:v>
                </c:pt>
                <c:pt idx="830">
                  <c:v>132.145272921046</c:v>
                </c:pt>
                <c:pt idx="831">
                  <c:v>133.526320139804</c:v>
                </c:pt>
                <c:pt idx="832">
                  <c:v>131.87759018890401</c:v>
                </c:pt>
                <c:pt idx="833">
                  <c:v>129.071007160622</c:v>
                </c:pt>
                <c:pt idx="834">
                  <c:v>125.184793848086</c:v>
                </c:pt>
                <c:pt idx="835">
                  <c:v>128.64714707892099</c:v>
                </c:pt>
                <c:pt idx="836">
                  <c:v>131.94449008162599</c:v>
                </c:pt>
                <c:pt idx="837">
                  <c:v>133.582147278093</c:v>
                </c:pt>
                <c:pt idx="838">
                  <c:v>132.649356229327</c:v>
                </c:pt>
                <c:pt idx="839">
                  <c:v>133.41150451178899</c:v>
                </c:pt>
                <c:pt idx="840">
                  <c:v>135.47068081279099</c:v>
                </c:pt>
                <c:pt idx="841">
                  <c:v>134.523228866495</c:v>
                </c:pt>
                <c:pt idx="842">
                  <c:v>131.10449993319699</c:v>
                </c:pt>
                <c:pt idx="843">
                  <c:v>131.50315257707101</c:v>
                </c:pt>
                <c:pt idx="844">
                  <c:v>134.56959793971501</c:v>
                </c:pt>
                <c:pt idx="845">
                  <c:v>132.72923850699499</c:v>
                </c:pt>
                <c:pt idx="846">
                  <c:v>134.11742973985901</c:v>
                </c:pt>
                <c:pt idx="847">
                  <c:v>136.03371230613101</c:v>
                </c:pt>
                <c:pt idx="848">
                  <c:v>134.319082091957</c:v>
                </c:pt>
                <c:pt idx="849">
                  <c:v>135.50076697191699</c:v>
                </c:pt>
                <c:pt idx="850">
                  <c:v>135.91319373824999</c:v>
                </c:pt>
                <c:pt idx="851">
                  <c:v>137.63800631285699</c:v>
                </c:pt>
                <c:pt idx="852">
                  <c:v>139.491371126893</c:v>
                </c:pt>
                <c:pt idx="853">
                  <c:v>138.15353407981701</c:v>
                </c:pt>
                <c:pt idx="854">
                  <c:v>136.774965914055</c:v>
                </c:pt>
                <c:pt idx="855">
                  <c:v>137.26983516939799</c:v>
                </c:pt>
                <c:pt idx="856">
                  <c:v>136.57409008709399</c:v>
                </c:pt>
                <c:pt idx="857">
                  <c:v>139.140305242973</c:v>
                </c:pt>
                <c:pt idx="858">
                  <c:v>140.20131882120799</c:v>
                </c:pt>
                <c:pt idx="859">
                  <c:v>141.34930818306</c:v>
                </c:pt>
                <c:pt idx="860">
                  <c:v>141.112637070799</c:v>
                </c:pt>
                <c:pt idx="861">
                  <c:v>142.44155004002801</c:v>
                </c:pt>
                <c:pt idx="862">
                  <c:v>140.47320416859401</c:v>
                </c:pt>
                <c:pt idx="863">
                  <c:v>139.248257357292</c:v>
                </c:pt>
                <c:pt idx="864">
                  <c:v>140.846906391499</c:v>
                </c:pt>
                <c:pt idx="865">
                  <c:v>139.921928086061</c:v>
                </c:pt>
                <c:pt idx="866">
                  <c:v>139.30269433184699</c:v>
                </c:pt>
                <c:pt idx="867">
                  <c:v>140.06915691859601</c:v>
                </c:pt>
                <c:pt idx="868">
                  <c:v>140.44921976317099</c:v>
                </c:pt>
                <c:pt idx="869">
                  <c:v>139.94154121638499</c:v>
                </c:pt>
                <c:pt idx="870">
                  <c:v>140.44736622946601</c:v>
                </c:pt>
                <c:pt idx="871">
                  <c:v>140.61069231209001</c:v>
                </c:pt>
                <c:pt idx="872">
                  <c:v>143.76146200972499</c:v>
                </c:pt>
                <c:pt idx="873">
                  <c:v>144.234100296089</c:v>
                </c:pt>
                <c:pt idx="874">
                  <c:v>144.8398869932</c:v>
                </c:pt>
                <c:pt idx="875">
                  <c:v>145.48570635216001</c:v>
                </c:pt>
                <c:pt idx="876">
                  <c:v>145.15896793872301</c:v>
                </c:pt>
                <c:pt idx="877">
                  <c:v>143.62970518646</c:v>
                </c:pt>
                <c:pt idx="878">
                  <c:v>143.95971471020701</c:v>
                </c:pt>
                <c:pt idx="879">
                  <c:v>142.829019860714</c:v>
                </c:pt>
                <c:pt idx="880">
                  <c:v>142.32645384199401</c:v>
                </c:pt>
                <c:pt idx="881">
                  <c:v>141.88864562266099</c:v>
                </c:pt>
                <c:pt idx="882">
                  <c:v>142.71197946254699</c:v>
                </c:pt>
                <c:pt idx="883">
                  <c:v>142.23524486300599</c:v>
                </c:pt>
                <c:pt idx="884">
                  <c:v>142.533704711837</c:v>
                </c:pt>
                <c:pt idx="885">
                  <c:v>142.71245140347699</c:v>
                </c:pt>
                <c:pt idx="886">
                  <c:v>141.741802681932</c:v>
                </c:pt>
                <c:pt idx="887">
                  <c:v>141.157710229462</c:v>
                </c:pt>
                <c:pt idx="888">
                  <c:v>140.759723356124</c:v>
                </c:pt>
                <c:pt idx="889">
                  <c:v>139.979010854096</c:v>
                </c:pt>
                <c:pt idx="890">
                  <c:v>140.439664043812</c:v>
                </c:pt>
                <c:pt idx="891">
                  <c:v>139.03641558447899</c:v>
                </c:pt>
                <c:pt idx="892">
                  <c:v>137.29277287529899</c:v>
                </c:pt>
                <c:pt idx="893">
                  <c:v>137.31138976810001</c:v>
                </c:pt>
                <c:pt idx="894">
                  <c:v>137.500825780452</c:v>
                </c:pt>
                <c:pt idx="895">
                  <c:v>138.076498806356</c:v>
                </c:pt>
                <c:pt idx="896">
                  <c:v>138.91525068317401</c:v>
                </c:pt>
                <c:pt idx="897">
                  <c:v>139.64077066332001</c:v>
                </c:pt>
                <c:pt idx="898">
                  <c:v>138.49055231174199</c:v>
                </c:pt>
                <c:pt idx="899">
                  <c:v>137.25871550137401</c:v>
                </c:pt>
                <c:pt idx="900">
                  <c:v>136.26056110242399</c:v>
                </c:pt>
                <c:pt idx="901">
                  <c:v>135.25829457561599</c:v>
                </c:pt>
                <c:pt idx="902">
                  <c:v>135.97764453961</c:v>
                </c:pt>
                <c:pt idx="903">
                  <c:v>136.625296605854</c:v>
                </c:pt>
                <c:pt idx="904">
                  <c:v>136.131626393537</c:v>
                </c:pt>
                <c:pt idx="905">
                  <c:v>135.934396383832</c:v>
                </c:pt>
                <c:pt idx="906">
                  <c:v>135.70125876968899</c:v>
                </c:pt>
                <c:pt idx="907">
                  <c:v>134.29008380980599</c:v>
                </c:pt>
                <c:pt idx="908">
                  <c:v>134.20294177270799</c:v>
                </c:pt>
                <c:pt idx="909">
                  <c:v>134.01178586200601</c:v>
                </c:pt>
                <c:pt idx="910">
                  <c:v>133.348024562804</c:v>
                </c:pt>
                <c:pt idx="911">
                  <c:v>134.734145661886</c:v>
                </c:pt>
                <c:pt idx="912">
                  <c:v>135.06134120189401</c:v>
                </c:pt>
                <c:pt idx="913">
                  <c:v>133.711057354665</c:v>
                </c:pt>
                <c:pt idx="914">
                  <c:v>134.15394208376799</c:v>
                </c:pt>
                <c:pt idx="915">
                  <c:v>134.719649122807</c:v>
                </c:pt>
                <c:pt idx="916">
                  <c:v>134.375621143877</c:v>
                </c:pt>
                <c:pt idx="917">
                  <c:v>133.54005016642299</c:v>
                </c:pt>
                <c:pt idx="918">
                  <c:v>132.29328783727499</c:v>
                </c:pt>
                <c:pt idx="919">
                  <c:v>129.903311895386</c:v>
                </c:pt>
                <c:pt idx="920">
                  <c:v>131.583909241399</c:v>
                </c:pt>
                <c:pt idx="921">
                  <c:v>132.63301988198501</c:v>
                </c:pt>
                <c:pt idx="922">
                  <c:v>132.57682366811099</c:v>
                </c:pt>
                <c:pt idx="923">
                  <c:v>132.90466926728001</c:v>
                </c:pt>
                <c:pt idx="924">
                  <c:v>134.14092341998401</c:v>
                </c:pt>
                <c:pt idx="925">
                  <c:v>134.28496003807399</c:v>
                </c:pt>
                <c:pt idx="926">
                  <c:v>134.47328237813099</c:v>
                </c:pt>
                <c:pt idx="927">
                  <c:v>133.53682572956299</c:v>
                </c:pt>
                <c:pt idx="928">
                  <c:v>132.313761029663</c:v>
                </c:pt>
                <c:pt idx="929">
                  <c:v>132.91031219443599</c:v>
                </c:pt>
                <c:pt idx="930">
                  <c:v>130.80484116507699</c:v>
                </c:pt>
                <c:pt idx="931">
                  <c:v>131.127361259423</c:v>
                </c:pt>
                <c:pt idx="932">
                  <c:v>132.172558102089</c:v>
                </c:pt>
                <c:pt idx="933">
                  <c:v>132.493603314262</c:v>
                </c:pt>
                <c:pt idx="934">
                  <c:v>132.641355156336</c:v>
                </c:pt>
                <c:pt idx="935">
                  <c:v>132.23306462217499</c:v>
                </c:pt>
                <c:pt idx="936">
                  <c:v>132.42546563358201</c:v>
                </c:pt>
                <c:pt idx="937">
                  <c:v>131.600782364114</c:v>
                </c:pt>
                <c:pt idx="938">
                  <c:v>132.70706786679699</c:v>
                </c:pt>
                <c:pt idx="939">
                  <c:v>132.098598694754</c:v>
                </c:pt>
                <c:pt idx="940">
                  <c:v>132.41339053827099</c:v>
                </c:pt>
                <c:pt idx="941">
                  <c:v>132.65567747044901</c:v>
                </c:pt>
                <c:pt idx="942">
                  <c:v>133.26656992997999</c:v>
                </c:pt>
                <c:pt idx="943">
                  <c:v>132.862508568262</c:v>
                </c:pt>
                <c:pt idx="944">
                  <c:v>131.98867910882001</c:v>
                </c:pt>
                <c:pt idx="945">
                  <c:v>131.07472453610001</c:v>
                </c:pt>
                <c:pt idx="946">
                  <c:v>130.22081141763601</c:v>
                </c:pt>
                <c:pt idx="947">
                  <c:v>129.96154919067601</c:v>
                </c:pt>
                <c:pt idx="948">
                  <c:v>130.50511359953401</c:v>
                </c:pt>
                <c:pt idx="949">
                  <c:v>130.230438682124</c:v>
                </c:pt>
                <c:pt idx="950">
                  <c:v>128.67240922290799</c:v>
                </c:pt>
                <c:pt idx="951">
                  <c:v>126.16514759891901</c:v>
                </c:pt>
                <c:pt idx="952">
                  <c:v>126.489559085639</c:v>
                </c:pt>
                <c:pt idx="953">
                  <c:v>122.35500297564199</c:v>
                </c:pt>
                <c:pt idx="954">
                  <c:v>120.99981239214701</c:v>
                </c:pt>
                <c:pt idx="955">
                  <c:v>119.03178414924101</c:v>
                </c:pt>
                <c:pt idx="956">
                  <c:v>116.240685422129</c:v>
                </c:pt>
                <c:pt idx="957">
                  <c:v>114.684338369976</c:v>
                </c:pt>
                <c:pt idx="958">
                  <c:v>117.472611890545</c:v>
                </c:pt>
                <c:pt idx="959">
                  <c:v>118.557773146573</c:v>
                </c:pt>
                <c:pt idx="960">
                  <c:v>118.993722949915</c:v>
                </c:pt>
                <c:pt idx="961">
                  <c:v>121.21534602635001</c:v>
                </c:pt>
                <c:pt idx="962">
                  <c:v>123.13213741164</c:v>
                </c:pt>
                <c:pt idx="963">
                  <c:v>123.0794786574</c:v>
                </c:pt>
                <c:pt idx="964">
                  <c:v>125.024330485308</c:v>
                </c:pt>
                <c:pt idx="965">
                  <c:v>126.51251976077801</c:v>
                </c:pt>
                <c:pt idx="966">
                  <c:v>125.77490423797499</c:v>
                </c:pt>
                <c:pt idx="967">
                  <c:v>125.728651546178</c:v>
                </c:pt>
                <c:pt idx="968">
                  <c:v>123.98889241458799</c:v>
                </c:pt>
                <c:pt idx="969">
                  <c:v>123.96093015065399</c:v>
                </c:pt>
                <c:pt idx="970">
                  <c:v>124.694899706489</c:v>
                </c:pt>
                <c:pt idx="971">
                  <c:v>124.384235416967</c:v>
                </c:pt>
                <c:pt idx="972">
                  <c:v>123.37603487805301</c:v>
                </c:pt>
                <c:pt idx="973">
                  <c:v>124.554120376569</c:v>
                </c:pt>
                <c:pt idx="974">
                  <c:v>125.57901808158999</c:v>
                </c:pt>
                <c:pt idx="975">
                  <c:v>123.159969042269</c:v>
                </c:pt>
                <c:pt idx="976">
                  <c:v>122.546692606585</c:v>
                </c:pt>
                <c:pt idx="977">
                  <c:v>123.254029608075</c:v>
                </c:pt>
                <c:pt idx="978">
                  <c:v>124.240423319353</c:v>
                </c:pt>
                <c:pt idx="979">
                  <c:v>123.19314665584299</c:v>
                </c:pt>
                <c:pt idx="980">
                  <c:v>122.63133060929501</c:v>
                </c:pt>
                <c:pt idx="981">
                  <c:v>123.594275821934</c:v>
                </c:pt>
                <c:pt idx="982">
                  <c:v>124.208842169284</c:v>
                </c:pt>
                <c:pt idx="983">
                  <c:v>122.35563628665901</c:v>
                </c:pt>
                <c:pt idx="984">
                  <c:v>120.61596692672499</c:v>
                </c:pt>
                <c:pt idx="985">
                  <c:v>120.745831769166</c:v>
                </c:pt>
                <c:pt idx="986">
                  <c:v>122.32318463881001</c:v>
                </c:pt>
                <c:pt idx="987">
                  <c:v>123.07757307430001</c:v>
                </c:pt>
                <c:pt idx="988">
                  <c:v>125.38084829121701</c:v>
                </c:pt>
                <c:pt idx="989">
                  <c:v>126.11203959992299</c:v>
                </c:pt>
                <c:pt idx="990">
                  <c:v>126.00498211584301</c:v>
                </c:pt>
                <c:pt idx="991">
                  <c:v>124.884576975062</c:v>
                </c:pt>
                <c:pt idx="992">
                  <c:v>124.83371837138201</c:v>
                </c:pt>
                <c:pt idx="993">
                  <c:v>124.990922982718</c:v>
                </c:pt>
                <c:pt idx="994">
                  <c:v>126.56728164677</c:v>
                </c:pt>
                <c:pt idx="995">
                  <c:v>126.71822899554</c:v>
                </c:pt>
                <c:pt idx="996">
                  <c:v>126.615344161674</c:v>
                </c:pt>
                <c:pt idx="997">
                  <c:v>126.25793289642399</c:v>
                </c:pt>
                <c:pt idx="998">
                  <c:v>127.225882210441</c:v>
                </c:pt>
                <c:pt idx="999">
                  <c:v>127.234527325478</c:v>
                </c:pt>
                <c:pt idx="1000">
                  <c:v>126.47695631223</c:v>
                </c:pt>
                <c:pt idx="1001">
                  <c:v>127.477373805127</c:v>
                </c:pt>
                <c:pt idx="1002">
                  <c:v>127.950922996434</c:v>
                </c:pt>
                <c:pt idx="1003">
                  <c:v>126.97899427511</c:v>
                </c:pt>
                <c:pt idx="1004">
                  <c:v>125.819737845299</c:v>
                </c:pt>
                <c:pt idx="1005">
                  <c:v>126.95571476382401</c:v>
                </c:pt>
                <c:pt idx="1006">
                  <c:v>127.099503451893</c:v>
                </c:pt>
                <c:pt idx="1007">
                  <c:v>126.538936307475</c:v>
                </c:pt>
                <c:pt idx="1008">
                  <c:v>127.276209401782</c:v>
                </c:pt>
                <c:pt idx="1009">
                  <c:v>128.50572024102601</c:v>
                </c:pt>
                <c:pt idx="1010">
                  <c:v>127.57169960944501</c:v>
                </c:pt>
                <c:pt idx="1011">
                  <c:v>127.65646983048499</c:v>
                </c:pt>
                <c:pt idx="1012">
                  <c:v>126.612374304391</c:v>
                </c:pt>
                <c:pt idx="1013">
                  <c:v>126.547626330802</c:v>
                </c:pt>
                <c:pt idx="1014">
                  <c:v>126.6372087531</c:v>
                </c:pt>
                <c:pt idx="1015">
                  <c:v>126.014826691129</c:v>
                </c:pt>
                <c:pt idx="1016">
                  <c:v>126.313116537423</c:v>
                </c:pt>
                <c:pt idx="1017">
                  <c:v>127.315004507556</c:v>
                </c:pt>
                <c:pt idx="1018">
                  <c:v>128.101252780961</c:v>
                </c:pt>
                <c:pt idx="1019">
                  <c:v>129.023801669064</c:v>
                </c:pt>
                <c:pt idx="1020">
                  <c:v>129.01856731304201</c:v>
                </c:pt>
                <c:pt idx="1021">
                  <c:v>129.42735054001801</c:v>
                </c:pt>
                <c:pt idx="1022">
                  <c:v>129.74452527474199</c:v>
                </c:pt>
                <c:pt idx="1023">
                  <c:v>130.114683897947</c:v>
                </c:pt>
                <c:pt idx="1024">
                  <c:v>130.815471105</c:v>
                </c:pt>
                <c:pt idx="1025">
                  <c:v>131.06426703032801</c:v>
                </c:pt>
                <c:pt idx="1026">
                  <c:v>130.493780400459</c:v>
                </c:pt>
                <c:pt idx="1027">
                  <c:v>130.05250497878001</c:v>
                </c:pt>
                <c:pt idx="1028">
                  <c:v>129.557979640171</c:v>
                </c:pt>
                <c:pt idx="1029">
                  <c:v>130.03973974184399</c:v>
                </c:pt>
                <c:pt idx="1030">
                  <c:v>129.349742475227</c:v>
                </c:pt>
                <c:pt idx="1031">
                  <c:v>129.05143194269201</c:v>
                </c:pt>
                <c:pt idx="1032">
                  <c:v>128.719742969343</c:v>
                </c:pt>
                <c:pt idx="1033">
                  <c:v>129.250978331624</c:v>
                </c:pt>
                <c:pt idx="1034">
                  <c:v>128.74380884167701</c:v>
                </c:pt>
                <c:pt idx="1035">
                  <c:v>128.94014786427701</c:v>
                </c:pt>
                <c:pt idx="1036">
                  <c:v>130.65574747755599</c:v>
                </c:pt>
                <c:pt idx="1037">
                  <c:v>129.797295290064</c:v>
                </c:pt>
                <c:pt idx="1038">
                  <c:v>130.3746006216</c:v>
                </c:pt>
                <c:pt idx="1039">
                  <c:v>130.60698319494901</c:v>
                </c:pt>
                <c:pt idx="1040">
                  <c:v>131.133571055994</c:v>
                </c:pt>
                <c:pt idx="1041">
                  <c:v>131.93771818173801</c:v>
                </c:pt>
                <c:pt idx="1042">
                  <c:v>131.84021678326999</c:v>
                </c:pt>
                <c:pt idx="1043">
                  <c:v>132.108352303598</c:v>
                </c:pt>
                <c:pt idx="1044">
                  <c:v>132.309321763849</c:v>
                </c:pt>
                <c:pt idx="1045">
                  <c:v>129.82630266826001</c:v>
                </c:pt>
                <c:pt idx="1046">
                  <c:v>131.211060537653</c:v>
                </c:pt>
                <c:pt idx="1047">
                  <c:v>132.72938542860501</c:v>
                </c:pt>
                <c:pt idx="1048">
                  <c:v>131.98451790262101</c:v>
                </c:pt>
                <c:pt idx="1049">
                  <c:v>130.19628099002099</c:v>
                </c:pt>
                <c:pt idx="1050">
                  <c:v>130.251396108356</c:v>
                </c:pt>
                <c:pt idx="1051">
                  <c:v>128.94248192873999</c:v>
                </c:pt>
                <c:pt idx="1052">
                  <c:v>128.35637238638</c:v>
                </c:pt>
                <c:pt idx="1053">
                  <c:v>130.05365402497699</c:v>
                </c:pt>
                <c:pt idx="1054">
                  <c:v>131.081055241542</c:v>
                </c:pt>
                <c:pt idx="1055">
                  <c:v>130.86443195012899</c:v>
                </c:pt>
                <c:pt idx="1056">
                  <c:v>132.218520840607</c:v>
                </c:pt>
                <c:pt idx="1057">
                  <c:v>132.050480374595</c:v>
                </c:pt>
                <c:pt idx="1058">
                  <c:v>131.73315229531201</c:v>
                </c:pt>
                <c:pt idx="1059">
                  <c:v>130.26813706116201</c:v>
                </c:pt>
                <c:pt idx="1060">
                  <c:v>131.34830112492099</c:v>
                </c:pt>
                <c:pt idx="1061">
                  <c:v>130.380720454227</c:v>
                </c:pt>
                <c:pt idx="1062">
                  <c:v>131.16217293288699</c:v>
                </c:pt>
                <c:pt idx="1063">
                  <c:v>133.05661801627301</c:v>
                </c:pt>
                <c:pt idx="1064">
                  <c:v>133.258169601681</c:v>
                </c:pt>
                <c:pt idx="1065">
                  <c:v>133.50441436499199</c:v>
                </c:pt>
                <c:pt idx="1066">
                  <c:v>133.43316536649499</c:v>
                </c:pt>
                <c:pt idx="1067">
                  <c:v>134.86910063703601</c:v>
                </c:pt>
                <c:pt idx="1068">
                  <c:v>135.98357838226599</c:v>
                </c:pt>
                <c:pt idx="1069">
                  <c:v>135.044058673781</c:v>
                </c:pt>
                <c:pt idx="1070">
                  <c:v>136.83804458440599</c:v>
                </c:pt>
                <c:pt idx="1071">
                  <c:v>136.51308360941599</c:v>
                </c:pt>
                <c:pt idx="1072">
                  <c:v>136.16947233131501</c:v>
                </c:pt>
                <c:pt idx="1073">
                  <c:v>136.602978773486</c:v>
                </c:pt>
                <c:pt idx="1074">
                  <c:v>136.81908273508901</c:v>
                </c:pt>
                <c:pt idx="1075">
                  <c:v>136.50752715158399</c:v>
                </c:pt>
                <c:pt idx="1076">
                  <c:v>136.792105409904</c:v>
                </c:pt>
                <c:pt idx="1077">
                  <c:v>138.592842645871</c:v>
                </c:pt>
                <c:pt idx="1078">
                  <c:v>138.60595719116901</c:v>
                </c:pt>
                <c:pt idx="1079">
                  <c:v>138.94407147894</c:v>
                </c:pt>
                <c:pt idx="1080">
                  <c:v>137.62480728131499</c:v>
                </c:pt>
                <c:pt idx="1081">
                  <c:v>138.64679263947801</c:v>
                </c:pt>
                <c:pt idx="1082">
                  <c:v>138.17966868590401</c:v>
                </c:pt>
                <c:pt idx="1083">
                  <c:v>136.373378084119</c:v>
                </c:pt>
                <c:pt idx="1084">
                  <c:v>137.22947467814501</c:v>
                </c:pt>
                <c:pt idx="1085">
                  <c:v>138.89663190326499</c:v>
                </c:pt>
                <c:pt idx="1086">
                  <c:v>138.858576073352</c:v>
                </c:pt>
                <c:pt idx="1087">
                  <c:v>138.85724979674799</c:v>
                </c:pt>
                <c:pt idx="1088">
                  <c:v>138.66287282675901</c:v>
                </c:pt>
                <c:pt idx="1089">
                  <c:v>137.463111008906</c:v>
                </c:pt>
                <c:pt idx="1090">
                  <c:v>137.93535939222201</c:v>
                </c:pt>
                <c:pt idx="1091">
                  <c:v>138.03738765255301</c:v>
                </c:pt>
                <c:pt idx="1092">
                  <c:v>138.95636967818101</c:v>
                </c:pt>
                <c:pt idx="1093">
                  <c:v>139.238232041591</c:v>
                </c:pt>
                <c:pt idx="1094">
                  <c:v>141.01338897997499</c:v>
                </c:pt>
                <c:pt idx="1095">
                  <c:v>139.05667693144099</c:v>
                </c:pt>
                <c:pt idx="1096">
                  <c:v>139.12309546964701</c:v>
                </c:pt>
                <c:pt idx="1097">
                  <c:v>138.22783493713601</c:v>
                </c:pt>
                <c:pt idx="1098">
                  <c:v>139.86757182881701</c:v>
                </c:pt>
                <c:pt idx="1099">
                  <c:v>139.93321733952999</c:v>
                </c:pt>
                <c:pt idx="1100">
                  <c:v>140.83447500749199</c:v>
                </c:pt>
                <c:pt idx="1101">
                  <c:v>141.63708017961099</c:v>
                </c:pt>
                <c:pt idx="1102">
                  <c:v>140.911287174189</c:v>
                </c:pt>
                <c:pt idx="1103">
                  <c:v>140.935040923158</c:v>
                </c:pt>
                <c:pt idx="1104">
                  <c:v>140.236081189863</c:v>
                </c:pt>
                <c:pt idx="1105">
                  <c:v>139.46925595870999</c:v>
                </c:pt>
                <c:pt idx="1106">
                  <c:v>138.28274429675301</c:v>
                </c:pt>
                <c:pt idx="1107">
                  <c:v>137.240964652793</c:v>
                </c:pt>
                <c:pt idx="1108">
                  <c:v>138.927166566594</c:v>
                </c:pt>
                <c:pt idx="1109">
                  <c:v>139.598234330731</c:v>
                </c:pt>
                <c:pt idx="1110">
                  <c:v>139.699007823899</c:v>
                </c:pt>
                <c:pt idx="1111">
                  <c:v>139.15685727810799</c:v>
                </c:pt>
                <c:pt idx="1112">
                  <c:v>137.527918958502</c:v>
                </c:pt>
                <c:pt idx="1113">
                  <c:v>136.010490790246</c:v>
                </c:pt>
                <c:pt idx="1114">
                  <c:v>138.031837291763</c:v>
                </c:pt>
                <c:pt idx="1115">
                  <c:v>136.92710361593601</c:v>
                </c:pt>
                <c:pt idx="1116">
                  <c:v>135.27614732966899</c:v>
                </c:pt>
                <c:pt idx="1117">
                  <c:v>136.31796453685499</c:v>
                </c:pt>
                <c:pt idx="1118">
                  <c:v>137.32038239775201</c:v>
                </c:pt>
                <c:pt idx="1119">
                  <c:v>136.29460737368899</c:v>
                </c:pt>
                <c:pt idx="1120">
                  <c:v>136.45388657603399</c:v>
                </c:pt>
                <c:pt idx="1121">
                  <c:v>136.99791918107201</c:v>
                </c:pt>
                <c:pt idx="1122">
                  <c:v>135.778625538645</c:v>
                </c:pt>
                <c:pt idx="1123">
                  <c:v>135.34774018421899</c:v>
                </c:pt>
                <c:pt idx="1124">
                  <c:v>135.77545949690199</c:v>
                </c:pt>
                <c:pt idx="1125">
                  <c:v>137.06179545820299</c:v>
                </c:pt>
                <c:pt idx="1126">
                  <c:v>136.39630342289499</c:v>
                </c:pt>
                <c:pt idx="1127">
                  <c:v>135.784582197405</c:v>
                </c:pt>
                <c:pt idx="1128">
                  <c:v>135.30475131013901</c:v>
                </c:pt>
                <c:pt idx="1129">
                  <c:v>135.15006100276199</c:v>
                </c:pt>
                <c:pt idx="1130">
                  <c:v>135.79197845662199</c:v>
                </c:pt>
                <c:pt idx="1131">
                  <c:v>132.98289031453299</c:v>
                </c:pt>
                <c:pt idx="1132">
                  <c:v>132.38631744380399</c:v>
                </c:pt>
                <c:pt idx="1133">
                  <c:v>133.31558113449699</c:v>
                </c:pt>
                <c:pt idx="1134">
                  <c:v>131.69951498430299</c:v>
                </c:pt>
                <c:pt idx="1135">
                  <c:v>132.21848489520201</c:v>
                </c:pt>
                <c:pt idx="1136">
                  <c:v>132.893215776359</c:v>
                </c:pt>
                <c:pt idx="1137">
                  <c:v>131.694590910063</c:v>
                </c:pt>
                <c:pt idx="1138">
                  <c:v>131.55406969993399</c:v>
                </c:pt>
                <c:pt idx="1139">
                  <c:v>130.48162824469</c:v>
                </c:pt>
                <c:pt idx="1140">
                  <c:v>129.68384273757701</c:v>
                </c:pt>
                <c:pt idx="1141">
                  <c:v>132.70552331894999</c:v>
                </c:pt>
                <c:pt idx="1142">
                  <c:v>133.213107417202</c:v>
                </c:pt>
                <c:pt idx="1143">
                  <c:v>132.433285978859</c:v>
                </c:pt>
                <c:pt idx="1144">
                  <c:v>131.355851203567</c:v>
                </c:pt>
                <c:pt idx="1145">
                  <c:v>129.96061368619601</c:v>
                </c:pt>
                <c:pt idx="1146">
                  <c:v>127.825327506506</c:v>
                </c:pt>
                <c:pt idx="1147">
                  <c:v>125.982406499791</c:v>
                </c:pt>
                <c:pt idx="1148">
                  <c:v>125.373039239622</c:v>
                </c:pt>
                <c:pt idx="1149">
                  <c:v>126.39624000343601</c:v>
                </c:pt>
                <c:pt idx="1150">
                  <c:v>126.578106337032</c:v>
                </c:pt>
                <c:pt idx="1151">
                  <c:v>124.76204545874501</c:v>
                </c:pt>
                <c:pt idx="1152">
                  <c:v>122.202810512065</c:v>
                </c:pt>
                <c:pt idx="1153">
                  <c:v>122.531657767429</c:v>
                </c:pt>
                <c:pt idx="1154">
                  <c:v>125.64535114435699</c:v>
                </c:pt>
                <c:pt idx="1155">
                  <c:v>125.056524968178</c:v>
                </c:pt>
                <c:pt idx="1156">
                  <c:v>121.90234983500901</c:v>
                </c:pt>
                <c:pt idx="1157">
                  <c:v>117.80735300173799</c:v>
                </c:pt>
                <c:pt idx="1158">
                  <c:v>117.72509826296501</c:v>
                </c:pt>
                <c:pt idx="1159">
                  <c:v>116.70649515210501</c:v>
                </c:pt>
                <c:pt idx="1160">
                  <c:v>116.86594212092901</c:v>
                </c:pt>
                <c:pt idx="1161">
                  <c:v>115.498568750104</c:v>
                </c:pt>
                <c:pt idx="1162">
                  <c:v>115.861738959029</c:v>
                </c:pt>
                <c:pt idx="1163">
                  <c:v>112.26753717702</c:v>
                </c:pt>
                <c:pt idx="1164">
                  <c:v>108.930075897291</c:v>
                </c:pt>
                <c:pt idx="1165">
                  <c:v>105.89755332015901</c:v>
                </c:pt>
                <c:pt idx="1166">
                  <c:v>103.988637432133</c:v>
                </c:pt>
                <c:pt idx="1167">
                  <c:v>109.084887210586</c:v>
                </c:pt>
                <c:pt idx="1168">
                  <c:v>109.784943090734</c:v>
                </c:pt>
                <c:pt idx="1169">
                  <c:v>111.3011628962</c:v>
                </c:pt>
                <c:pt idx="1170">
                  <c:v>116.66045573117999</c:v>
                </c:pt>
                <c:pt idx="1171">
                  <c:v>116.920096879616</c:v>
                </c:pt>
                <c:pt idx="1172">
                  <c:v>117.796023551234</c:v>
                </c:pt>
                <c:pt idx="1173">
                  <c:v>115.802020743527</c:v>
                </c:pt>
                <c:pt idx="1174">
                  <c:v>113.415323701623</c:v>
                </c:pt>
                <c:pt idx="1175">
                  <c:v>110.609980459081</c:v>
                </c:pt>
                <c:pt idx="1176">
                  <c:v>113.530341935466</c:v>
                </c:pt>
                <c:pt idx="1177">
                  <c:v>115.015865568015</c:v>
                </c:pt>
                <c:pt idx="1178">
                  <c:v>118.84159936496</c:v>
                </c:pt>
                <c:pt idx="1179">
                  <c:v>119.344270923254</c:v>
                </c:pt>
                <c:pt idx="1180">
                  <c:v>119.055929001754</c:v>
                </c:pt>
                <c:pt idx="1181">
                  <c:v>116.939551185844</c:v>
                </c:pt>
                <c:pt idx="1182">
                  <c:v>120.32580103220999</c:v>
                </c:pt>
                <c:pt idx="1183">
                  <c:v>121.573751622831</c:v>
                </c:pt>
                <c:pt idx="1184">
                  <c:v>121.21762311593</c:v>
                </c:pt>
                <c:pt idx="1185">
                  <c:v>123.227244741607</c:v>
                </c:pt>
                <c:pt idx="1186">
                  <c:v>122.156169247783</c:v>
                </c:pt>
                <c:pt idx="1187">
                  <c:v>123.00436612942499</c:v>
                </c:pt>
                <c:pt idx="1188">
                  <c:v>124.552512893722</c:v>
                </c:pt>
                <c:pt idx="1189">
                  <c:v>121.70822833796601</c:v>
                </c:pt>
                <c:pt idx="1190">
                  <c:v>122.864347118697</c:v>
                </c:pt>
                <c:pt idx="1191">
                  <c:v>121.20080760047399</c:v>
                </c:pt>
                <c:pt idx="1192">
                  <c:v>119.846204968824</c:v>
                </c:pt>
                <c:pt idx="1193">
                  <c:v>119.86640480392801</c:v>
                </c:pt>
                <c:pt idx="1194">
                  <c:v>120.129038254083</c:v>
                </c:pt>
                <c:pt idx="1195">
                  <c:v>116.300270311921</c:v>
                </c:pt>
                <c:pt idx="1196">
                  <c:v>117.36521716589201</c:v>
                </c:pt>
                <c:pt idx="1197">
                  <c:v>116.739510235835</c:v>
                </c:pt>
                <c:pt idx="1198">
                  <c:v>116.826816953497</c:v>
                </c:pt>
                <c:pt idx="1199">
                  <c:v>118.59349092531301</c:v>
                </c:pt>
                <c:pt idx="1200">
                  <c:v>118.63264120010901</c:v>
                </c:pt>
                <c:pt idx="1201">
                  <c:v>118.757132211805</c:v>
                </c:pt>
                <c:pt idx="1202">
                  <c:v>116.705877054883</c:v>
                </c:pt>
                <c:pt idx="1203">
                  <c:v>117.48424779352</c:v>
                </c:pt>
                <c:pt idx="1204">
                  <c:v>117.434776882165</c:v>
                </c:pt>
                <c:pt idx="1205">
                  <c:v>114.382097748665</c:v>
                </c:pt>
                <c:pt idx="1206">
                  <c:v>114.49290106472201</c:v>
                </c:pt>
                <c:pt idx="1207">
                  <c:v>111.72870478623599</c:v>
                </c:pt>
                <c:pt idx="1208">
                  <c:v>111.184284358905</c:v>
                </c:pt>
                <c:pt idx="1209">
                  <c:v>110.70756233173501</c:v>
                </c:pt>
                <c:pt idx="1210">
                  <c:v>108.84460714728399</c:v>
                </c:pt>
                <c:pt idx="1211">
                  <c:v>110.534632925556</c:v>
                </c:pt>
                <c:pt idx="1212">
                  <c:v>112.342910742301</c:v>
                </c:pt>
                <c:pt idx="1213">
                  <c:v>110.75586386745501</c:v>
                </c:pt>
                <c:pt idx="1214">
                  <c:v>109.774374319552</c:v>
                </c:pt>
                <c:pt idx="1215">
                  <c:v>112.683062796451</c:v>
                </c:pt>
                <c:pt idx="1216">
                  <c:v>111.252849344873</c:v>
                </c:pt>
                <c:pt idx="1217">
                  <c:v>110.71819060083</c:v>
                </c:pt>
                <c:pt idx="1218">
                  <c:v>109.14546885270001</c:v>
                </c:pt>
                <c:pt idx="1219">
                  <c:v>107.870128680907</c:v>
                </c:pt>
                <c:pt idx="1220">
                  <c:v>109.50412823443401</c:v>
                </c:pt>
                <c:pt idx="1221">
                  <c:v>107.233654662364</c:v>
                </c:pt>
                <c:pt idx="1222">
                  <c:v>108.981383141083</c:v>
                </c:pt>
                <c:pt idx="1223">
                  <c:v>111.238288377648</c:v>
                </c:pt>
                <c:pt idx="1224">
                  <c:v>111.844335144399</c:v>
                </c:pt>
                <c:pt idx="1225">
                  <c:v>113.847317292432</c:v>
                </c:pt>
                <c:pt idx="1226">
                  <c:v>112.017807963037</c:v>
                </c:pt>
                <c:pt idx="1227">
                  <c:v>112.387823123159</c:v>
                </c:pt>
                <c:pt idx="1228">
                  <c:v>113.303978334928</c:v>
                </c:pt>
                <c:pt idx="1229">
                  <c:v>115.233761420665</c:v>
                </c:pt>
                <c:pt idx="1230">
                  <c:v>113.678175014339</c:v>
                </c:pt>
                <c:pt idx="1231">
                  <c:v>114.257169020281</c:v>
                </c:pt>
                <c:pt idx="1232">
                  <c:v>112.57110641550599</c:v>
                </c:pt>
                <c:pt idx="1233">
                  <c:v>113.40071687905601</c:v>
                </c:pt>
                <c:pt idx="1234">
                  <c:v>111.074064006043</c:v>
                </c:pt>
                <c:pt idx="1235">
                  <c:v>111.29594558630799</c:v>
                </c:pt>
                <c:pt idx="1236">
                  <c:v>111.970446213979</c:v>
                </c:pt>
                <c:pt idx="1237">
                  <c:v>110.670003107337</c:v>
                </c:pt>
                <c:pt idx="1238">
                  <c:v>111.398293272092</c:v>
                </c:pt>
                <c:pt idx="1239">
                  <c:v>109.794420998362</c:v>
                </c:pt>
                <c:pt idx="1240">
                  <c:v>110.495450770123</c:v>
                </c:pt>
                <c:pt idx="1241">
                  <c:v>110.933003122985</c:v>
                </c:pt>
                <c:pt idx="1242">
                  <c:v>109.563579713518</c:v>
                </c:pt>
                <c:pt idx="1243">
                  <c:v>107.566408611325</c:v>
                </c:pt>
                <c:pt idx="1244">
                  <c:v>106.66974309615701</c:v>
                </c:pt>
                <c:pt idx="1245">
                  <c:v>106.362087545911</c:v>
                </c:pt>
                <c:pt idx="1246">
                  <c:v>106.747545689459</c:v>
                </c:pt>
                <c:pt idx="1247">
                  <c:v>107.802171878122</c:v>
                </c:pt>
                <c:pt idx="1248">
                  <c:v>108.979829569572</c:v>
                </c:pt>
                <c:pt idx="1249">
                  <c:v>107.82417200146401</c:v>
                </c:pt>
                <c:pt idx="1250">
                  <c:v>107.894343308988</c:v>
                </c:pt>
                <c:pt idx="1251">
                  <c:v>108.75167577596901</c:v>
                </c:pt>
                <c:pt idx="1252">
                  <c:v>108.591785160195</c:v>
                </c:pt>
                <c:pt idx="1253">
                  <c:v>108.364337861089</c:v>
                </c:pt>
                <c:pt idx="1254">
                  <c:v>107.159027974246</c:v>
                </c:pt>
                <c:pt idx="1255">
                  <c:v>105.84961054641499</c:v>
                </c:pt>
                <c:pt idx="1256">
                  <c:v>108.096102056167</c:v>
                </c:pt>
                <c:pt idx="1257">
                  <c:v>107.54158205542799</c:v>
                </c:pt>
                <c:pt idx="1258">
                  <c:v>106.868806160106</c:v>
                </c:pt>
                <c:pt idx="1259">
                  <c:v>106.829271676872</c:v>
                </c:pt>
                <c:pt idx="1260">
                  <c:v>107.781876548177</c:v>
                </c:pt>
                <c:pt idx="1261">
                  <c:v>106.81608818724899</c:v>
                </c:pt>
                <c:pt idx="1262">
                  <c:v>107.68429870809599</c:v>
                </c:pt>
                <c:pt idx="1263">
                  <c:v>106.766791359197</c:v>
                </c:pt>
                <c:pt idx="1264">
                  <c:v>107.980060905682</c:v>
                </c:pt>
                <c:pt idx="1265">
                  <c:v>108.098267749314</c:v>
                </c:pt>
                <c:pt idx="1266">
                  <c:v>107.61891494756</c:v>
                </c:pt>
                <c:pt idx="1267">
                  <c:v>106.763105920632</c:v>
                </c:pt>
                <c:pt idx="1268">
                  <c:v>108.06444361055399</c:v>
                </c:pt>
                <c:pt idx="1269">
                  <c:v>107.26407712593701</c:v>
                </c:pt>
                <c:pt idx="1270">
                  <c:v>107.155264068585</c:v>
                </c:pt>
                <c:pt idx="1271">
                  <c:v>106.722199413743</c:v>
                </c:pt>
                <c:pt idx="1272">
                  <c:v>107.969192292244</c:v>
                </c:pt>
                <c:pt idx="1273">
                  <c:v>108.309951752999</c:v>
                </c:pt>
                <c:pt idx="1274">
                  <c:v>108.020808625225</c:v>
                </c:pt>
                <c:pt idx="1275">
                  <c:v>108.03301497997199</c:v>
                </c:pt>
                <c:pt idx="1276">
                  <c:v>106.852516740141</c:v>
                </c:pt>
                <c:pt idx="1277">
                  <c:v>107.468440011209</c:v>
                </c:pt>
                <c:pt idx="1278">
                  <c:v>107.563455221531</c:v>
                </c:pt>
                <c:pt idx="1279">
                  <c:v>110.133188495816</c:v>
                </c:pt>
                <c:pt idx="1280">
                  <c:v>109.754958692247</c:v>
                </c:pt>
                <c:pt idx="1281">
                  <c:v>110.97217301161299</c:v>
                </c:pt>
                <c:pt idx="1282">
                  <c:v>109.51013973898699</c:v>
                </c:pt>
                <c:pt idx="1283">
                  <c:v>108.63166377196001</c:v>
                </c:pt>
                <c:pt idx="1284">
                  <c:v>109.75050212870001</c:v>
                </c:pt>
                <c:pt idx="1285">
                  <c:v>109.857592612975</c:v>
                </c:pt>
                <c:pt idx="1286">
                  <c:v>109.559197583036</c:v>
                </c:pt>
                <c:pt idx="1287">
                  <c:v>109.618477214224</c:v>
                </c:pt>
                <c:pt idx="1288">
                  <c:v>108.61509153166899</c:v>
                </c:pt>
                <c:pt idx="1289">
                  <c:v>109.09458833096301</c:v>
                </c:pt>
                <c:pt idx="1290">
                  <c:v>108.984823748754</c:v>
                </c:pt>
                <c:pt idx="1291">
                  <c:v>107.56782538585701</c:v>
                </c:pt>
                <c:pt idx="1292">
                  <c:v>106.99705541445501</c:v>
                </c:pt>
                <c:pt idx="1293">
                  <c:v>107.609290129312</c:v>
                </c:pt>
                <c:pt idx="1294">
                  <c:v>105.54201826457999</c:v>
                </c:pt>
                <c:pt idx="1295">
                  <c:v>103.94038265054699</c:v>
                </c:pt>
                <c:pt idx="1296">
                  <c:v>104.74725159070501</c:v>
                </c:pt>
                <c:pt idx="1297">
                  <c:v>104.914628733066</c:v>
                </c:pt>
                <c:pt idx="1298">
                  <c:v>103.386014338804</c:v>
                </c:pt>
                <c:pt idx="1299">
                  <c:v>105.08284389441</c:v>
                </c:pt>
                <c:pt idx="1300">
                  <c:v>105.070625021548</c:v>
                </c:pt>
                <c:pt idx="1301">
                  <c:v>104.38570418463</c:v>
                </c:pt>
                <c:pt idx="1302">
                  <c:v>103.734021424856</c:v>
                </c:pt>
                <c:pt idx="1303">
                  <c:v>103.190881688446</c:v>
                </c:pt>
                <c:pt idx="1304">
                  <c:v>102.511657830936</c:v>
                </c:pt>
                <c:pt idx="1305">
                  <c:v>103.162797477884</c:v>
                </c:pt>
                <c:pt idx="1306">
                  <c:v>102.048256784355</c:v>
                </c:pt>
                <c:pt idx="1307">
                  <c:v>101.297473653038</c:v>
                </c:pt>
                <c:pt idx="1308">
                  <c:v>101.240756418842</c:v>
                </c:pt>
                <c:pt idx="1309">
                  <c:v>102.867178759612</c:v>
                </c:pt>
                <c:pt idx="1310">
                  <c:v>103.907576363899</c:v>
                </c:pt>
                <c:pt idx="1311">
                  <c:v>103.272242346513</c:v>
                </c:pt>
                <c:pt idx="1312">
                  <c:v>102.494413974945</c:v>
                </c:pt>
                <c:pt idx="1313">
                  <c:v>103.595429734063</c:v>
                </c:pt>
                <c:pt idx="1314">
                  <c:v>101.73462925197001</c:v>
                </c:pt>
                <c:pt idx="1315">
                  <c:v>102.582652957284</c:v>
                </c:pt>
                <c:pt idx="1316">
                  <c:v>101.893814106901</c:v>
                </c:pt>
                <c:pt idx="1317">
                  <c:v>102.564998577689</c:v>
                </c:pt>
                <c:pt idx="1318">
                  <c:v>102.662231812633</c:v>
                </c:pt>
                <c:pt idx="1319">
                  <c:v>102.025824122343</c:v>
                </c:pt>
                <c:pt idx="1320">
                  <c:v>100.69589758673099</c:v>
                </c:pt>
                <c:pt idx="1321">
                  <c:v>101.050659410623</c:v>
                </c:pt>
                <c:pt idx="1322">
                  <c:v>100.404694977321</c:v>
                </c:pt>
                <c:pt idx="1323">
                  <c:v>101.004486882384</c:v>
                </c:pt>
                <c:pt idx="1324">
                  <c:v>98.934993560861798</c:v>
                </c:pt>
                <c:pt idx="1325">
                  <c:v>98.703965975098996</c:v>
                </c:pt>
                <c:pt idx="1326">
                  <c:v>99.1083992383235</c:v>
                </c:pt>
                <c:pt idx="1327">
                  <c:v>101.923510915188</c:v>
                </c:pt>
                <c:pt idx="1328">
                  <c:v>102.34450689575</c:v>
                </c:pt>
                <c:pt idx="1329">
                  <c:v>105.43953771522</c:v>
                </c:pt>
                <c:pt idx="1330">
                  <c:v>105.696814510018</c:v>
                </c:pt>
                <c:pt idx="1331">
                  <c:v>106.706550947626</c:v>
                </c:pt>
                <c:pt idx="1332">
                  <c:v>106.621356224457</c:v>
                </c:pt>
                <c:pt idx="1333">
                  <c:v>108.093264095439</c:v>
                </c:pt>
                <c:pt idx="1334">
                  <c:v>105.34811424376601</c:v>
                </c:pt>
                <c:pt idx="1335">
                  <c:v>106.567131483539</c:v>
                </c:pt>
                <c:pt idx="1336">
                  <c:v>105.951440922719</c:v>
                </c:pt>
                <c:pt idx="1337">
                  <c:v>106.08693227945599</c:v>
                </c:pt>
                <c:pt idx="1338">
                  <c:v>106.083115251104</c:v>
                </c:pt>
                <c:pt idx="1339">
                  <c:v>104.95890860605699</c:v>
                </c:pt>
                <c:pt idx="1340">
                  <c:v>106.218180303192</c:v>
                </c:pt>
                <c:pt idx="1341">
                  <c:v>107.669741284658</c:v>
                </c:pt>
                <c:pt idx="1342">
                  <c:v>106.89164817242499</c:v>
                </c:pt>
                <c:pt idx="1343">
                  <c:v>107.2200764306</c:v>
                </c:pt>
                <c:pt idx="1344">
                  <c:v>106.85390100961899</c:v>
                </c:pt>
                <c:pt idx="1345">
                  <c:v>107.34256877301399</c:v>
                </c:pt>
                <c:pt idx="1346">
                  <c:v>106.135081329773</c:v>
                </c:pt>
                <c:pt idx="1347">
                  <c:v>106.99333081612301</c:v>
                </c:pt>
                <c:pt idx="1348">
                  <c:v>106.919285981328</c:v>
                </c:pt>
                <c:pt idx="1349">
                  <c:v>108.26510005518099</c:v>
                </c:pt>
                <c:pt idx="1350">
                  <c:v>108.789726409274</c:v>
                </c:pt>
                <c:pt idx="1351">
                  <c:v>107.184337049684</c:v>
                </c:pt>
                <c:pt idx="1352">
                  <c:v>108.479861433385</c:v>
                </c:pt>
                <c:pt idx="1353">
                  <c:v>108.177284887065</c:v>
                </c:pt>
                <c:pt idx="1354">
                  <c:v>109.705599902229</c:v>
                </c:pt>
                <c:pt idx="1355">
                  <c:v>110.182454256135</c:v>
                </c:pt>
                <c:pt idx="1356">
                  <c:v>109.280595365477</c:v>
                </c:pt>
                <c:pt idx="1357">
                  <c:v>108.275259428404</c:v>
                </c:pt>
                <c:pt idx="1358">
                  <c:v>109.73617001277501</c:v>
                </c:pt>
                <c:pt idx="1359">
                  <c:v>109.97612359479101</c:v>
                </c:pt>
                <c:pt idx="1360">
                  <c:v>109.944727142378</c:v>
                </c:pt>
                <c:pt idx="1361">
                  <c:v>109.80728276027</c:v>
                </c:pt>
                <c:pt idx="1362">
                  <c:v>111.10367636009001</c:v>
                </c:pt>
                <c:pt idx="1363">
                  <c:v>110.828582395295</c:v>
                </c:pt>
                <c:pt idx="1364">
                  <c:v>111.148935391124</c:v>
                </c:pt>
                <c:pt idx="1365">
                  <c:v>110.68688013105999</c:v>
                </c:pt>
                <c:pt idx="1366">
                  <c:v>109.946990996262</c:v>
                </c:pt>
                <c:pt idx="1367">
                  <c:v>110.801763351296</c:v>
                </c:pt>
                <c:pt idx="1368">
                  <c:v>111.696995156073</c:v>
                </c:pt>
                <c:pt idx="1369">
                  <c:v>111.53124812757</c:v>
                </c:pt>
                <c:pt idx="1370">
                  <c:v>111.42382440444401</c:v>
                </c:pt>
                <c:pt idx="1371">
                  <c:v>112.37912362748401</c:v>
                </c:pt>
                <c:pt idx="1372">
                  <c:v>112.65264076672101</c:v>
                </c:pt>
                <c:pt idx="1373">
                  <c:v>110.92182271795301</c:v>
                </c:pt>
                <c:pt idx="1374">
                  <c:v>111.002957601715</c:v>
                </c:pt>
                <c:pt idx="1375">
                  <c:v>111.661847916573</c:v>
                </c:pt>
                <c:pt idx="1376">
                  <c:v>112.38330067138</c:v>
                </c:pt>
                <c:pt idx="1377">
                  <c:v>112.867446254745</c:v>
                </c:pt>
                <c:pt idx="1378">
                  <c:v>114.45435240133099</c:v>
                </c:pt>
                <c:pt idx="1379">
                  <c:v>113.994969956261</c:v>
                </c:pt>
                <c:pt idx="1380">
                  <c:v>113.414477201647</c:v>
                </c:pt>
                <c:pt idx="1381">
                  <c:v>115.17095828037201</c:v>
                </c:pt>
                <c:pt idx="1382">
                  <c:v>114.89710641603899</c:v>
                </c:pt>
                <c:pt idx="1383">
                  <c:v>115.59221797037399</c:v>
                </c:pt>
                <c:pt idx="1384">
                  <c:v>116.985242293654</c:v>
                </c:pt>
                <c:pt idx="1385">
                  <c:v>117.097054988441</c:v>
                </c:pt>
                <c:pt idx="1386">
                  <c:v>116.459096941456</c:v>
                </c:pt>
                <c:pt idx="1387">
                  <c:v>115.556908649711</c:v>
                </c:pt>
                <c:pt idx="1388">
                  <c:v>116.24584341270401</c:v>
                </c:pt>
                <c:pt idx="1389">
                  <c:v>118.17973581479001</c:v>
                </c:pt>
                <c:pt idx="1390">
                  <c:v>118.442688849416</c:v>
                </c:pt>
                <c:pt idx="1391">
                  <c:v>118.06926465645201</c:v>
                </c:pt>
                <c:pt idx="1392">
                  <c:v>120.162968855157</c:v>
                </c:pt>
                <c:pt idx="1393">
                  <c:v>120.03114574123001</c:v>
                </c:pt>
                <c:pt idx="1394">
                  <c:v>119.772828549621</c:v>
                </c:pt>
                <c:pt idx="1395">
                  <c:v>117.843519653939</c:v>
                </c:pt>
                <c:pt idx="1396">
                  <c:v>117.86483272901199</c:v>
                </c:pt>
                <c:pt idx="1397">
                  <c:v>116.869615402275</c:v>
                </c:pt>
                <c:pt idx="1398">
                  <c:v>117.039712267261</c:v>
                </c:pt>
                <c:pt idx="1399">
                  <c:v>116.62926222101601</c:v>
                </c:pt>
                <c:pt idx="1400">
                  <c:v>117.669845037477</c:v>
                </c:pt>
                <c:pt idx="1401">
                  <c:v>116.936512088767</c:v>
                </c:pt>
                <c:pt idx="1402">
                  <c:v>116.63849251764201</c:v>
                </c:pt>
                <c:pt idx="1403">
                  <c:v>117.479628589642</c:v>
                </c:pt>
                <c:pt idx="1404">
                  <c:v>118.44281562148799</c:v>
                </c:pt>
                <c:pt idx="1405">
                  <c:v>117.885508599369</c:v>
                </c:pt>
                <c:pt idx="1406">
                  <c:v>119.033298633851</c:v>
                </c:pt>
                <c:pt idx="1407">
                  <c:v>119.155602403518</c:v>
                </c:pt>
                <c:pt idx="1408">
                  <c:v>118.65246507425699</c:v>
                </c:pt>
                <c:pt idx="1409">
                  <c:v>117.602194889533</c:v>
                </c:pt>
                <c:pt idx="1410">
                  <c:v>118.228165338042</c:v>
                </c:pt>
                <c:pt idx="1411">
                  <c:v>118.39344487844301</c:v>
                </c:pt>
                <c:pt idx="1412">
                  <c:v>117.50929036591199</c:v>
                </c:pt>
                <c:pt idx="1413">
                  <c:v>116.544952372046</c:v>
                </c:pt>
                <c:pt idx="1414">
                  <c:v>116.00269985842699</c:v>
                </c:pt>
                <c:pt idx="1415">
                  <c:v>117.781039200717</c:v>
                </c:pt>
                <c:pt idx="1416">
                  <c:v>117.29082572403399</c:v>
                </c:pt>
                <c:pt idx="1417">
                  <c:v>118.11058869311699</c:v>
                </c:pt>
                <c:pt idx="1418">
                  <c:v>118.494167619211</c:v>
                </c:pt>
                <c:pt idx="1419">
                  <c:v>117.91942298440701</c:v>
                </c:pt>
                <c:pt idx="1420">
                  <c:v>119.36719171429699</c:v>
                </c:pt>
                <c:pt idx="1421">
                  <c:v>118.85950957493399</c:v>
                </c:pt>
                <c:pt idx="1422">
                  <c:v>118.50495001765699</c:v>
                </c:pt>
                <c:pt idx="1423">
                  <c:v>118.003540879189</c:v>
                </c:pt>
                <c:pt idx="1424">
                  <c:v>117.531988782304</c:v>
                </c:pt>
                <c:pt idx="1425">
                  <c:v>116.529992974216</c:v>
                </c:pt>
                <c:pt idx="1426">
                  <c:v>116.651584316323</c:v>
                </c:pt>
                <c:pt idx="1427">
                  <c:v>115.185622315693</c:v>
                </c:pt>
                <c:pt idx="1428">
                  <c:v>115.57875383046201</c:v>
                </c:pt>
                <c:pt idx="1429">
                  <c:v>116.246066908503</c:v>
                </c:pt>
                <c:pt idx="1430">
                  <c:v>116.843352920233</c:v>
                </c:pt>
                <c:pt idx="1431">
                  <c:v>116.902228952407</c:v>
                </c:pt>
                <c:pt idx="1432">
                  <c:v>117.624423314319</c:v>
                </c:pt>
                <c:pt idx="1433">
                  <c:v>116.925546361201</c:v>
                </c:pt>
                <c:pt idx="1434">
                  <c:v>117.517712130774</c:v>
                </c:pt>
                <c:pt idx="1435">
                  <c:v>117.622980632123</c:v>
                </c:pt>
                <c:pt idx="1436">
                  <c:v>118.18832340104601</c:v>
                </c:pt>
                <c:pt idx="1437">
                  <c:v>118.314287010689</c:v>
                </c:pt>
                <c:pt idx="1438">
                  <c:v>118.221641532259</c:v>
                </c:pt>
                <c:pt idx="1439">
                  <c:v>118.35476402946399</c:v>
                </c:pt>
                <c:pt idx="1440">
                  <c:v>116.793041304564</c:v>
                </c:pt>
                <c:pt idx="1441">
                  <c:v>116.64566854832201</c:v>
                </c:pt>
                <c:pt idx="1442">
                  <c:v>116.91741147873999</c:v>
                </c:pt>
                <c:pt idx="1443">
                  <c:v>116.5252597922</c:v>
                </c:pt>
                <c:pt idx="1444">
                  <c:v>117.116908809607</c:v>
                </c:pt>
                <c:pt idx="1445">
                  <c:v>117.733999483891</c:v>
                </c:pt>
                <c:pt idx="1446">
                  <c:v>118.710888085655</c:v>
                </c:pt>
                <c:pt idx="1447">
                  <c:v>118.518684468844</c:v>
                </c:pt>
                <c:pt idx="1448">
                  <c:v>118.44396641877501</c:v>
                </c:pt>
                <c:pt idx="1449">
                  <c:v>117.878471889753</c:v>
                </c:pt>
                <c:pt idx="1450">
                  <c:v>118.623143059782</c:v>
                </c:pt>
                <c:pt idx="1451">
                  <c:v>117.76270257270301</c:v>
                </c:pt>
                <c:pt idx="1452">
                  <c:v>116.667404875196</c:v>
                </c:pt>
                <c:pt idx="1453">
                  <c:v>117.098717484121</c:v>
                </c:pt>
                <c:pt idx="1454">
                  <c:v>117.58847421228</c:v>
                </c:pt>
                <c:pt idx="1455">
                  <c:v>117.94253563066199</c:v>
                </c:pt>
                <c:pt idx="1456">
                  <c:v>119.286170618874</c:v>
                </c:pt>
                <c:pt idx="1457">
                  <c:v>119.19021561237101</c:v>
                </c:pt>
                <c:pt idx="1458">
                  <c:v>120.72152088258299</c:v>
                </c:pt>
                <c:pt idx="1459">
                  <c:v>120.537736666764</c:v>
                </c:pt>
                <c:pt idx="1460">
                  <c:v>119.042554404814</c:v>
                </c:pt>
                <c:pt idx="1461">
                  <c:v>120.211029849303</c:v>
                </c:pt>
                <c:pt idx="1462">
                  <c:v>117.57739512822801</c:v>
                </c:pt>
                <c:pt idx="1463">
                  <c:v>116.54617056360701</c:v>
                </c:pt>
                <c:pt idx="1464">
                  <c:v>115.601190034514</c:v>
                </c:pt>
                <c:pt idx="1465">
                  <c:v>116.949528933645</c:v>
                </c:pt>
                <c:pt idx="1466">
                  <c:v>115.445879911693</c:v>
                </c:pt>
                <c:pt idx="1467">
                  <c:v>118.021120839617</c:v>
                </c:pt>
                <c:pt idx="1468">
                  <c:v>118.54770352235199</c:v>
                </c:pt>
                <c:pt idx="1469">
                  <c:v>119.892604762395</c:v>
                </c:pt>
                <c:pt idx="1470">
                  <c:v>120.575160268323</c:v>
                </c:pt>
                <c:pt idx="1471">
                  <c:v>121.253766670204</c:v>
                </c:pt>
                <c:pt idx="1472">
                  <c:v>120.55400451354799</c:v>
                </c:pt>
                <c:pt idx="1473">
                  <c:v>121.729695588342</c:v>
                </c:pt>
                <c:pt idx="1474">
                  <c:v>121.73143076743401</c:v>
                </c:pt>
                <c:pt idx="1475">
                  <c:v>122.979116690818</c:v>
                </c:pt>
                <c:pt idx="1476">
                  <c:v>123.385895646206</c:v>
                </c:pt>
                <c:pt idx="1477">
                  <c:v>123.122557177991</c:v>
                </c:pt>
                <c:pt idx="1478">
                  <c:v>123.379136818136</c:v>
                </c:pt>
                <c:pt idx="1479">
                  <c:v>121.64006947230401</c:v>
                </c:pt>
                <c:pt idx="1480">
                  <c:v>122.17418322597101</c:v>
                </c:pt>
                <c:pt idx="1481">
                  <c:v>122.60211858015001</c:v>
                </c:pt>
                <c:pt idx="1482">
                  <c:v>120.709773014451</c:v>
                </c:pt>
                <c:pt idx="1483">
                  <c:v>120.285901158022</c:v>
                </c:pt>
                <c:pt idx="1484">
                  <c:v>119.940328300063</c:v>
                </c:pt>
                <c:pt idx="1485">
                  <c:v>119.645686487102</c:v>
                </c:pt>
                <c:pt idx="1486">
                  <c:v>121.660002029143</c:v>
                </c:pt>
                <c:pt idx="1487">
                  <c:v>122.311340818917</c:v>
                </c:pt>
                <c:pt idx="1488">
                  <c:v>122.23677097618101</c:v>
                </c:pt>
                <c:pt idx="1489">
                  <c:v>122.44880412693099</c:v>
                </c:pt>
                <c:pt idx="1490">
                  <c:v>123.755326716616</c:v>
                </c:pt>
                <c:pt idx="1491">
                  <c:v>123.43437274798799</c:v>
                </c:pt>
                <c:pt idx="1492">
                  <c:v>123.76257376733</c:v>
                </c:pt>
                <c:pt idx="1493">
                  <c:v>124.817720585245</c:v>
                </c:pt>
                <c:pt idx="1494">
                  <c:v>123.50689203061</c:v>
                </c:pt>
                <c:pt idx="1495">
                  <c:v>122.02589508473299</c:v>
                </c:pt>
                <c:pt idx="1496">
                  <c:v>121.637284378744</c:v>
                </c:pt>
                <c:pt idx="1497">
                  <c:v>123.579166113669</c:v>
                </c:pt>
                <c:pt idx="1498">
                  <c:v>123.800480161523</c:v>
                </c:pt>
                <c:pt idx="1499">
                  <c:v>122.02499200859999</c:v>
                </c:pt>
                <c:pt idx="1500">
                  <c:v>121.049019923218</c:v>
                </c:pt>
                <c:pt idx="1501">
                  <c:v>119.108744367535</c:v>
                </c:pt>
                <c:pt idx="1502">
                  <c:v>120.45294703047701</c:v>
                </c:pt>
                <c:pt idx="1503">
                  <c:v>119.738338750213</c:v>
                </c:pt>
                <c:pt idx="1504">
                  <c:v>120.26817656602999</c:v>
                </c:pt>
                <c:pt idx="1505">
                  <c:v>122.933273837719</c:v>
                </c:pt>
                <c:pt idx="1506">
                  <c:v>122.841376823522</c:v>
                </c:pt>
                <c:pt idx="1507">
                  <c:v>123.671959307112</c:v>
                </c:pt>
                <c:pt idx="1508">
                  <c:v>123.82587318897301</c:v>
                </c:pt>
                <c:pt idx="1509">
                  <c:v>125.77329608536201</c:v>
                </c:pt>
                <c:pt idx="1510">
                  <c:v>125.29978787794801</c:v>
                </c:pt>
                <c:pt idx="1511">
                  <c:v>124.670644055548</c:v>
                </c:pt>
                <c:pt idx="1512">
                  <c:v>124.96469366955699</c:v>
                </c:pt>
                <c:pt idx="1513">
                  <c:v>123.772916757148</c:v>
                </c:pt>
                <c:pt idx="1514">
                  <c:v>124.69178444070501</c:v>
                </c:pt>
                <c:pt idx="1515">
                  <c:v>122.56163916535201</c:v>
                </c:pt>
                <c:pt idx="1516">
                  <c:v>122.387783946719</c:v>
                </c:pt>
                <c:pt idx="1517">
                  <c:v>124.289551692925</c:v>
                </c:pt>
                <c:pt idx="1518">
                  <c:v>124.721268828858</c:v>
                </c:pt>
                <c:pt idx="1519">
                  <c:v>123.98780410235599</c:v>
                </c:pt>
                <c:pt idx="1520">
                  <c:v>124.43204455852801</c:v>
                </c:pt>
                <c:pt idx="1521">
                  <c:v>124.928333418804</c:v>
                </c:pt>
                <c:pt idx="1522">
                  <c:v>126.76336691854399</c:v>
                </c:pt>
                <c:pt idx="1523">
                  <c:v>126.761049863997</c:v>
                </c:pt>
                <c:pt idx="1524">
                  <c:v>127.028596729993</c:v>
                </c:pt>
                <c:pt idx="1525">
                  <c:v>127.78493203652</c:v>
                </c:pt>
                <c:pt idx="1526">
                  <c:v>127.668629465363</c:v>
                </c:pt>
                <c:pt idx="1527">
                  <c:v>127.71736573530799</c:v>
                </c:pt>
                <c:pt idx="1528">
                  <c:v>129.704204671848</c:v>
                </c:pt>
                <c:pt idx="1529">
                  <c:v>129.808608364419</c:v>
                </c:pt>
                <c:pt idx="1530">
                  <c:v>129.72433539170001</c:v>
                </c:pt>
                <c:pt idx="1531">
                  <c:v>129.23425522424401</c:v>
                </c:pt>
                <c:pt idx="1532">
                  <c:v>131.142586415485</c:v>
                </c:pt>
                <c:pt idx="1533">
                  <c:v>131.85395847980601</c:v>
                </c:pt>
                <c:pt idx="1534">
                  <c:v>132.15251800620501</c:v>
                </c:pt>
                <c:pt idx="1535">
                  <c:v>133.24967608584299</c:v>
                </c:pt>
                <c:pt idx="1536">
                  <c:v>132.429984745165</c:v>
                </c:pt>
                <c:pt idx="1537">
                  <c:v>133.279863594902</c:v>
                </c:pt>
                <c:pt idx="1538">
                  <c:v>132.90533126350701</c:v>
                </c:pt>
                <c:pt idx="1539">
                  <c:v>134.469431367883</c:v>
                </c:pt>
                <c:pt idx="1540">
                  <c:v>133.76926752195899</c:v>
                </c:pt>
                <c:pt idx="1541">
                  <c:v>135.56291477599001</c:v>
                </c:pt>
                <c:pt idx="1542">
                  <c:v>135.288209258828</c:v>
                </c:pt>
                <c:pt idx="1543">
                  <c:v>136.18658220914301</c:v>
                </c:pt>
                <c:pt idx="1544">
                  <c:v>135.87321785994101</c:v>
                </c:pt>
                <c:pt idx="1545">
                  <c:v>135.599848902302</c:v>
                </c:pt>
                <c:pt idx="1546">
                  <c:v>137.34736575424401</c:v>
                </c:pt>
                <c:pt idx="1547">
                  <c:v>135.61176928501999</c:v>
                </c:pt>
                <c:pt idx="1548">
                  <c:v>133.23102109487499</c:v>
                </c:pt>
                <c:pt idx="1549">
                  <c:v>133.209729526388</c:v>
                </c:pt>
                <c:pt idx="1550">
                  <c:v>133.248606400911</c:v>
                </c:pt>
                <c:pt idx="1551">
                  <c:v>133.85961364286999</c:v>
                </c:pt>
                <c:pt idx="1552">
                  <c:v>134.072715456781</c:v>
                </c:pt>
                <c:pt idx="1553">
                  <c:v>131.698064485119</c:v>
                </c:pt>
                <c:pt idx="1554">
                  <c:v>131.29516385005701</c:v>
                </c:pt>
                <c:pt idx="1555">
                  <c:v>133.89029885030001</c:v>
                </c:pt>
                <c:pt idx="1556">
                  <c:v>133.57867108102101</c:v>
                </c:pt>
                <c:pt idx="1557">
                  <c:v>133.96256243838801</c:v>
                </c:pt>
                <c:pt idx="1558">
                  <c:v>135.64796968409601</c:v>
                </c:pt>
                <c:pt idx="1559">
                  <c:v>135.01799141692101</c:v>
                </c:pt>
                <c:pt idx="1560">
                  <c:v>134.468031583818</c:v>
                </c:pt>
                <c:pt idx="1561">
                  <c:v>136.35165319832299</c:v>
                </c:pt>
                <c:pt idx="1562">
                  <c:v>135.64317931481801</c:v>
                </c:pt>
                <c:pt idx="1563">
                  <c:v>134.71600382173099</c:v>
                </c:pt>
                <c:pt idx="1564">
                  <c:v>134.11121658840599</c:v>
                </c:pt>
                <c:pt idx="1565">
                  <c:v>133.11963115410501</c:v>
                </c:pt>
                <c:pt idx="1566">
                  <c:v>132.71128228911499</c:v>
                </c:pt>
                <c:pt idx="1567">
                  <c:v>133.623684504859</c:v>
                </c:pt>
                <c:pt idx="1568">
                  <c:v>133.99618605495999</c:v>
                </c:pt>
                <c:pt idx="1569">
                  <c:v>134.01759649393099</c:v>
                </c:pt>
                <c:pt idx="1570">
                  <c:v>135.866857243552</c:v>
                </c:pt>
                <c:pt idx="1571">
                  <c:v>134.81586352358099</c:v>
                </c:pt>
                <c:pt idx="1572">
                  <c:v>134.92676881363499</c:v>
                </c:pt>
                <c:pt idx="1573">
                  <c:v>135.65609089872899</c:v>
                </c:pt>
                <c:pt idx="1574">
                  <c:v>136.002285980566</c:v>
                </c:pt>
                <c:pt idx="1575">
                  <c:v>135.11341740208999</c:v>
                </c:pt>
                <c:pt idx="1576">
                  <c:v>134.238979152442</c:v>
                </c:pt>
                <c:pt idx="1577">
                  <c:v>132.41630138209899</c:v>
                </c:pt>
                <c:pt idx="1578">
                  <c:v>130.792473881425</c:v>
                </c:pt>
                <c:pt idx="1579">
                  <c:v>133.12024757281799</c:v>
                </c:pt>
                <c:pt idx="1580">
                  <c:v>131.10563797257001</c:v>
                </c:pt>
                <c:pt idx="1581">
                  <c:v>131.598552175116</c:v>
                </c:pt>
                <c:pt idx="1582">
                  <c:v>134.045564230964</c:v>
                </c:pt>
                <c:pt idx="1583">
                  <c:v>133.67191263018401</c:v>
                </c:pt>
                <c:pt idx="1584">
                  <c:v>132.13671131105201</c:v>
                </c:pt>
                <c:pt idx="1585">
                  <c:v>130.15422232273701</c:v>
                </c:pt>
                <c:pt idx="1586">
                  <c:v>130.144129406166</c:v>
                </c:pt>
                <c:pt idx="1587">
                  <c:v>130.46288931458199</c:v>
                </c:pt>
                <c:pt idx="1588">
                  <c:v>133.86392232675701</c:v>
                </c:pt>
                <c:pt idx="1589">
                  <c:v>133.54704497097899</c:v>
                </c:pt>
                <c:pt idx="1590">
                  <c:v>135.498380655473</c:v>
                </c:pt>
                <c:pt idx="1591">
                  <c:v>136.22368633976299</c:v>
                </c:pt>
                <c:pt idx="1592">
                  <c:v>136.00384722374099</c:v>
                </c:pt>
                <c:pt idx="1593">
                  <c:v>137.11052273295499</c:v>
                </c:pt>
                <c:pt idx="1594">
                  <c:v>139.121075022729</c:v>
                </c:pt>
                <c:pt idx="1595">
                  <c:v>140.35968777165101</c:v>
                </c:pt>
                <c:pt idx="1596">
                  <c:v>139.37131874379401</c:v>
                </c:pt>
                <c:pt idx="1597">
                  <c:v>138.04007163338099</c:v>
                </c:pt>
                <c:pt idx="1598">
                  <c:v>138.28410312233299</c:v>
                </c:pt>
                <c:pt idx="1599">
                  <c:v>138.84446671577999</c:v>
                </c:pt>
                <c:pt idx="1600">
                  <c:v>136.302638232421</c:v>
                </c:pt>
                <c:pt idx="1601">
                  <c:v>135.20790446027399</c:v>
                </c:pt>
                <c:pt idx="1602">
                  <c:v>133.976805307408</c:v>
                </c:pt>
                <c:pt idx="1603">
                  <c:v>134.46329484883401</c:v>
                </c:pt>
                <c:pt idx="1604">
                  <c:v>135.09768901228699</c:v>
                </c:pt>
                <c:pt idx="1605">
                  <c:v>131.92746164812101</c:v>
                </c:pt>
                <c:pt idx="1606">
                  <c:v>133.30311957759099</c:v>
                </c:pt>
                <c:pt idx="1607">
                  <c:v>136.50951861585901</c:v>
                </c:pt>
                <c:pt idx="1608">
                  <c:v>136.79147845705799</c:v>
                </c:pt>
                <c:pt idx="1609">
                  <c:v>135.823507321758</c:v>
                </c:pt>
                <c:pt idx="1610">
                  <c:v>135.35995695040299</c:v>
                </c:pt>
                <c:pt idx="1611">
                  <c:v>132.940946976741</c:v>
                </c:pt>
                <c:pt idx="1612">
                  <c:v>130.82222360847399</c:v>
                </c:pt>
                <c:pt idx="1613">
                  <c:v>128.87826230939001</c:v>
                </c:pt>
                <c:pt idx="1614">
                  <c:v>129.93167335537399</c:v>
                </c:pt>
                <c:pt idx="1615">
                  <c:v>130.770603675769</c:v>
                </c:pt>
                <c:pt idx="1616">
                  <c:v>131.09239989003601</c:v>
                </c:pt>
                <c:pt idx="1617">
                  <c:v>129.753286070413</c:v>
                </c:pt>
                <c:pt idx="1618">
                  <c:v>128.10964210746999</c:v>
                </c:pt>
                <c:pt idx="1619">
                  <c:v>126.498944161374</c:v>
                </c:pt>
                <c:pt idx="1620">
                  <c:v>128.83721043964201</c:v>
                </c:pt>
                <c:pt idx="1621">
                  <c:v>128.805554752364</c:v>
                </c:pt>
                <c:pt idx="1622">
                  <c:v>128.95041680870801</c:v>
                </c:pt>
                <c:pt idx="1623">
                  <c:v>128.19685608895901</c:v>
                </c:pt>
                <c:pt idx="1624">
                  <c:v>126.448414348113</c:v>
                </c:pt>
                <c:pt idx="1625">
                  <c:v>127.84223807167101</c:v>
                </c:pt>
                <c:pt idx="1626">
                  <c:v>128.062620017554</c:v>
                </c:pt>
                <c:pt idx="1627">
                  <c:v>128.014342714789</c:v>
                </c:pt>
                <c:pt idx="1628">
                  <c:v>128.95628341792801</c:v>
                </c:pt>
                <c:pt idx="1629">
                  <c:v>129.745977389616</c:v>
                </c:pt>
                <c:pt idx="1630">
                  <c:v>132.72245446709701</c:v>
                </c:pt>
                <c:pt idx="1631">
                  <c:v>133.30068051687701</c:v>
                </c:pt>
                <c:pt idx="1632">
                  <c:v>134.15001950560699</c:v>
                </c:pt>
                <c:pt idx="1633">
                  <c:v>134.25926616953299</c:v>
                </c:pt>
                <c:pt idx="1634">
                  <c:v>134.58255436942301</c:v>
                </c:pt>
                <c:pt idx="1635">
                  <c:v>134.16865675113999</c:v>
                </c:pt>
                <c:pt idx="1636">
                  <c:v>132.409928939276</c:v>
                </c:pt>
                <c:pt idx="1637">
                  <c:v>133.940657620384</c:v>
                </c:pt>
                <c:pt idx="1638">
                  <c:v>137.38186570215899</c:v>
                </c:pt>
                <c:pt idx="1639">
                  <c:v>137.585287081297</c:v>
                </c:pt>
                <c:pt idx="1640">
                  <c:v>135.41510140691699</c:v>
                </c:pt>
                <c:pt idx="1641">
                  <c:v>136.14252809696001</c:v>
                </c:pt>
                <c:pt idx="1642">
                  <c:v>133.98865291279699</c:v>
                </c:pt>
                <c:pt idx="1643">
                  <c:v>135.192700085745</c:v>
                </c:pt>
                <c:pt idx="1644">
                  <c:v>135.356208700477</c:v>
                </c:pt>
                <c:pt idx="1645">
                  <c:v>134.49189403324499</c:v>
                </c:pt>
                <c:pt idx="1646">
                  <c:v>134.508510942463</c:v>
                </c:pt>
                <c:pt idx="1647">
                  <c:v>133.618844103562</c:v>
                </c:pt>
                <c:pt idx="1648">
                  <c:v>134.914715790521</c:v>
                </c:pt>
                <c:pt idx="1649">
                  <c:v>137.29637334670599</c:v>
                </c:pt>
                <c:pt idx="1650">
                  <c:v>136.647164516374</c:v>
                </c:pt>
                <c:pt idx="1651">
                  <c:v>136.56085435659901</c:v>
                </c:pt>
                <c:pt idx="1652">
                  <c:v>136.357694909141</c:v>
                </c:pt>
                <c:pt idx="1653">
                  <c:v>136.82284753197499</c:v>
                </c:pt>
                <c:pt idx="1654">
                  <c:v>137.84808448922701</c:v>
                </c:pt>
                <c:pt idx="1655">
                  <c:v>135.551779703352</c:v>
                </c:pt>
                <c:pt idx="1656">
                  <c:v>134.511455141852</c:v>
                </c:pt>
                <c:pt idx="1657">
                  <c:v>132.629050012508</c:v>
                </c:pt>
                <c:pt idx="1658">
                  <c:v>133.024700960838</c:v>
                </c:pt>
                <c:pt idx="1659">
                  <c:v>131.13396090094801</c:v>
                </c:pt>
                <c:pt idx="1660">
                  <c:v>131.73506129339199</c:v>
                </c:pt>
                <c:pt idx="1661">
                  <c:v>131.21587423429099</c:v>
                </c:pt>
                <c:pt idx="1662">
                  <c:v>131.05829043625201</c:v>
                </c:pt>
                <c:pt idx="1663">
                  <c:v>129.448716040851</c:v>
                </c:pt>
                <c:pt idx="1664">
                  <c:v>129.226635690943</c:v>
                </c:pt>
                <c:pt idx="1665">
                  <c:v>127.037867602109</c:v>
                </c:pt>
                <c:pt idx="1666">
                  <c:v>126.137411333218</c:v>
                </c:pt>
                <c:pt idx="1667">
                  <c:v>128.149794715973</c:v>
                </c:pt>
                <c:pt idx="1668">
                  <c:v>125.183591773554</c:v>
                </c:pt>
                <c:pt idx="1669">
                  <c:v>125.991269875683</c:v>
                </c:pt>
                <c:pt idx="1670">
                  <c:v>123.865611503981</c:v>
                </c:pt>
                <c:pt idx="1671">
                  <c:v>123.155268049019</c:v>
                </c:pt>
                <c:pt idx="1672">
                  <c:v>125.187018930365</c:v>
                </c:pt>
                <c:pt idx="1673">
                  <c:v>125.237507560143</c:v>
                </c:pt>
                <c:pt idx="1674">
                  <c:v>126.875487314624</c:v>
                </c:pt>
                <c:pt idx="1675">
                  <c:v>127.36807451254001</c:v>
                </c:pt>
                <c:pt idx="1676">
                  <c:v>127.94872093954601</c:v>
                </c:pt>
                <c:pt idx="1677">
                  <c:v>125.61563547784399</c:v>
                </c:pt>
                <c:pt idx="1678">
                  <c:v>125.151478223694</c:v>
                </c:pt>
                <c:pt idx="1679">
                  <c:v>122.49710374418299</c:v>
                </c:pt>
                <c:pt idx="1680">
                  <c:v>119.79208761072501</c:v>
                </c:pt>
                <c:pt idx="1681">
                  <c:v>119.656199361514</c:v>
                </c:pt>
                <c:pt idx="1682">
                  <c:v>121.91303545199</c:v>
                </c:pt>
                <c:pt idx="1683">
                  <c:v>119.341564230819</c:v>
                </c:pt>
                <c:pt idx="1684">
                  <c:v>117.38528188916101</c:v>
                </c:pt>
                <c:pt idx="1685">
                  <c:v>117.616479600556</c:v>
                </c:pt>
                <c:pt idx="1686">
                  <c:v>119.627080739966</c:v>
                </c:pt>
                <c:pt idx="1687">
                  <c:v>120.796952019553</c:v>
                </c:pt>
                <c:pt idx="1688">
                  <c:v>122.822209614679</c:v>
                </c:pt>
                <c:pt idx="1689">
                  <c:v>122.432683198917</c:v>
                </c:pt>
                <c:pt idx="1690">
                  <c:v>123.055850504814</c:v>
                </c:pt>
                <c:pt idx="1691">
                  <c:v>123.19349240159499</c:v>
                </c:pt>
                <c:pt idx="1692">
                  <c:v>122.820082716925</c:v>
                </c:pt>
                <c:pt idx="1693">
                  <c:v>124.305308682549</c:v>
                </c:pt>
                <c:pt idx="1694">
                  <c:v>124.16553516693</c:v>
                </c:pt>
                <c:pt idx="1695">
                  <c:v>124.82131999980101</c:v>
                </c:pt>
                <c:pt idx="1696">
                  <c:v>123.019542931204</c:v>
                </c:pt>
                <c:pt idx="1697">
                  <c:v>123.165017001818</c:v>
                </c:pt>
                <c:pt idx="1698">
                  <c:v>124.249248143095</c:v>
                </c:pt>
                <c:pt idx="1699">
                  <c:v>126.117679534236</c:v>
                </c:pt>
                <c:pt idx="1700">
                  <c:v>124.38649158563599</c:v>
                </c:pt>
                <c:pt idx="1701">
                  <c:v>124.976581866329</c:v>
                </c:pt>
                <c:pt idx="1702">
                  <c:v>124.638765657909</c:v>
                </c:pt>
                <c:pt idx="1703">
                  <c:v>126.109762390846</c:v>
                </c:pt>
                <c:pt idx="1704">
                  <c:v>127.58241992276101</c:v>
                </c:pt>
                <c:pt idx="1705">
                  <c:v>128.25724472787201</c:v>
                </c:pt>
                <c:pt idx="1706">
                  <c:v>129.05371961486699</c:v>
                </c:pt>
                <c:pt idx="1707">
                  <c:v>127.47014704123799</c:v>
                </c:pt>
                <c:pt idx="1708">
                  <c:v>127.927875021983</c:v>
                </c:pt>
                <c:pt idx="1709">
                  <c:v>128.572548629903</c:v>
                </c:pt>
                <c:pt idx="1710">
                  <c:v>128.291284678122</c:v>
                </c:pt>
                <c:pt idx="1711">
                  <c:v>130.03756659201099</c:v>
                </c:pt>
                <c:pt idx="1712">
                  <c:v>128.376905039989</c:v>
                </c:pt>
                <c:pt idx="1713">
                  <c:v>127.684820404492</c:v>
                </c:pt>
                <c:pt idx="1714">
                  <c:v>128.231182357026</c:v>
                </c:pt>
                <c:pt idx="1715">
                  <c:v>127.660356130765</c:v>
                </c:pt>
                <c:pt idx="1716">
                  <c:v>128.998300007463</c:v>
                </c:pt>
                <c:pt idx="1717">
                  <c:v>129.105182390625</c:v>
                </c:pt>
                <c:pt idx="1718">
                  <c:v>129.81527556920599</c:v>
                </c:pt>
                <c:pt idx="1719">
                  <c:v>131.81921053353</c:v>
                </c:pt>
                <c:pt idx="1720">
                  <c:v>132.13094423983</c:v>
                </c:pt>
                <c:pt idx="1721">
                  <c:v>132.34344303453801</c:v>
                </c:pt>
                <c:pt idx="1722">
                  <c:v>133.90293616521001</c:v>
                </c:pt>
                <c:pt idx="1723">
                  <c:v>132.67762144810999</c:v>
                </c:pt>
                <c:pt idx="1724">
                  <c:v>131.83344733664501</c:v>
                </c:pt>
                <c:pt idx="1725">
                  <c:v>131.74679066951401</c:v>
                </c:pt>
                <c:pt idx="1726">
                  <c:v>131.232157418062</c:v>
                </c:pt>
                <c:pt idx="1727">
                  <c:v>129.67026728124699</c:v>
                </c:pt>
                <c:pt idx="1728">
                  <c:v>129.774774768443</c:v>
                </c:pt>
                <c:pt idx="1729">
                  <c:v>130.221226040266</c:v>
                </c:pt>
                <c:pt idx="1730">
                  <c:v>130.23890920383801</c:v>
                </c:pt>
                <c:pt idx="1731">
                  <c:v>129.150864540405</c:v>
                </c:pt>
                <c:pt idx="1732">
                  <c:v>129.56706944712101</c:v>
                </c:pt>
                <c:pt idx="1733">
                  <c:v>130.80958642986201</c:v>
                </c:pt>
                <c:pt idx="1734">
                  <c:v>129.76291982747799</c:v>
                </c:pt>
                <c:pt idx="1735">
                  <c:v>130.04694255429601</c:v>
                </c:pt>
                <c:pt idx="1736">
                  <c:v>131.49389504094799</c:v>
                </c:pt>
                <c:pt idx="1737">
                  <c:v>132.090711834876</c:v>
                </c:pt>
                <c:pt idx="1738">
                  <c:v>131.34491610783201</c:v>
                </c:pt>
                <c:pt idx="1739">
                  <c:v>132.01284045867399</c:v>
                </c:pt>
                <c:pt idx="1740">
                  <c:v>131.85734595272299</c:v>
                </c:pt>
                <c:pt idx="1741">
                  <c:v>131.80468714847501</c:v>
                </c:pt>
                <c:pt idx="1742">
                  <c:v>133.224799258269</c:v>
                </c:pt>
                <c:pt idx="1743">
                  <c:v>135.08354483587701</c:v>
                </c:pt>
                <c:pt idx="1744">
                  <c:v>135.384768982162</c:v>
                </c:pt>
                <c:pt idx="1745">
                  <c:v>134.94031645933401</c:v>
                </c:pt>
                <c:pt idx="1746">
                  <c:v>134.699503813105</c:v>
                </c:pt>
                <c:pt idx="1747">
                  <c:v>135.16852395068301</c:v>
                </c:pt>
                <c:pt idx="1748">
                  <c:v>136.617811557397</c:v>
                </c:pt>
                <c:pt idx="1749">
                  <c:v>138.16714462928499</c:v>
                </c:pt>
                <c:pt idx="1750">
                  <c:v>137.12011134958101</c:v>
                </c:pt>
                <c:pt idx="1751">
                  <c:v>136.26070658912801</c:v>
                </c:pt>
                <c:pt idx="1752">
                  <c:v>137.73080507557501</c:v>
                </c:pt>
                <c:pt idx="1753">
                  <c:v>138.07910838113901</c:v>
                </c:pt>
                <c:pt idx="1754">
                  <c:v>137.152112246603</c:v>
                </c:pt>
                <c:pt idx="1755">
                  <c:v>138.966679666895</c:v>
                </c:pt>
                <c:pt idx="1756">
                  <c:v>139.283051487226</c:v>
                </c:pt>
                <c:pt idx="1757">
                  <c:v>140.354481203256</c:v>
                </c:pt>
                <c:pt idx="1758">
                  <c:v>140.76897554611401</c:v>
                </c:pt>
                <c:pt idx="1759">
                  <c:v>140.486284296158</c:v>
                </c:pt>
                <c:pt idx="1760">
                  <c:v>140.37517731490999</c:v>
                </c:pt>
                <c:pt idx="1761">
                  <c:v>141.01610070485799</c:v>
                </c:pt>
                <c:pt idx="1762">
                  <c:v>140.118906281633</c:v>
                </c:pt>
                <c:pt idx="1763">
                  <c:v>140.762594589955</c:v>
                </c:pt>
                <c:pt idx="1764">
                  <c:v>140.57305598938899</c:v>
                </c:pt>
                <c:pt idx="1765">
                  <c:v>138.353614342805</c:v>
                </c:pt>
                <c:pt idx="1766">
                  <c:v>139.01108774664701</c:v>
                </c:pt>
                <c:pt idx="1767">
                  <c:v>139.913485640544</c:v>
                </c:pt>
                <c:pt idx="1768">
                  <c:v>139.312013715983</c:v>
                </c:pt>
                <c:pt idx="1769">
                  <c:v>141.14485735507401</c:v>
                </c:pt>
                <c:pt idx="1770">
                  <c:v>141.09632540513101</c:v>
                </c:pt>
                <c:pt idx="1771">
                  <c:v>141.526922866962</c:v>
                </c:pt>
                <c:pt idx="1772">
                  <c:v>140.53101109677101</c:v>
                </c:pt>
                <c:pt idx="1773">
                  <c:v>140.432877455518</c:v>
                </c:pt>
                <c:pt idx="1774">
                  <c:v>141.10962557600999</c:v>
                </c:pt>
                <c:pt idx="1775">
                  <c:v>142.50243682301399</c:v>
                </c:pt>
                <c:pt idx="1776">
                  <c:v>142.626459269647</c:v>
                </c:pt>
                <c:pt idx="1777">
                  <c:v>142.77624975060201</c:v>
                </c:pt>
                <c:pt idx="1778">
                  <c:v>141.58150389119601</c:v>
                </c:pt>
                <c:pt idx="1779">
                  <c:v>142.88106477103699</c:v>
                </c:pt>
                <c:pt idx="1780">
                  <c:v>143.025810571249</c:v>
                </c:pt>
                <c:pt idx="1781">
                  <c:v>142.70312671022299</c:v>
                </c:pt>
                <c:pt idx="1782">
                  <c:v>142.55453556401599</c:v>
                </c:pt>
                <c:pt idx="1783">
                  <c:v>140.11570101791301</c:v>
                </c:pt>
                <c:pt idx="1784">
                  <c:v>138.51070861204099</c:v>
                </c:pt>
                <c:pt idx="1785">
                  <c:v>137.88976590874799</c:v>
                </c:pt>
                <c:pt idx="1786">
                  <c:v>138.683780392476</c:v>
                </c:pt>
                <c:pt idx="1787">
                  <c:v>138.38986963617899</c:v>
                </c:pt>
                <c:pt idx="1788">
                  <c:v>139.06718151107799</c:v>
                </c:pt>
                <c:pt idx="1789">
                  <c:v>138.333143829666</c:v>
                </c:pt>
                <c:pt idx="1790">
                  <c:v>139.57535325891899</c:v>
                </c:pt>
                <c:pt idx="1791">
                  <c:v>139.03711162763</c:v>
                </c:pt>
                <c:pt idx="1792">
                  <c:v>140.48308744286601</c:v>
                </c:pt>
                <c:pt idx="1793">
                  <c:v>142.142858756077</c:v>
                </c:pt>
                <c:pt idx="1794">
                  <c:v>140.96338642585499</c:v>
                </c:pt>
                <c:pt idx="1795">
                  <c:v>138.38382357181399</c:v>
                </c:pt>
                <c:pt idx="1796">
                  <c:v>137.74751981489601</c:v>
                </c:pt>
                <c:pt idx="1797">
                  <c:v>136.774797719086</c:v>
                </c:pt>
                <c:pt idx="1798">
                  <c:v>137.09409337819699</c:v>
                </c:pt>
                <c:pt idx="1799">
                  <c:v>138.41729425493</c:v>
                </c:pt>
                <c:pt idx="1800">
                  <c:v>138.93361158245801</c:v>
                </c:pt>
                <c:pt idx="1801">
                  <c:v>138.337044079393</c:v>
                </c:pt>
                <c:pt idx="1802">
                  <c:v>140.02392400363601</c:v>
                </c:pt>
                <c:pt idx="1803">
                  <c:v>141.29402479070501</c:v>
                </c:pt>
                <c:pt idx="1804">
                  <c:v>142.28487106919701</c:v>
                </c:pt>
                <c:pt idx="1805">
                  <c:v>142.29787520000301</c:v>
                </c:pt>
                <c:pt idx="1806">
                  <c:v>143.752692063193</c:v>
                </c:pt>
                <c:pt idx="1807">
                  <c:v>143.12424819156399</c:v>
                </c:pt>
                <c:pt idx="1808">
                  <c:v>143.69306826887501</c:v>
                </c:pt>
                <c:pt idx="1809">
                  <c:v>142.366357888522</c:v>
                </c:pt>
                <c:pt idx="1810">
                  <c:v>143.49910999304899</c:v>
                </c:pt>
                <c:pt idx="1811">
                  <c:v>144.71320840702501</c:v>
                </c:pt>
                <c:pt idx="1812">
                  <c:v>145.461828489591</c:v>
                </c:pt>
                <c:pt idx="1813">
                  <c:v>145.44265501921501</c:v>
                </c:pt>
                <c:pt idx="1814">
                  <c:v>146.92076513075901</c:v>
                </c:pt>
                <c:pt idx="1815">
                  <c:v>145.439559125204</c:v>
                </c:pt>
                <c:pt idx="1816">
                  <c:v>146.20233744428299</c:v>
                </c:pt>
                <c:pt idx="1817">
                  <c:v>144.17201065923601</c:v>
                </c:pt>
                <c:pt idx="1818">
                  <c:v>145.335505306486</c:v>
                </c:pt>
                <c:pt idx="1819">
                  <c:v>147.634873074627</c:v>
                </c:pt>
                <c:pt idx="1820">
                  <c:v>150.174190406192</c:v>
                </c:pt>
                <c:pt idx="1821">
                  <c:v>148.78665285726501</c:v>
                </c:pt>
                <c:pt idx="1822">
                  <c:v>148.220722000329</c:v>
                </c:pt>
                <c:pt idx="1823">
                  <c:v>148.945404976216</c:v>
                </c:pt>
                <c:pt idx="1824">
                  <c:v>149.72409872015601</c:v>
                </c:pt>
                <c:pt idx="1825">
                  <c:v>151.54581821146601</c:v>
                </c:pt>
                <c:pt idx="1826">
                  <c:v>151.645056864304</c:v>
                </c:pt>
                <c:pt idx="1827">
                  <c:v>150.860270974016</c:v>
                </c:pt>
                <c:pt idx="1828">
                  <c:v>148.45041633840501</c:v>
                </c:pt>
                <c:pt idx="1829">
                  <c:v>147.516684319181</c:v>
                </c:pt>
                <c:pt idx="1830">
                  <c:v>147.38506984445499</c:v>
                </c:pt>
                <c:pt idx="1831">
                  <c:v>148.17724488091901</c:v>
                </c:pt>
                <c:pt idx="1832">
                  <c:v>147.32810024538401</c:v>
                </c:pt>
                <c:pt idx="1833">
                  <c:v>146.49771218590701</c:v>
                </c:pt>
                <c:pt idx="1834">
                  <c:v>147.58259326501599</c:v>
                </c:pt>
                <c:pt idx="1835">
                  <c:v>148.02409208987501</c:v>
                </c:pt>
                <c:pt idx="1836">
                  <c:v>147.251350232589</c:v>
                </c:pt>
                <c:pt idx="1837">
                  <c:v>146.080511832365</c:v>
                </c:pt>
                <c:pt idx="1838">
                  <c:v>145.418495052141</c:v>
                </c:pt>
                <c:pt idx="1839">
                  <c:v>145.544900306279</c:v>
                </c:pt>
                <c:pt idx="1840">
                  <c:v>145.76389358954401</c:v>
                </c:pt>
                <c:pt idx="1841">
                  <c:v>144.10393210992299</c:v>
                </c:pt>
                <c:pt idx="1842">
                  <c:v>146.28416049842599</c:v>
                </c:pt>
                <c:pt idx="1843">
                  <c:v>146.74533169721599</c:v>
                </c:pt>
                <c:pt idx="1844">
                  <c:v>147.31363814143501</c:v>
                </c:pt>
                <c:pt idx="1845">
                  <c:v>147.50408007857399</c:v>
                </c:pt>
                <c:pt idx="1846">
                  <c:v>147.66393321675599</c:v>
                </c:pt>
                <c:pt idx="1847">
                  <c:v>148.48466047019701</c:v>
                </c:pt>
                <c:pt idx="1848">
                  <c:v>149.23867028568799</c:v>
                </c:pt>
                <c:pt idx="1849">
                  <c:v>147.46651549723501</c:v>
                </c:pt>
                <c:pt idx="1850">
                  <c:v>147.607011430559</c:v>
                </c:pt>
                <c:pt idx="1851">
                  <c:v>147.791817855506</c:v>
                </c:pt>
                <c:pt idx="1852">
                  <c:v>145.217575227027</c:v>
                </c:pt>
                <c:pt idx="1853">
                  <c:v>143.14588047772801</c:v>
                </c:pt>
                <c:pt idx="1854">
                  <c:v>139.558477218382</c:v>
                </c:pt>
                <c:pt idx="1855">
                  <c:v>140.35968377654299</c:v>
                </c:pt>
                <c:pt idx="1856">
                  <c:v>142.15209626744999</c:v>
                </c:pt>
                <c:pt idx="1857">
                  <c:v>139.859667032522</c:v>
                </c:pt>
                <c:pt idx="1858">
                  <c:v>142.797004450776</c:v>
                </c:pt>
                <c:pt idx="1859">
                  <c:v>142.34419214329299</c:v>
                </c:pt>
                <c:pt idx="1860">
                  <c:v>143.89950228515701</c:v>
                </c:pt>
                <c:pt idx="1861">
                  <c:v>142.14943022868101</c:v>
                </c:pt>
                <c:pt idx="1862">
                  <c:v>141.54489899719701</c:v>
                </c:pt>
                <c:pt idx="1863">
                  <c:v>139.613356444028</c:v>
                </c:pt>
                <c:pt idx="1864">
                  <c:v>140.99901429287701</c:v>
                </c:pt>
                <c:pt idx="1865">
                  <c:v>142.187756861835</c:v>
                </c:pt>
                <c:pt idx="1866">
                  <c:v>140.83900838744199</c:v>
                </c:pt>
                <c:pt idx="1867">
                  <c:v>142.27391991744301</c:v>
                </c:pt>
                <c:pt idx="1868">
                  <c:v>142.567570221371</c:v>
                </c:pt>
                <c:pt idx="1869">
                  <c:v>142.535215549794</c:v>
                </c:pt>
                <c:pt idx="1870">
                  <c:v>143.77027732454101</c:v>
                </c:pt>
                <c:pt idx="1871">
                  <c:v>142.21035476198799</c:v>
                </c:pt>
                <c:pt idx="1872">
                  <c:v>142.805254547462</c:v>
                </c:pt>
                <c:pt idx="1873">
                  <c:v>139.90700797199301</c:v>
                </c:pt>
                <c:pt idx="1874">
                  <c:v>138.299206885909</c:v>
                </c:pt>
                <c:pt idx="1875">
                  <c:v>139.12417637185601</c:v>
                </c:pt>
                <c:pt idx="1876">
                  <c:v>140.50461170648799</c:v>
                </c:pt>
                <c:pt idx="1877">
                  <c:v>141.54510150330799</c:v>
                </c:pt>
                <c:pt idx="1878">
                  <c:v>142.84888649983299</c:v>
                </c:pt>
                <c:pt idx="1879">
                  <c:v>142.28336239216901</c:v>
                </c:pt>
                <c:pt idx="1880">
                  <c:v>143.52238675425099</c:v>
                </c:pt>
                <c:pt idx="1881">
                  <c:v>143.838413980561</c:v>
                </c:pt>
                <c:pt idx="1882">
                  <c:v>143.814750038721</c:v>
                </c:pt>
                <c:pt idx="1883">
                  <c:v>145.01198935081001</c:v>
                </c:pt>
                <c:pt idx="1884">
                  <c:v>145.822248158088</c:v>
                </c:pt>
                <c:pt idx="1885">
                  <c:v>145.04630446748601</c:v>
                </c:pt>
                <c:pt idx="1886">
                  <c:v>146.70668252978601</c:v>
                </c:pt>
                <c:pt idx="1887">
                  <c:v>147.06050092882401</c:v>
                </c:pt>
                <c:pt idx="1888">
                  <c:v>146.46002946332499</c:v>
                </c:pt>
                <c:pt idx="1889">
                  <c:v>146.90379850113499</c:v>
                </c:pt>
                <c:pt idx="1890">
                  <c:v>146.73371360295201</c:v>
                </c:pt>
                <c:pt idx="1891">
                  <c:v>146.074639328198</c:v>
                </c:pt>
                <c:pt idx="1892">
                  <c:v>147.829909155835</c:v>
                </c:pt>
                <c:pt idx="1893">
                  <c:v>147.34552658120799</c:v>
                </c:pt>
                <c:pt idx="1894">
                  <c:v>147.76055281026399</c:v>
                </c:pt>
                <c:pt idx="1895">
                  <c:v>148.361696431967</c:v>
                </c:pt>
                <c:pt idx="1896">
                  <c:v>149.21218826935799</c:v>
                </c:pt>
                <c:pt idx="1897">
                  <c:v>150.21681701433999</c:v>
                </c:pt>
                <c:pt idx="1898">
                  <c:v>151.73001309343999</c:v>
                </c:pt>
                <c:pt idx="1899">
                  <c:v>151.63227227307499</c:v>
                </c:pt>
                <c:pt idx="1900">
                  <c:v>150.578361689112</c:v>
                </c:pt>
                <c:pt idx="1901">
                  <c:v>150.865540441029</c:v>
                </c:pt>
                <c:pt idx="1902">
                  <c:v>149.40061314878201</c:v>
                </c:pt>
                <c:pt idx="1903">
                  <c:v>148.20857712367001</c:v>
                </c:pt>
                <c:pt idx="1904">
                  <c:v>148.74185584372401</c:v>
                </c:pt>
                <c:pt idx="1905">
                  <c:v>149.464213530552</c:v>
                </c:pt>
                <c:pt idx="1906">
                  <c:v>148.768162693584</c:v>
                </c:pt>
                <c:pt idx="1907">
                  <c:v>147.91607972435099</c:v>
                </c:pt>
                <c:pt idx="1908">
                  <c:v>149.077311067246</c:v>
                </c:pt>
                <c:pt idx="1909">
                  <c:v>151.192798513649</c:v>
                </c:pt>
                <c:pt idx="1910">
                  <c:v>149.41563535248599</c:v>
                </c:pt>
                <c:pt idx="1911">
                  <c:v>150.27756163448501</c:v>
                </c:pt>
                <c:pt idx="1912">
                  <c:v>151.10215436721799</c:v>
                </c:pt>
                <c:pt idx="1913">
                  <c:v>152.04032540469501</c:v>
                </c:pt>
                <c:pt idx="1914">
                  <c:v>152.40210718999401</c:v>
                </c:pt>
                <c:pt idx="1915">
                  <c:v>152.18981639416299</c:v>
                </c:pt>
                <c:pt idx="1916">
                  <c:v>151.13889238991601</c:v>
                </c:pt>
                <c:pt idx="1917">
                  <c:v>151.471015710437</c:v>
                </c:pt>
                <c:pt idx="1918">
                  <c:v>151.01173481338</c:v>
                </c:pt>
                <c:pt idx="1919">
                  <c:v>152.60689091094201</c:v>
                </c:pt>
                <c:pt idx="1920">
                  <c:v>152.97894194414101</c:v>
                </c:pt>
                <c:pt idx="1921">
                  <c:v>151.319044670127</c:v>
                </c:pt>
                <c:pt idx="1922">
                  <c:v>153.60783351018401</c:v>
                </c:pt>
                <c:pt idx="1923">
                  <c:v>153.15544782926301</c:v>
                </c:pt>
                <c:pt idx="1924">
                  <c:v>153.358435269832</c:v>
                </c:pt>
                <c:pt idx="1925">
                  <c:v>154.124725781677</c:v>
                </c:pt>
                <c:pt idx="1926">
                  <c:v>155.79906983297599</c:v>
                </c:pt>
                <c:pt idx="1927">
                  <c:v>154.41637899407101</c:v>
                </c:pt>
                <c:pt idx="1928">
                  <c:v>154.694311715429</c:v>
                </c:pt>
                <c:pt idx="1929">
                  <c:v>155.72804477282199</c:v>
                </c:pt>
                <c:pt idx="1930">
                  <c:v>155.67141190443499</c:v>
                </c:pt>
                <c:pt idx="1931">
                  <c:v>154.791381752673</c:v>
                </c:pt>
                <c:pt idx="1932">
                  <c:v>153.300678253976</c:v>
                </c:pt>
                <c:pt idx="1933">
                  <c:v>153.46888612587699</c:v>
                </c:pt>
                <c:pt idx="1934">
                  <c:v>154.35133882834401</c:v>
                </c:pt>
                <c:pt idx="1935">
                  <c:v>155.23388822258599</c:v>
                </c:pt>
                <c:pt idx="1936">
                  <c:v>156.69695117720099</c:v>
                </c:pt>
                <c:pt idx="1937">
                  <c:v>156.292868116926</c:v>
                </c:pt>
                <c:pt idx="1938">
                  <c:v>156.25084857802801</c:v>
                </c:pt>
                <c:pt idx="1939">
                  <c:v>153.69749850585001</c:v>
                </c:pt>
                <c:pt idx="1940">
                  <c:v>152.971151836453</c:v>
                </c:pt>
                <c:pt idx="1941">
                  <c:v>152.98159888437999</c:v>
                </c:pt>
                <c:pt idx="1942">
                  <c:v>153.74710743600599</c:v>
                </c:pt>
                <c:pt idx="1943">
                  <c:v>153.99483378591</c:v>
                </c:pt>
                <c:pt idx="1944">
                  <c:v>153.47657050246499</c:v>
                </c:pt>
                <c:pt idx="1945">
                  <c:v>153.191276969206</c:v>
                </c:pt>
                <c:pt idx="1946">
                  <c:v>153.747300684089</c:v>
                </c:pt>
                <c:pt idx="1947">
                  <c:v>152.52102533930599</c:v>
                </c:pt>
                <c:pt idx="1948">
                  <c:v>153.445056952459</c:v>
                </c:pt>
                <c:pt idx="1949">
                  <c:v>153.60592364380699</c:v>
                </c:pt>
                <c:pt idx="1950">
                  <c:v>156.043745066008</c:v>
                </c:pt>
                <c:pt idx="1951">
                  <c:v>157.39822507283699</c:v>
                </c:pt>
                <c:pt idx="1952">
                  <c:v>156.31418169969899</c:v>
                </c:pt>
                <c:pt idx="1953">
                  <c:v>158.317204865348</c:v>
                </c:pt>
                <c:pt idx="1954">
                  <c:v>159.164889798686</c:v>
                </c:pt>
                <c:pt idx="1955">
                  <c:v>158.71955211456901</c:v>
                </c:pt>
                <c:pt idx="1956">
                  <c:v>161.17410913188601</c:v>
                </c:pt>
                <c:pt idx="1957">
                  <c:v>160.287691663565</c:v>
                </c:pt>
                <c:pt idx="1958">
                  <c:v>158.530013278908</c:v>
                </c:pt>
                <c:pt idx="1959">
                  <c:v>158.48153617576801</c:v>
                </c:pt>
                <c:pt idx="1960">
                  <c:v>158.92320205977401</c:v>
                </c:pt>
                <c:pt idx="1961">
                  <c:v>160.37397274934699</c:v>
                </c:pt>
                <c:pt idx="1962">
                  <c:v>160.51208511214199</c:v>
                </c:pt>
                <c:pt idx="1963">
                  <c:v>158.73507667770701</c:v>
                </c:pt>
                <c:pt idx="1964">
                  <c:v>157.93649773790801</c:v>
                </c:pt>
                <c:pt idx="1965">
                  <c:v>158.62267366948399</c:v>
                </c:pt>
                <c:pt idx="1966">
                  <c:v>158.758123600033</c:v>
                </c:pt>
                <c:pt idx="1967">
                  <c:v>159.72777179064599</c:v>
                </c:pt>
                <c:pt idx="1968">
                  <c:v>160.242130165986</c:v>
                </c:pt>
                <c:pt idx="1969">
                  <c:v>160.37599728160001</c:v>
                </c:pt>
                <c:pt idx="1970">
                  <c:v>161.839818647649</c:v>
                </c:pt>
                <c:pt idx="1971">
                  <c:v>162.242613993519</c:v>
                </c:pt>
                <c:pt idx="1972">
                  <c:v>162.895730307132</c:v>
                </c:pt>
                <c:pt idx="1973">
                  <c:v>160.21207230143199</c:v>
                </c:pt>
                <c:pt idx="1974">
                  <c:v>156.294086742459</c:v>
                </c:pt>
                <c:pt idx="1975">
                  <c:v>154.210396073878</c:v>
                </c:pt>
                <c:pt idx="1976">
                  <c:v>155.58764681741701</c:v>
                </c:pt>
                <c:pt idx="1977">
                  <c:v>153.52210581079501</c:v>
                </c:pt>
                <c:pt idx="1978">
                  <c:v>154.14197533064799</c:v>
                </c:pt>
                <c:pt idx="1979">
                  <c:v>151.54494593131301</c:v>
                </c:pt>
                <c:pt idx="1980">
                  <c:v>149.85924062505299</c:v>
                </c:pt>
                <c:pt idx="1981">
                  <c:v>152.28590522031601</c:v>
                </c:pt>
                <c:pt idx="1982">
                  <c:v>154.161388853479</c:v>
                </c:pt>
                <c:pt idx="1983">
                  <c:v>150.78599748045599</c:v>
                </c:pt>
                <c:pt idx="1984">
                  <c:v>154.165558487385</c:v>
                </c:pt>
                <c:pt idx="1985">
                  <c:v>150.638305072658</c:v>
                </c:pt>
                <c:pt idx="1986">
                  <c:v>151.69263782427799</c:v>
                </c:pt>
                <c:pt idx="1987">
                  <c:v>155.08713355029499</c:v>
                </c:pt>
                <c:pt idx="1988">
                  <c:v>154.97144720238401</c:v>
                </c:pt>
                <c:pt idx="1989">
                  <c:v>153.42540681152801</c:v>
                </c:pt>
                <c:pt idx="1990">
                  <c:v>150.94024675623601</c:v>
                </c:pt>
                <c:pt idx="1991">
                  <c:v>154.56865598527901</c:v>
                </c:pt>
                <c:pt idx="1992">
                  <c:v>157.04183722768599</c:v>
                </c:pt>
                <c:pt idx="1993">
                  <c:v>156.46284589503401</c:v>
                </c:pt>
                <c:pt idx="1994">
                  <c:v>158.60051551363901</c:v>
                </c:pt>
                <c:pt idx="1995">
                  <c:v>159.77227620486599</c:v>
                </c:pt>
                <c:pt idx="1996">
                  <c:v>158.52131992076201</c:v>
                </c:pt>
                <c:pt idx="1997">
                  <c:v>158.26462178189701</c:v>
                </c:pt>
                <c:pt idx="1998">
                  <c:v>157.634596927003</c:v>
                </c:pt>
                <c:pt idx="1999">
                  <c:v>157.14667833279901</c:v>
                </c:pt>
                <c:pt idx="2000">
                  <c:v>157.52800130696301</c:v>
                </c:pt>
                <c:pt idx="2001">
                  <c:v>157.83379244976601</c:v>
                </c:pt>
                <c:pt idx="2002">
                  <c:v>158.22934402644199</c:v>
                </c:pt>
                <c:pt idx="2003">
                  <c:v>157.853368401003</c:v>
                </c:pt>
                <c:pt idx="2004">
                  <c:v>159.38008546222699</c:v>
                </c:pt>
                <c:pt idx="2005">
                  <c:v>160.49579245233099</c:v>
                </c:pt>
                <c:pt idx="2006">
                  <c:v>160.26883941819099</c:v>
                </c:pt>
                <c:pt idx="2007">
                  <c:v>161.90302617171599</c:v>
                </c:pt>
                <c:pt idx="2008">
                  <c:v>163.82427427802699</c:v>
                </c:pt>
                <c:pt idx="2009">
                  <c:v>163.929046788774</c:v>
                </c:pt>
                <c:pt idx="2010">
                  <c:v>164.65881083730699</c:v>
                </c:pt>
                <c:pt idx="2011">
                  <c:v>161.972680162579</c:v>
                </c:pt>
                <c:pt idx="2012">
                  <c:v>162.57111045268999</c:v>
                </c:pt>
                <c:pt idx="2013">
                  <c:v>161.75687828265001</c:v>
                </c:pt>
                <c:pt idx="2014">
                  <c:v>164.912177952207</c:v>
                </c:pt>
                <c:pt idx="2015">
                  <c:v>165.21707193050801</c:v>
                </c:pt>
                <c:pt idx="2016">
                  <c:v>165.02897428084799</c:v>
                </c:pt>
                <c:pt idx="2017">
                  <c:v>165.85386336828401</c:v>
                </c:pt>
                <c:pt idx="2018">
                  <c:v>164.882021257617</c:v>
                </c:pt>
                <c:pt idx="2019">
                  <c:v>166.13758327272399</c:v>
                </c:pt>
                <c:pt idx="2020">
                  <c:v>166.55435355551</c:v>
                </c:pt>
                <c:pt idx="2021">
                  <c:v>166.77595204131899</c:v>
                </c:pt>
                <c:pt idx="2022">
                  <c:v>167.212506113534</c:v>
                </c:pt>
                <c:pt idx="2023">
                  <c:v>167.70518715732899</c:v>
                </c:pt>
                <c:pt idx="2024">
                  <c:v>167.72921806372199</c:v>
                </c:pt>
                <c:pt idx="2025">
                  <c:v>166.50546379971399</c:v>
                </c:pt>
                <c:pt idx="2026">
                  <c:v>164.78841361887601</c:v>
                </c:pt>
                <c:pt idx="2027">
                  <c:v>165.77013535463701</c:v>
                </c:pt>
                <c:pt idx="2028">
                  <c:v>166.23743931911699</c:v>
                </c:pt>
                <c:pt idx="2029">
                  <c:v>166.925054262559</c:v>
                </c:pt>
                <c:pt idx="2030">
                  <c:v>166.567499146855</c:v>
                </c:pt>
                <c:pt idx="2031">
                  <c:v>164.67800537413399</c:v>
                </c:pt>
                <c:pt idx="2032">
                  <c:v>165.20692027319501</c:v>
                </c:pt>
                <c:pt idx="2033">
                  <c:v>164.59231262351199</c:v>
                </c:pt>
                <c:pt idx="2034">
                  <c:v>164.070058282856</c:v>
                </c:pt>
                <c:pt idx="2035">
                  <c:v>167.44276064545801</c:v>
                </c:pt>
                <c:pt idx="2036">
                  <c:v>167.80326032697999</c:v>
                </c:pt>
                <c:pt idx="2037">
                  <c:v>167.12625461197601</c:v>
                </c:pt>
                <c:pt idx="2038">
                  <c:v>169.24236924791199</c:v>
                </c:pt>
                <c:pt idx="2039">
                  <c:v>169.60513034243999</c:v>
                </c:pt>
                <c:pt idx="2040">
                  <c:v>170.68957610280401</c:v>
                </c:pt>
                <c:pt idx="2041">
                  <c:v>171.06772808730801</c:v>
                </c:pt>
                <c:pt idx="2042">
                  <c:v>170.58917649183101</c:v>
                </c:pt>
                <c:pt idx="2043">
                  <c:v>171.04398031754599</c:v>
                </c:pt>
                <c:pt idx="2044">
                  <c:v>171.93592745666101</c:v>
                </c:pt>
                <c:pt idx="2045">
                  <c:v>171.29512432094899</c:v>
                </c:pt>
                <c:pt idx="2046">
                  <c:v>172.334610959733</c:v>
                </c:pt>
                <c:pt idx="2047">
                  <c:v>170.22613859583601</c:v>
                </c:pt>
                <c:pt idx="2048">
                  <c:v>170.47351846401199</c:v>
                </c:pt>
                <c:pt idx="2049">
                  <c:v>170.898367604453</c:v>
                </c:pt>
                <c:pt idx="2050">
                  <c:v>169.31456878644599</c:v>
                </c:pt>
                <c:pt idx="2051">
                  <c:v>169.976914905326</c:v>
                </c:pt>
                <c:pt idx="2052">
                  <c:v>171.723243854195</c:v>
                </c:pt>
                <c:pt idx="2053">
                  <c:v>172.39302752489399</c:v>
                </c:pt>
                <c:pt idx="2054">
                  <c:v>172.44536702909599</c:v>
                </c:pt>
                <c:pt idx="2055">
                  <c:v>172.099610973849</c:v>
                </c:pt>
                <c:pt idx="2056">
                  <c:v>170.188973800968</c:v>
                </c:pt>
                <c:pt idx="2057">
                  <c:v>169.44081987006399</c:v>
                </c:pt>
                <c:pt idx="2058">
                  <c:v>169.27334234859899</c:v>
                </c:pt>
                <c:pt idx="2059">
                  <c:v>166.34635869519599</c:v>
                </c:pt>
                <c:pt idx="2060">
                  <c:v>166.83831153641</c:v>
                </c:pt>
                <c:pt idx="2061">
                  <c:v>165.972698266999</c:v>
                </c:pt>
                <c:pt idx="2062">
                  <c:v>166.276151936101</c:v>
                </c:pt>
                <c:pt idx="2063">
                  <c:v>165.32235324643401</c:v>
                </c:pt>
                <c:pt idx="2064">
                  <c:v>167.13763108547101</c:v>
                </c:pt>
                <c:pt idx="2065">
                  <c:v>168.00245291316099</c:v>
                </c:pt>
                <c:pt idx="2066">
                  <c:v>169.73912548864999</c:v>
                </c:pt>
                <c:pt idx="2067">
                  <c:v>169.891886872025</c:v>
                </c:pt>
                <c:pt idx="2068">
                  <c:v>170.08734254474501</c:v>
                </c:pt>
                <c:pt idx="2069">
                  <c:v>171.043583663433</c:v>
                </c:pt>
                <c:pt idx="2070">
                  <c:v>170.77321390789399</c:v>
                </c:pt>
                <c:pt idx="2071">
                  <c:v>171.06471242921</c:v>
                </c:pt>
                <c:pt idx="2072">
                  <c:v>171.313223842779</c:v>
                </c:pt>
                <c:pt idx="2073">
                  <c:v>169.17977036647</c:v>
                </c:pt>
                <c:pt idx="2074">
                  <c:v>170.54504842167199</c:v>
                </c:pt>
                <c:pt idx="2075">
                  <c:v>170.86853908140901</c:v>
                </c:pt>
                <c:pt idx="2076">
                  <c:v>170.416233215875</c:v>
                </c:pt>
                <c:pt idx="2077">
                  <c:v>167.87544032506699</c:v>
                </c:pt>
                <c:pt idx="2078">
                  <c:v>166.88700008913901</c:v>
                </c:pt>
                <c:pt idx="2079">
                  <c:v>167.39317547522199</c:v>
                </c:pt>
                <c:pt idx="2080">
                  <c:v>166.34300818235701</c:v>
                </c:pt>
                <c:pt idx="2081">
                  <c:v>167.39650092804499</c:v>
                </c:pt>
                <c:pt idx="2082">
                  <c:v>168.40526569912001</c:v>
                </c:pt>
                <c:pt idx="2083">
                  <c:v>170.78411169806199</c:v>
                </c:pt>
                <c:pt idx="2084">
                  <c:v>171.61457095943601</c:v>
                </c:pt>
                <c:pt idx="2085">
                  <c:v>172.458170422081</c:v>
                </c:pt>
                <c:pt idx="2086">
                  <c:v>172.43544298836099</c:v>
                </c:pt>
                <c:pt idx="2087">
                  <c:v>170.98137800923399</c:v>
                </c:pt>
                <c:pt idx="2088">
                  <c:v>169.228487783514</c:v>
                </c:pt>
                <c:pt idx="2089">
                  <c:v>170.19589278442601</c:v>
                </c:pt>
                <c:pt idx="2090">
                  <c:v>170.78654731325699</c:v>
                </c:pt>
                <c:pt idx="2091">
                  <c:v>171.42841069329299</c:v>
                </c:pt>
                <c:pt idx="2092">
                  <c:v>171.70105071304701</c:v>
                </c:pt>
                <c:pt idx="2093">
                  <c:v>171.201430657928</c:v>
                </c:pt>
                <c:pt idx="2094">
                  <c:v>173.84037266434001</c:v>
                </c:pt>
                <c:pt idx="2095">
                  <c:v>173.54091432383001</c:v>
                </c:pt>
                <c:pt idx="2096">
                  <c:v>172.38139168033601</c:v>
                </c:pt>
                <c:pt idx="2097">
                  <c:v>173.43085514907699</c:v>
                </c:pt>
                <c:pt idx="2098">
                  <c:v>174.841461749654</c:v>
                </c:pt>
                <c:pt idx="2099">
                  <c:v>177.04750954720001</c:v>
                </c:pt>
                <c:pt idx="2100">
                  <c:v>177.130685609072</c:v>
                </c:pt>
                <c:pt idx="2101">
                  <c:v>174.25375181811401</c:v>
                </c:pt>
                <c:pt idx="2102">
                  <c:v>174.783962722658</c:v>
                </c:pt>
                <c:pt idx="2103">
                  <c:v>172.93827385281699</c:v>
                </c:pt>
                <c:pt idx="2104">
                  <c:v>173.74739724127099</c:v>
                </c:pt>
                <c:pt idx="2105">
                  <c:v>174.030538462294</c:v>
                </c:pt>
                <c:pt idx="2106">
                  <c:v>174.388625782318</c:v>
                </c:pt>
                <c:pt idx="2107">
                  <c:v>178.32915227159501</c:v>
                </c:pt>
                <c:pt idx="2108">
                  <c:v>179.68109085326401</c:v>
                </c:pt>
                <c:pt idx="2109">
                  <c:v>179.655036096152</c:v>
                </c:pt>
                <c:pt idx="2110">
                  <c:v>180.696085089333</c:v>
                </c:pt>
                <c:pt idx="2111">
                  <c:v>179.439351909968</c:v>
                </c:pt>
                <c:pt idx="2112">
                  <c:v>177.20265976345499</c:v>
                </c:pt>
                <c:pt idx="2113">
                  <c:v>176.18416188997699</c:v>
                </c:pt>
                <c:pt idx="2114">
                  <c:v>174.548747631042</c:v>
                </c:pt>
                <c:pt idx="2115">
                  <c:v>175.06949838825</c:v>
                </c:pt>
                <c:pt idx="2116">
                  <c:v>175.64315062000199</c:v>
                </c:pt>
                <c:pt idx="2117">
                  <c:v>177.937950974926</c:v>
                </c:pt>
                <c:pt idx="2118">
                  <c:v>176.80748385811199</c:v>
                </c:pt>
                <c:pt idx="2119">
                  <c:v>177.155510724837</c:v>
                </c:pt>
                <c:pt idx="2120">
                  <c:v>179.334733528665</c:v>
                </c:pt>
                <c:pt idx="2121">
                  <c:v>178.564572341017</c:v>
                </c:pt>
                <c:pt idx="2122">
                  <c:v>179.113013616605</c:v>
                </c:pt>
                <c:pt idx="2123">
                  <c:v>179.719711001343</c:v>
                </c:pt>
                <c:pt idx="2124">
                  <c:v>176.306500941222</c:v>
                </c:pt>
                <c:pt idx="2125">
                  <c:v>172.502526988162</c:v>
                </c:pt>
                <c:pt idx="2126">
                  <c:v>170.72227847871699</c:v>
                </c:pt>
                <c:pt idx="2127">
                  <c:v>170.37566774481201</c:v>
                </c:pt>
                <c:pt idx="2128">
                  <c:v>167.361379652143</c:v>
                </c:pt>
                <c:pt idx="2129">
                  <c:v>164.91388989184799</c:v>
                </c:pt>
                <c:pt idx="2130">
                  <c:v>166.00727040380701</c:v>
                </c:pt>
                <c:pt idx="2131">
                  <c:v>164.296576962676</c:v>
                </c:pt>
                <c:pt idx="2132">
                  <c:v>164.036046518045</c:v>
                </c:pt>
                <c:pt idx="2133">
                  <c:v>162.96638878550399</c:v>
                </c:pt>
                <c:pt idx="2134">
                  <c:v>166.439875724958</c:v>
                </c:pt>
                <c:pt idx="2135">
                  <c:v>167.93310908550899</c:v>
                </c:pt>
                <c:pt idx="2136">
                  <c:v>164.77501284611901</c:v>
                </c:pt>
                <c:pt idx="2137">
                  <c:v>167.56336837053499</c:v>
                </c:pt>
                <c:pt idx="2138">
                  <c:v>169.62542328001001</c:v>
                </c:pt>
                <c:pt idx="2139">
                  <c:v>170.88956998898499</c:v>
                </c:pt>
                <c:pt idx="2140">
                  <c:v>166.251117340566</c:v>
                </c:pt>
                <c:pt idx="2141">
                  <c:v>165.58829719351499</c:v>
                </c:pt>
                <c:pt idx="2142">
                  <c:v>162.05655373634499</c:v>
                </c:pt>
                <c:pt idx="2143">
                  <c:v>162.17369697415299</c:v>
                </c:pt>
                <c:pt idx="2144">
                  <c:v>161.39746923281899</c:v>
                </c:pt>
                <c:pt idx="2145">
                  <c:v>157.19466424371799</c:v>
                </c:pt>
                <c:pt idx="2146">
                  <c:v>154.32162593658899</c:v>
                </c:pt>
                <c:pt idx="2147">
                  <c:v>156.692276796377</c:v>
                </c:pt>
                <c:pt idx="2148">
                  <c:v>162.621637788284</c:v>
                </c:pt>
                <c:pt idx="2149">
                  <c:v>161.93135857446799</c:v>
                </c:pt>
                <c:pt idx="2150">
                  <c:v>158.60918575578901</c:v>
                </c:pt>
                <c:pt idx="2151">
                  <c:v>157.874823691969</c:v>
                </c:pt>
                <c:pt idx="2152">
                  <c:v>160.97577010497301</c:v>
                </c:pt>
                <c:pt idx="2153">
                  <c:v>160.59959228426101</c:v>
                </c:pt>
                <c:pt idx="2154">
                  <c:v>161.96868653618199</c:v>
                </c:pt>
                <c:pt idx="2155">
                  <c:v>162.857860039233</c:v>
                </c:pt>
                <c:pt idx="2156">
                  <c:v>161.11882685573201</c:v>
                </c:pt>
                <c:pt idx="2157">
                  <c:v>162.26275079162801</c:v>
                </c:pt>
                <c:pt idx="2158">
                  <c:v>167.327410863658</c:v>
                </c:pt>
                <c:pt idx="2159">
                  <c:v>167.82731210986199</c:v>
                </c:pt>
                <c:pt idx="2160">
                  <c:v>169.621708920922</c:v>
                </c:pt>
                <c:pt idx="2161">
                  <c:v>168.22493561334099</c:v>
                </c:pt>
                <c:pt idx="2162">
                  <c:v>167.684870988543</c:v>
                </c:pt>
                <c:pt idx="2163">
                  <c:v>165.627922355903</c:v>
                </c:pt>
                <c:pt idx="2164">
                  <c:v>165.49211030640299</c:v>
                </c:pt>
                <c:pt idx="2165">
                  <c:v>167.68862056629899</c:v>
                </c:pt>
                <c:pt idx="2166">
                  <c:v>165.960236698112</c:v>
                </c:pt>
                <c:pt idx="2167">
                  <c:v>163.618853401884</c:v>
                </c:pt>
                <c:pt idx="2168">
                  <c:v>163.406352941704</c:v>
                </c:pt>
                <c:pt idx="2169">
                  <c:v>161.32742674947701</c:v>
                </c:pt>
                <c:pt idx="2170">
                  <c:v>161.420639887552</c:v>
                </c:pt>
                <c:pt idx="2171">
                  <c:v>165.21526236482899</c:v>
                </c:pt>
                <c:pt idx="2172">
                  <c:v>162.73458814416301</c:v>
                </c:pt>
                <c:pt idx="2173">
                  <c:v>159.66638743420799</c:v>
                </c:pt>
                <c:pt idx="2174">
                  <c:v>163.67002571029201</c:v>
                </c:pt>
                <c:pt idx="2175">
                  <c:v>165.83742022023</c:v>
                </c:pt>
                <c:pt idx="2176">
                  <c:v>165.81353957698599</c:v>
                </c:pt>
                <c:pt idx="2177">
                  <c:v>164.73512255125399</c:v>
                </c:pt>
                <c:pt idx="2178">
                  <c:v>166.228921885445</c:v>
                </c:pt>
                <c:pt idx="2179">
                  <c:v>167.44698275872699</c:v>
                </c:pt>
                <c:pt idx="2180">
                  <c:v>166.56024770190299</c:v>
                </c:pt>
                <c:pt idx="2181">
                  <c:v>168.162036192248</c:v>
                </c:pt>
                <c:pt idx="2182">
                  <c:v>168.55121520348601</c:v>
                </c:pt>
                <c:pt idx="2183">
                  <c:v>167.536787536139</c:v>
                </c:pt>
                <c:pt idx="2184">
                  <c:v>167.71982506913901</c:v>
                </c:pt>
                <c:pt idx="2185">
                  <c:v>166.57044960877101</c:v>
                </c:pt>
                <c:pt idx="2186">
                  <c:v>166.12472452732001</c:v>
                </c:pt>
                <c:pt idx="2187">
                  <c:v>166.119565856245</c:v>
                </c:pt>
                <c:pt idx="2188">
                  <c:v>165.08648646991799</c:v>
                </c:pt>
                <c:pt idx="2189">
                  <c:v>164.02900795355399</c:v>
                </c:pt>
                <c:pt idx="2190">
                  <c:v>166.95778075563399</c:v>
                </c:pt>
                <c:pt idx="2191">
                  <c:v>168.894325803789</c:v>
                </c:pt>
                <c:pt idx="2192">
                  <c:v>168.43219946277401</c:v>
                </c:pt>
                <c:pt idx="2193">
                  <c:v>169.65157582250799</c:v>
                </c:pt>
                <c:pt idx="2194">
                  <c:v>169.22984375576499</c:v>
                </c:pt>
                <c:pt idx="2195">
                  <c:v>169.88722036435499</c:v>
                </c:pt>
                <c:pt idx="2196">
                  <c:v>168.30208639303501</c:v>
                </c:pt>
                <c:pt idx="2197">
                  <c:v>168.64218597761499</c:v>
                </c:pt>
                <c:pt idx="2198">
                  <c:v>169.20768489215001</c:v>
                </c:pt>
                <c:pt idx="2199">
                  <c:v>168.364871208127</c:v>
                </c:pt>
                <c:pt idx="2200">
                  <c:v>168.36973658564401</c:v>
                </c:pt>
                <c:pt idx="2201">
                  <c:v>167.915869105947</c:v>
                </c:pt>
                <c:pt idx="2202">
                  <c:v>168.02118193923499</c:v>
                </c:pt>
                <c:pt idx="2203">
                  <c:v>168.87311138125</c:v>
                </c:pt>
                <c:pt idx="2204">
                  <c:v>170.19284962302501</c:v>
                </c:pt>
                <c:pt idx="2205">
                  <c:v>166.34721661898101</c:v>
                </c:pt>
                <c:pt idx="2206">
                  <c:v>165.541812880435</c:v>
                </c:pt>
                <c:pt idx="2207">
                  <c:v>165.24936000798701</c:v>
                </c:pt>
                <c:pt idx="2208">
                  <c:v>163.70845019764599</c:v>
                </c:pt>
                <c:pt idx="2209">
                  <c:v>165.08521817771901</c:v>
                </c:pt>
                <c:pt idx="2210">
                  <c:v>166.972221679809</c:v>
                </c:pt>
                <c:pt idx="2211">
                  <c:v>165.539003088144</c:v>
                </c:pt>
                <c:pt idx="2212">
                  <c:v>165.823837829566</c:v>
                </c:pt>
                <c:pt idx="2213">
                  <c:v>166.32941760510499</c:v>
                </c:pt>
                <c:pt idx="2214">
                  <c:v>165.99782365458901</c:v>
                </c:pt>
                <c:pt idx="2215">
                  <c:v>166.62570541975899</c:v>
                </c:pt>
                <c:pt idx="2216">
                  <c:v>165.910159619442</c:v>
                </c:pt>
                <c:pt idx="2217">
                  <c:v>165.75054275181799</c:v>
                </c:pt>
                <c:pt idx="2218">
                  <c:v>166.60489223288801</c:v>
                </c:pt>
                <c:pt idx="2219">
                  <c:v>167.81026000165701</c:v>
                </c:pt>
                <c:pt idx="2220">
                  <c:v>168.09249322675299</c:v>
                </c:pt>
                <c:pt idx="2221">
                  <c:v>168.223368674038</c:v>
                </c:pt>
                <c:pt idx="2222">
                  <c:v>168.300671717824</c:v>
                </c:pt>
                <c:pt idx="2223">
                  <c:v>167.634988245052</c:v>
                </c:pt>
                <c:pt idx="2224">
                  <c:v>167.671780469232</c:v>
                </c:pt>
                <c:pt idx="2225">
                  <c:v>169.39092926970301</c:v>
                </c:pt>
                <c:pt idx="2226">
                  <c:v>169.97808731666501</c:v>
                </c:pt>
                <c:pt idx="2227">
                  <c:v>169.31451092143101</c:v>
                </c:pt>
                <c:pt idx="2228">
                  <c:v>169.83409063308801</c:v>
                </c:pt>
                <c:pt idx="2229">
                  <c:v>170.385161824606</c:v>
                </c:pt>
                <c:pt idx="2230">
                  <c:v>169.802990424618</c:v>
                </c:pt>
                <c:pt idx="2231">
                  <c:v>171.613900335035</c:v>
                </c:pt>
                <c:pt idx="2232">
                  <c:v>172.51215238060999</c:v>
                </c:pt>
                <c:pt idx="2233">
                  <c:v>172.96012516229399</c:v>
                </c:pt>
                <c:pt idx="2234">
                  <c:v>172.38562731354401</c:v>
                </c:pt>
                <c:pt idx="2235">
                  <c:v>172.25134428690399</c:v>
                </c:pt>
                <c:pt idx="2236">
                  <c:v>173.191124530823</c:v>
                </c:pt>
                <c:pt idx="2237">
                  <c:v>172.88867968166701</c:v>
                </c:pt>
                <c:pt idx="2238">
                  <c:v>173.95627881059201</c:v>
                </c:pt>
                <c:pt idx="2239">
                  <c:v>174.55167392947999</c:v>
                </c:pt>
                <c:pt idx="2240">
                  <c:v>175.172079481319</c:v>
                </c:pt>
                <c:pt idx="2241">
                  <c:v>175.82157059293601</c:v>
                </c:pt>
                <c:pt idx="2242">
                  <c:v>174.18282956248501</c:v>
                </c:pt>
                <c:pt idx="2243">
                  <c:v>174.05917896786499</c:v>
                </c:pt>
                <c:pt idx="2244">
                  <c:v>174.31753042856701</c:v>
                </c:pt>
                <c:pt idx="2245">
                  <c:v>172.294206677061</c:v>
                </c:pt>
                <c:pt idx="2246">
                  <c:v>172.31650471296001</c:v>
                </c:pt>
                <c:pt idx="2247">
                  <c:v>172.04798513557</c:v>
                </c:pt>
                <c:pt idx="2248">
                  <c:v>174.21792278696901</c:v>
                </c:pt>
                <c:pt idx="2249">
                  <c:v>174.021562356315</c:v>
                </c:pt>
                <c:pt idx="2250">
                  <c:v>174.62274159495601</c:v>
                </c:pt>
                <c:pt idx="2251">
                  <c:v>173.370124465044</c:v>
                </c:pt>
                <c:pt idx="2252">
                  <c:v>173.54491110872399</c:v>
                </c:pt>
                <c:pt idx="2253">
                  <c:v>173.76959232551599</c:v>
                </c:pt>
                <c:pt idx="2254">
                  <c:v>174.724400749289</c:v>
                </c:pt>
                <c:pt idx="2255">
                  <c:v>174.844653976297</c:v>
                </c:pt>
                <c:pt idx="2256">
                  <c:v>175.25376640687199</c:v>
                </c:pt>
                <c:pt idx="2257">
                  <c:v>175.524711831888</c:v>
                </c:pt>
                <c:pt idx="2258">
                  <c:v>175.904472116676</c:v>
                </c:pt>
                <c:pt idx="2259">
                  <c:v>176.32078845659501</c:v>
                </c:pt>
                <c:pt idx="2260">
                  <c:v>176.51614234461499</c:v>
                </c:pt>
                <c:pt idx="2261">
                  <c:v>176.255947554503</c:v>
                </c:pt>
                <c:pt idx="2262">
                  <c:v>173.53441738475701</c:v>
                </c:pt>
                <c:pt idx="2263">
                  <c:v>174.26934618731099</c:v>
                </c:pt>
                <c:pt idx="2264">
                  <c:v>176.28646422284399</c:v>
                </c:pt>
                <c:pt idx="2265">
                  <c:v>176.20346582972201</c:v>
                </c:pt>
                <c:pt idx="2266">
                  <c:v>175.67005619645201</c:v>
                </c:pt>
                <c:pt idx="2267">
                  <c:v>177.50187672968499</c:v>
                </c:pt>
                <c:pt idx="2268">
                  <c:v>178.29931800372401</c:v>
                </c:pt>
                <c:pt idx="2269">
                  <c:v>178.16037295818299</c:v>
                </c:pt>
                <c:pt idx="2270">
                  <c:v>177.389225066248</c:v>
                </c:pt>
                <c:pt idx="2271">
                  <c:v>177.61231352676299</c:v>
                </c:pt>
                <c:pt idx="2272">
                  <c:v>177.98729437353299</c:v>
                </c:pt>
                <c:pt idx="2273">
                  <c:v>177.43217551061801</c:v>
                </c:pt>
                <c:pt idx="2274">
                  <c:v>177.468277815612</c:v>
                </c:pt>
                <c:pt idx="2275">
                  <c:v>178.389867699001</c:v>
                </c:pt>
                <c:pt idx="2276">
                  <c:v>178.59869624498</c:v>
                </c:pt>
                <c:pt idx="2277">
                  <c:v>177.68961556270699</c:v>
                </c:pt>
                <c:pt idx="2278">
                  <c:v>178.136334764558</c:v>
                </c:pt>
                <c:pt idx="2279">
                  <c:v>177.86566005792099</c:v>
                </c:pt>
                <c:pt idx="2280">
                  <c:v>177.26506439307701</c:v>
                </c:pt>
                <c:pt idx="2281">
                  <c:v>176.08080454317201</c:v>
                </c:pt>
                <c:pt idx="2282">
                  <c:v>176.714910975376</c:v>
                </c:pt>
                <c:pt idx="2283">
                  <c:v>178.30136238441</c:v>
                </c:pt>
                <c:pt idx="2284">
                  <c:v>178.09284309417399</c:v>
                </c:pt>
                <c:pt idx="2285">
                  <c:v>177.44886832000199</c:v>
                </c:pt>
                <c:pt idx="2286">
                  <c:v>176.58636250773401</c:v>
                </c:pt>
                <c:pt idx="2287">
                  <c:v>176.25127748617399</c:v>
                </c:pt>
                <c:pt idx="2288">
                  <c:v>175.250450121852</c:v>
                </c:pt>
                <c:pt idx="2289">
                  <c:v>175.985949423421</c:v>
                </c:pt>
                <c:pt idx="2290">
                  <c:v>176.25907783446399</c:v>
                </c:pt>
                <c:pt idx="2291">
                  <c:v>177.16212009381499</c:v>
                </c:pt>
                <c:pt idx="2292">
                  <c:v>178.28726164927599</c:v>
                </c:pt>
                <c:pt idx="2293">
                  <c:v>179.21119724641099</c:v>
                </c:pt>
                <c:pt idx="2294">
                  <c:v>179.901195265919</c:v>
                </c:pt>
                <c:pt idx="2295">
                  <c:v>179.75108617326401</c:v>
                </c:pt>
                <c:pt idx="2296">
                  <c:v>178.807856198862</c:v>
                </c:pt>
                <c:pt idx="2297">
                  <c:v>179.768254431141</c:v>
                </c:pt>
                <c:pt idx="2298">
                  <c:v>179.52358255626999</c:v>
                </c:pt>
                <c:pt idx="2299">
                  <c:v>180.92893623141001</c:v>
                </c:pt>
                <c:pt idx="2300">
                  <c:v>182.86501557630001</c:v>
                </c:pt>
                <c:pt idx="2301">
                  <c:v>180.70761731831399</c:v>
                </c:pt>
                <c:pt idx="2302">
                  <c:v>180.26235051671799</c:v>
                </c:pt>
                <c:pt idx="2303">
                  <c:v>179.59513679370701</c:v>
                </c:pt>
                <c:pt idx="2304">
                  <c:v>180.95407026042</c:v>
                </c:pt>
                <c:pt idx="2305">
                  <c:v>182.43676191136299</c:v>
                </c:pt>
                <c:pt idx="2306">
                  <c:v>183.75056039223199</c:v>
                </c:pt>
                <c:pt idx="2307">
                  <c:v>183.74625110513</c:v>
                </c:pt>
                <c:pt idx="2308">
                  <c:v>183.28515815409801</c:v>
                </c:pt>
                <c:pt idx="2309">
                  <c:v>183.32729696243501</c:v>
                </c:pt>
                <c:pt idx="2310">
                  <c:v>183.79150691036401</c:v>
                </c:pt>
                <c:pt idx="2311">
                  <c:v>183.47787150955199</c:v>
                </c:pt>
                <c:pt idx="2312">
                  <c:v>182.013543851463</c:v>
                </c:pt>
                <c:pt idx="2313">
                  <c:v>181.46960765211</c:v>
                </c:pt>
                <c:pt idx="2314">
                  <c:v>183.23511010411099</c:v>
                </c:pt>
                <c:pt idx="2315">
                  <c:v>184.69775195068999</c:v>
                </c:pt>
                <c:pt idx="2316">
                  <c:v>184.697193445572</c:v>
                </c:pt>
                <c:pt idx="2317">
                  <c:v>184.679784736264</c:v>
                </c:pt>
                <c:pt idx="2318">
                  <c:v>185.20829426534101</c:v>
                </c:pt>
                <c:pt idx="2319">
                  <c:v>185.31944161163401</c:v>
                </c:pt>
                <c:pt idx="2320">
                  <c:v>185.00907188723201</c:v>
                </c:pt>
                <c:pt idx="2321">
                  <c:v>183.84041599553899</c:v>
                </c:pt>
                <c:pt idx="2322">
                  <c:v>183.450263909699</c:v>
                </c:pt>
                <c:pt idx="2323">
                  <c:v>176.527890995136</c:v>
                </c:pt>
                <c:pt idx="2324">
                  <c:v>178.00853261706001</c:v>
                </c:pt>
                <c:pt idx="2325">
                  <c:v>177.527385449094</c:v>
                </c:pt>
                <c:pt idx="2326">
                  <c:v>175.20338005463799</c:v>
                </c:pt>
                <c:pt idx="2327">
                  <c:v>173.12069678727099</c:v>
                </c:pt>
                <c:pt idx="2328">
                  <c:v>176.402750462223</c:v>
                </c:pt>
                <c:pt idx="2329">
                  <c:v>176.30819825314001</c:v>
                </c:pt>
                <c:pt idx="2330">
                  <c:v>178.290696527134</c:v>
                </c:pt>
                <c:pt idx="2331">
                  <c:v>178.65769180685299</c:v>
                </c:pt>
                <c:pt idx="2332">
                  <c:v>179.18584668425601</c:v>
                </c:pt>
                <c:pt idx="2333">
                  <c:v>174.7564991262</c:v>
                </c:pt>
                <c:pt idx="2334">
                  <c:v>175.93511808461901</c:v>
                </c:pt>
                <c:pt idx="2335">
                  <c:v>176.60657854916099</c:v>
                </c:pt>
                <c:pt idx="2336">
                  <c:v>175.905002033031</c:v>
                </c:pt>
                <c:pt idx="2337">
                  <c:v>178.02313137224601</c:v>
                </c:pt>
                <c:pt idx="2338">
                  <c:v>179.31635375533401</c:v>
                </c:pt>
                <c:pt idx="2339">
                  <c:v>182.59962202520899</c:v>
                </c:pt>
                <c:pt idx="2340">
                  <c:v>182.18983068703301</c:v>
                </c:pt>
                <c:pt idx="2341">
                  <c:v>181.968756119429</c:v>
                </c:pt>
                <c:pt idx="2342">
                  <c:v>182.208461529126</c:v>
                </c:pt>
                <c:pt idx="2343">
                  <c:v>181.17339640199799</c:v>
                </c:pt>
                <c:pt idx="2344">
                  <c:v>179.39921855696301</c:v>
                </c:pt>
                <c:pt idx="2345">
                  <c:v>180.20686924520001</c:v>
                </c:pt>
                <c:pt idx="2346">
                  <c:v>180.52988195629999</c:v>
                </c:pt>
                <c:pt idx="2347">
                  <c:v>180.79548732098701</c:v>
                </c:pt>
                <c:pt idx="2348">
                  <c:v>182.70841517688299</c:v>
                </c:pt>
                <c:pt idx="2349">
                  <c:v>182.59824205129601</c:v>
                </c:pt>
                <c:pt idx="2350">
                  <c:v>183.21009919490999</c:v>
                </c:pt>
                <c:pt idx="2351">
                  <c:v>183.53065127280499</c:v>
                </c:pt>
                <c:pt idx="2352">
                  <c:v>183.72003601809499</c:v>
                </c:pt>
                <c:pt idx="2353">
                  <c:v>182.469914704594</c:v>
                </c:pt>
                <c:pt idx="2354">
                  <c:v>182.93595677165999</c:v>
                </c:pt>
                <c:pt idx="2355">
                  <c:v>183.993211428612</c:v>
                </c:pt>
                <c:pt idx="2356">
                  <c:v>185.62463929696</c:v>
                </c:pt>
                <c:pt idx="2357">
                  <c:v>186.37664853257701</c:v>
                </c:pt>
                <c:pt idx="2358">
                  <c:v>186.23812736969299</c:v>
                </c:pt>
                <c:pt idx="2359">
                  <c:v>186.14747740661301</c:v>
                </c:pt>
                <c:pt idx="2360">
                  <c:v>187.65446406527599</c:v>
                </c:pt>
                <c:pt idx="2361">
                  <c:v>187.54989260623799</c:v>
                </c:pt>
                <c:pt idx="2362">
                  <c:v>187.18490523816399</c:v>
                </c:pt>
                <c:pt idx="2363">
                  <c:v>188.64396496811901</c:v>
                </c:pt>
                <c:pt idx="2364">
                  <c:v>187.77357622407999</c:v>
                </c:pt>
                <c:pt idx="2365">
                  <c:v>187.52305202951601</c:v>
                </c:pt>
                <c:pt idx="2366">
                  <c:v>186.29915269304399</c:v>
                </c:pt>
                <c:pt idx="2367">
                  <c:v>186.50137596859801</c:v>
                </c:pt>
                <c:pt idx="2368">
                  <c:v>187.69261458768099</c:v>
                </c:pt>
                <c:pt idx="2369">
                  <c:v>188.42957669520001</c:v>
                </c:pt>
                <c:pt idx="2370">
                  <c:v>189.267665078969</c:v>
                </c:pt>
                <c:pt idx="2371">
                  <c:v>189.72283998088</c:v>
                </c:pt>
                <c:pt idx="2372">
                  <c:v>189.250423817745</c:v>
                </c:pt>
                <c:pt idx="2373">
                  <c:v>189.20959972273201</c:v>
                </c:pt>
                <c:pt idx="2374">
                  <c:v>186.70786101322901</c:v>
                </c:pt>
                <c:pt idx="2375">
                  <c:v>188.62223907995099</c:v>
                </c:pt>
                <c:pt idx="2376">
                  <c:v>188.58325864598399</c:v>
                </c:pt>
                <c:pt idx="2377">
                  <c:v>188.51022883688901</c:v>
                </c:pt>
                <c:pt idx="2378">
                  <c:v>190.19416982130201</c:v>
                </c:pt>
                <c:pt idx="2379">
                  <c:v>189.601211467886</c:v>
                </c:pt>
                <c:pt idx="2380">
                  <c:v>190.555976702013</c:v>
                </c:pt>
                <c:pt idx="2381">
                  <c:v>190.51356242648899</c:v>
                </c:pt>
                <c:pt idx="2382">
                  <c:v>190.28710574038999</c:v>
                </c:pt>
                <c:pt idx="2383">
                  <c:v>189.63486877420999</c:v>
                </c:pt>
                <c:pt idx="2384">
                  <c:v>187.742292022068</c:v>
                </c:pt>
                <c:pt idx="2385">
                  <c:v>188.71275535888799</c:v>
                </c:pt>
                <c:pt idx="2386">
                  <c:v>189.39576013702199</c:v>
                </c:pt>
                <c:pt idx="2387">
                  <c:v>190.81044108710401</c:v>
                </c:pt>
                <c:pt idx="2388">
                  <c:v>190.956103937942</c:v>
                </c:pt>
                <c:pt idx="2389">
                  <c:v>190.99460387756201</c:v>
                </c:pt>
                <c:pt idx="2390">
                  <c:v>190.94936910725801</c:v>
                </c:pt>
                <c:pt idx="2391">
                  <c:v>189.853430683434</c:v>
                </c:pt>
                <c:pt idx="2392">
                  <c:v>188.06775882623401</c:v>
                </c:pt>
                <c:pt idx="2393">
                  <c:v>184.66191221171999</c:v>
                </c:pt>
                <c:pt idx="2394">
                  <c:v>186.73445752262899</c:v>
                </c:pt>
                <c:pt idx="2395">
                  <c:v>186.93379155132499</c:v>
                </c:pt>
                <c:pt idx="2396">
                  <c:v>184.457301778074</c:v>
                </c:pt>
                <c:pt idx="2397">
                  <c:v>187.33463961451599</c:v>
                </c:pt>
                <c:pt idx="2398">
                  <c:v>188.02535580174501</c:v>
                </c:pt>
                <c:pt idx="2399">
                  <c:v>188.835865803069</c:v>
                </c:pt>
                <c:pt idx="2400">
                  <c:v>188.12439554159101</c:v>
                </c:pt>
                <c:pt idx="2401">
                  <c:v>189.046459290066</c:v>
                </c:pt>
                <c:pt idx="2402">
                  <c:v>186.72556634571501</c:v>
                </c:pt>
                <c:pt idx="2403">
                  <c:v>187.197624008487</c:v>
                </c:pt>
                <c:pt idx="2404">
                  <c:v>184.192522292859</c:v>
                </c:pt>
                <c:pt idx="2405">
                  <c:v>184.04646841675699</c:v>
                </c:pt>
                <c:pt idx="2406">
                  <c:v>183.666695965326</c:v>
                </c:pt>
                <c:pt idx="2407">
                  <c:v>185.48904678739601</c:v>
                </c:pt>
                <c:pt idx="2408">
                  <c:v>185.82569731909501</c:v>
                </c:pt>
                <c:pt idx="2409">
                  <c:v>185.618847848542</c:v>
                </c:pt>
                <c:pt idx="2410">
                  <c:v>187.53530126404999</c:v>
                </c:pt>
                <c:pt idx="2411">
                  <c:v>188.13311285641501</c:v>
                </c:pt>
                <c:pt idx="2412">
                  <c:v>188.32273777331801</c:v>
                </c:pt>
                <c:pt idx="2413">
                  <c:v>188.269354069597</c:v>
                </c:pt>
                <c:pt idx="2414">
                  <c:v>187.947698920509</c:v>
                </c:pt>
                <c:pt idx="2415">
                  <c:v>184.661134325896</c:v>
                </c:pt>
                <c:pt idx="2416">
                  <c:v>185.98684609078299</c:v>
                </c:pt>
                <c:pt idx="2417">
                  <c:v>189.263131560022</c:v>
                </c:pt>
                <c:pt idx="2418">
                  <c:v>189.728738809238</c:v>
                </c:pt>
                <c:pt idx="2419">
                  <c:v>189.64574522702401</c:v>
                </c:pt>
                <c:pt idx="2420">
                  <c:v>189.470001542745</c:v>
                </c:pt>
                <c:pt idx="2421">
                  <c:v>188.783441687162</c:v>
                </c:pt>
                <c:pt idx="2422">
                  <c:v>189.588602626061</c:v>
                </c:pt>
                <c:pt idx="2423">
                  <c:v>187.03696005876901</c:v>
                </c:pt>
                <c:pt idx="2424">
                  <c:v>188.60107234044901</c:v>
                </c:pt>
                <c:pt idx="2425">
                  <c:v>185.424639744465</c:v>
                </c:pt>
                <c:pt idx="2426">
                  <c:v>186.348349405373</c:v>
                </c:pt>
                <c:pt idx="2427">
                  <c:v>182.36057327082901</c:v>
                </c:pt>
                <c:pt idx="2428">
                  <c:v>179.623940467393</c:v>
                </c:pt>
                <c:pt idx="2429">
                  <c:v>181.193398152203</c:v>
                </c:pt>
                <c:pt idx="2430">
                  <c:v>179.03323967345699</c:v>
                </c:pt>
                <c:pt idx="2431">
                  <c:v>181.26926637582099</c:v>
                </c:pt>
                <c:pt idx="2432">
                  <c:v>182.52879859992001</c:v>
                </c:pt>
                <c:pt idx="2433">
                  <c:v>178.38126970802</c:v>
                </c:pt>
                <c:pt idx="2434">
                  <c:v>182.61384796291</c:v>
                </c:pt>
                <c:pt idx="2435">
                  <c:v>182.95671901116299</c:v>
                </c:pt>
                <c:pt idx="2436">
                  <c:v>184.92453279674399</c:v>
                </c:pt>
                <c:pt idx="2437">
                  <c:v>179.79300671099901</c:v>
                </c:pt>
                <c:pt idx="2438">
                  <c:v>179.59794781092</c:v>
                </c:pt>
                <c:pt idx="2439">
                  <c:v>179.98035362334801</c:v>
                </c:pt>
                <c:pt idx="2440">
                  <c:v>176.470809860652</c:v>
                </c:pt>
                <c:pt idx="2441">
                  <c:v>174.865305965788</c:v>
                </c:pt>
                <c:pt idx="2442">
                  <c:v>175.92133514309</c:v>
                </c:pt>
                <c:pt idx="2443">
                  <c:v>179.76351686316801</c:v>
                </c:pt>
                <c:pt idx="2444">
                  <c:v>178.98740693566</c:v>
                </c:pt>
                <c:pt idx="2445">
                  <c:v>179.363247826616</c:v>
                </c:pt>
                <c:pt idx="2446">
                  <c:v>181.551814879034</c:v>
                </c:pt>
                <c:pt idx="2447">
                  <c:v>181.87134505147699</c:v>
                </c:pt>
                <c:pt idx="2448">
                  <c:v>183.50712489686799</c:v>
                </c:pt>
                <c:pt idx="2449">
                  <c:v>182.265937036407</c:v>
                </c:pt>
                <c:pt idx="2450">
                  <c:v>177.57063492485199</c:v>
                </c:pt>
                <c:pt idx="2451">
                  <c:v>181.469931388297</c:v>
                </c:pt>
                <c:pt idx="2452">
                  <c:v>180.67609149047601</c:v>
                </c:pt>
                <c:pt idx="2453">
                  <c:v>182.80468574052199</c:v>
                </c:pt>
                <c:pt idx="2454">
                  <c:v>184.562730614716</c:v>
                </c:pt>
                <c:pt idx="2455">
                  <c:v>182.22284160832299</c:v>
                </c:pt>
                <c:pt idx="2456">
                  <c:v>182.929623911996</c:v>
                </c:pt>
                <c:pt idx="2457">
                  <c:v>179.93021290254299</c:v>
                </c:pt>
                <c:pt idx="2458">
                  <c:v>180.08168584499501</c:v>
                </c:pt>
                <c:pt idx="2459">
                  <c:v>182.45557302323201</c:v>
                </c:pt>
                <c:pt idx="2460">
                  <c:v>182.254621177909</c:v>
                </c:pt>
                <c:pt idx="2461">
                  <c:v>184.172870657489</c:v>
                </c:pt>
                <c:pt idx="2462">
                  <c:v>183.98327653554901</c:v>
                </c:pt>
                <c:pt idx="2463">
                  <c:v>182.81067008583801</c:v>
                </c:pt>
                <c:pt idx="2464">
                  <c:v>188.07278312167699</c:v>
                </c:pt>
                <c:pt idx="2465">
                  <c:v>189.19958796483499</c:v>
                </c:pt>
                <c:pt idx="2466">
                  <c:v>188.286130037189</c:v>
                </c:pt>
                <c:pt idx="2467">
                  <c:v>189.68395581529899</c:v>
                </c:pt>
                <c:pt idx="2468">
                  <c:v>189.61374408941401</c:v>
                </c:pt>
                <c:pt idx="2469">
                  <c:v>190.84100932864999</c:v>
                </c:pt>
                <c:pt idx="2470">
                  <c:v>191.93789177915801</c:v>
                </c:pt>
                <c:pt idx="2471">
                  <c:v>192.67577421069399</c:v>
                </c:pt>
                <c:pt idx="2472">
                  <c:v>191.955307958866</c:v>
                </c:pt>
                <c:pt idx="2473">
                  <c:v>194.55859720568699</c:v>
                </c:pt>
                <c:pt idx="2474">
                  <c:v>194.35639508890699</c:v>
                </c:pt>
                <c:pt idx="2475">
                  <c:v>192.44987249613999</c:v>
                </c:pt>
                <c:pt idx="2476">
                  <c:v>192.440313434107</c:v>
                </c:pt>
                <c:pt idx="2477">
                  <c:v>194.74164861516101</c:v>
                </c:pt>
                <c:pt idx="2478">
                  <c:v>195.521391383185</c:v>
                </c:pt>
                <c:pt idx="2479">
                  <c:v>197.19051761028101</c:v>
                </c:pt>
                <c:pt idx="2480">
                  <c:v>196.76333414771099</c:v>
                </c:pt>
                <c:pt idx="2481">
                  <c:v>194.85027775983201</c:v>
                </c:pt>
                <c:pt idx="2482">
                  <c:v>196.64736723942599</c:v>
                </c:pt>
                <c:pt idx="2483">
                  <c:v>195.381468166894</c:v>
                </c:pt>
                <c:pt idx="2484">
                  <c:v>195.09989764388999</c:v>
                </c:pt>
                <c:pt idx="2485">
                  <c:v>196.007891089716</c:v>
                </c:pt>
                <c:pt idx="2486">
                  <c:v>196.777617567101</c:v>
                </c:pt>
                <c:pt idx="2487">
                  <c:v>191.74361573587601</c:v>
                </c:pt>
                <c:pt idx="2488">
                  <c:v>192.09806771521099</c:v>
                </c:pt>
                <c:pt idx="2489">
                  <c:v>195.867862964522</c:v>
                </c:pt>
                <c:pt idx="2490">
                  <c:v>194.613899681242</c:v>
                </c:pt>
                <c:pt idx="2491">
                  <c:v>194.58528473369799</c:v>
                </c:pt>
                <c:pt idx="2492">
                  <c:v>196.57410443133099</c:v>
                </c:pt>
                <c:pt idx="2493">
                  <c:v>197.87714952372701</c:v>
                </c:pt>
                <c:pt idx="2494">
                  <c:v>196.941660126709</c:v>
                </c:pt>
                <c:pt idx="2495">
                  <c:v>199.36720183583901</c:v>
                </c:pt>
                <c:pt idx="2496">
                  <c:v>194.82191471764</c:v>
                </c:pt>
                <c:pt idx="2497">
                  <c:v>195.893402621278</c:v>
                </c:pt>
                <c:pt idx="2498">
                  <c:v>195.14842169822299</c:v>
                </c:pt>
                <c:pt idx="2499">
                  <c:v>197.80474209213801</c:v>
                </c:pt>
                <c:pt idx="2500">
                  <c:v>192.33825368385899</c:v>
                </c:pt>
                <c:pt idx="2501">
                  <c:v>189.51154665934999</c:v>
                </c:pt>
                <c:pt idx="2502">
                  <c:v>184.754033595945</c:v>
                </c:pt>
                <c:pt idx="2503">
                  <c:v>181.01045030453</c:v>
                </c:pt>
                <c:pt idx="2504">
                  <c:v>186.80618812450999</c:v>
                </c:pt>
                <c:pt idx="2505">
                  <c:v>185.575941391893</c:v>
                </c:pt>
                <c:pt idx="2506">
                  <c:v>183.86608198008199</c:v>
                </c:pt>
                <c:pt idx="2507">
                  <c:v>185.59035848966101</c:v>
                </c:pt>
                <c:pt idx="2508">
                  <c:v>181.811726623722</c:v>
                </c:pt>
                <c:pt idx="2509">
                  <c:v>183.02644933732699</c:v>
                </c:pt>
                <c:pt idx="2510">
                  <c:v>180.370822120322</c:v>
                </c:pt>
                <c:pt idx="2511">
                  <c:v>183.031561634339</c:v>
                </c:pt>
                <c:pt idx="2512">
                  <c:v>179.59789184156401</c:v>
                </c:pt>
                <c:pt idx="2513">
                  <c:v>182.31836272806899</c:v>
                </c:pt>
                <c:pt idx="2514">
                  <c:v>187.783789372569</c:v>
                </c:pt>
                <c:pt idx="2515">
                  <c:v>188.44287797784699</c:v>
                </c:pt>
                <c:pt idx="2516">
                  <c:v>188.82516601324099</c:v>
                </c:pt>
                <c:pt idx="2517">
                  <c:v>188.17184052036299</c:v>
                </c:pt>
                <c:pt idx="2518">
                  <c:v>188.02835305481599</c:v>
                </c:pt>
                <c:pt idx="2519">
                  <c:v>191.117982332792</c:v>
                </c:pt>
                <c:pt idx="2520">
                  <c:v>193.511178442226</c:v>
                </c:pt>
                <c:pt idx="2521">
                  <c:v>193.70931951850801</c:v>
                </c:pt>
                <c:pt idx="2522">
                  <c:v>194.47079559324601</c:v>
                </c:pt>
                <c:pt idx="2523">
                  <c:v>191.06518671825299</c:v>
                </c:pt>
                <c:pt idx="2524">
                  <c:v>193.57311910041301</c:v>
                </c:pt>
                <c:pt idx="2525">
                  <c:v>194.15730606224301</c:v>
                </c:pt>
                <c:pt idx="2526">
                  <c:v>191.70554531689899</c:v>
                </c:pt>
                <c:pt idx="2527">
                  <c:v>187.49414310302501</c:v>
                </c:pt>
                <c:pt idx="2528">
                  <c:v>188.50573564109499</c:v>
                </c:pt>
                <c:pt idx="2529">
                  <c:v>188.40661490350601</c:v>
                </c:pt>
                <c:pt idx="2530">
                  <c:v>190.12929391646699</c:v>
                </c:pt>
                <c:pt idx="2531">
                  <c:v>193.851309600658</c:v>
                </c:pt>
                <c:pt idx="2532">
                  <c:v>195.38614745223899</c:v>
                </c:pt>
                <c:pt idx="2533">
                  <c:v>195.877412909626</c:v>
                </c:pt>
                <c:pt idx="2534">
                  <c:v>193.12708275047899</c:v>
                </c:pt>
                <c:pt idx="2535">
                  <c:v>193.53858917859401</c:v>
                </c:pt>
                <c:pt idx="2536">
                  <c:v>191.390510836076</c:v>
                </c:pt>
                <c:pt idx="2537">
                  <c:v>188.31328451346701</c:v>
                </c:pt>
                <c:pt idx="2538">
                  <c:v>189.249335684936</c:v>
                </c:pt>
                <c:pt idx="2539">
                  <c:v>183.33124818658999</c:v>
                </c:pt>
                <c:pt idx="2540">
                  <c:v>182.71733392038101</c:v>
                </c:pt>
                <c:pt idx="2541">
                  <c:v>178.31691332809999</c:v>
                </c:pt>
                <c:pt idx="2542">
                  <c:v>180.940251787596</c:v>
                </c:pt>
                <c:pt idx="2543">
                  <c:v>182.529050051605</c:v>
                </c:pt>
                <c:pt idx="2544">
                  <c:v>178.20768893359701</c:v>
                </c:pt>
                <c:pt idx="2545">
                  <c:v>181.96518751546799</c:v>
                </c:pt>
                <c:pt idx="2546">
                  <c:v>177.09842259039999</c:v>
                </c:pt>
                <c:pt idx="2547">
                  <c:v>174.56276564681099</c:v>
                </c:pt>
                <c:pt idx="2548">
                  <c:v>169.71986579261201</c:v>
                </c:pt>
                <c:pt idx="2549">
                  <c:v>169.520500126586</c:v>
                </c:pt>
                <c:pt idx="2550">
                  <c:v>166.30577072102099</c:v>
                </c:pt>
                <c:pt idx="2551">
                  <c:v>167.09652959442201</c:v>
                </c:pt>
                <c:pt idx="2552">
                  <c:v>169.17356277051701</c:v>
                </c:pt>
                <c:pt idx="2553">
                  <c:v>166.93548102417901</c:v>
                </c:pt>
                <c:pt idx="2554">
                  <c:v>168.45858557527001</c:v>
                </c:pt>
                <c:pt idx="2555">
                  <c:v>169.35494832614</c:v>
                </c:pt>
                <c:pt idx="2556">
                  <c:v>169.01665426241499</c:v>
                </c:pt>
                <c:pt idx="2557">
                  <c:v>171.85238844713399</c:v>
                </c:pt>
                <c:pt idx="2558">
                  <c:v>173.91341792876</c:v>
                </c:pt>
                <c:pt idx="2559">
                  <c:v>172.32258391847699</c:v>
                </c:pt>
                <c:pt idx="2560">
                  <c:v>167.14248819094601</c:v>
                </c:pt>
                <c:pt idx="2561">
                  <c:v>165.351649151581</c:v>
                </c:pt>
                <c:pt idx="2562">
                  <c:v>165.694442406571</c:v>
                </c:pt>
                <c:pt idx="2563">
                  <c:v>166.597537807506</c:v>
                </c:pt>
                <c:pt idx="2564">
                  <c:v>168.80459562759299</c:v>
                </c:pt>
                <c:pt idx="2565">
                  <c:v>169.84648720915601</c:v>
                </c:pt>
                <c:pt idx="2566">
                  <c:v>173.20857546703499</c:v>
                </c:pt>
                <c:pt idx="2567">
                  <c:v>170.444584705067</c:v>
                </c:pt>
                <c:pt idx="2568">
                  <c:v>169.899828893251</c:v>
                </c:pt>
                <c:pt idx="2569">
                  <c:v>168.142097102506</c:v>
                </c:pt>
                <c:pt idx="2570">
                  <c:v>169.668791968016</c:v>
                </c:pt>
                <c:pt idx="2571">
                  <c:v>167.82376318087699</c:v>
                </c:pt>
                <c:pt idx="2572">
                  <c:v>169.31244951788199</c:v>
                </c:pt>
                <c:pt idx="2573">
                  <c:v>171.91622243712101</c:v>
                </c:pt>
                <c:pt idx="2574">
                  <c:v>173.632465939951</c:v>
                </c:pt>
                <c:pt idx="2575">
                  <c:v>173.959771773846</c:v>
                </c:pt>
                <c:pt idx="2576">
                  <c:v>173.58575763336401</c:v>
                </c:pt>
                <c:pt idx="2577">
                  <c:v>169.06990188648101</c:v>
                </c:pt>
                <c:pt idx="2578">
                  <c:v>169.239315453134</c:v>
                </c:pt>
                <c:pt idx="2579">
                  <c:v>169.13903130064901</c:v>
                </c:pt>
                <c:pt idx="2580">
                  <c:v>170.50761088855799</c:v>
                </c:pt>
                <c:pt idx="2581">
                  <c:v>167.22368930828799</c:v>
                </c:pt>
                <c:pt idx="2582">
                  <c:v>165.525137168329</c:v>
                </c:pt>
                <c:pt idx="2583">
                  <c:v>163.050476663734</c:v>
                </c:pt>
                <c:pt idx="2584">
                  <c:v>168.608522660853</c:v>
                </c:pt>
                <c:pt idx="2585">
                  <c:v>167.658709892579</c:v>
                </c:pt>
                <c:pt idx="2586">
                  <c:v>168.75145315845799</c:v>
                </c:pt>
                <c:pt idx="2587">
                  <c:v>166.17272403058601</c:v>
                </c:pt>
                <c:pt idx="2588">
                  <c:v>165.48451277587401</c:v>
                </c:pt>
                <c:pt idx="2589">
                  <c:v>171.53282089153601</c:v>
                </c:pt>
                <c:pt idx="2590">
                  <c:v>166.466652822415</c:v>
                </c:pt>
                <c:pt idx="2591">
                  <c:v>168.88558059314499</c:v>
                </c:pt>
                <c:pt idx="2592">
                  <c:v>172.00453928118699</c:v>
                </c:pt>
                <c:pt idx="2593">
                  <c:v>174.260179173377</c:v>
                </c:pt>
                <c:pt idx="2594">
                  <c:v>175.20214452486701</c:v>
                </c:pt>
                <c:pt idx="2595">
                  <c:v>173.34974659871</c:v>
                </c:pt>
                <c:pt idx="2596">
                  <c:v>172.87187800166899</c:v>
                </c:pt>
                <c:pt idx="2597">
                  <c:v>173.39865450303799</c:v>
                </c:pt>
                <c:pt idx="2598">
                  <c:v>177.63397410151799</c:v>
                </c:pt>
                <c:pt idx="2599">
                  <c:v>177.720671833821</c:v>
                </c:pt>
                <c:pt idx="2600">
                  <c:v>178.508319488832</c:v>
                </c:pt>
                <c:pt idx="2601">
                  <c:v>179.94245491200601</c:v>
                </c:pt>
                <c:pt idx="2602">
                  <c:v>180.370372253005</c:v>
                </c:pt>
                <c:pt idx="2603">
                  <c:v>180.80739254208299</c:v>
                </c:pt>
                <c:pt idx="2604">
                  <c:v>180.56564936086801</c:v>
                </c:pt>
                <c:pt idx="2605">
                  <c:v>181.52576088223699</c:v>
                </c:pt>
                <c:pt idx="2606">
                  <c:v>178.51796724954099</c:v>
                </c:pt>
                <c:pt idx="2607">
                  <c:v>180.005780365823</c:v>
                </c:pt>
                <c:pt idx="2608">
                  <c:v>181.069239842679</c:v>
                </c:pt>
                <c:pt idx="2609">
                  <c:v>185.91094864324</c:v>
                </c:pt>
                <c:pt idx="2610">
                  <c:v>185.493382129747</c:v>
                </c:pt>
                <c:pt idx="2611">
                  <c:v>188.84856633437201</c:v>
                </c:pt>
                <c:pt idx="2612">
                  <c:v>189.89861173440701</c:v>
                </c:pt>
                <c:pt idx="2613">
                  <c:v>188.85927891082201</c:v>
                </c:pt>
                <c:pt idx="2614">
                  <c:v>188.65555446259199</c:v>
                </c:pt>
                <c:pt idx="2615">
                  <c:v>187.15391982137999</c:v>
                </c:pt>
                <c:pt idx="2616">
                  <c:v>188.89824867428101</c:v>
                </c:pt>
                <c:pt idx="2617">
                  <c:v>188.420292319179</c:v>
                </c:pt>
                <c:pt idx="2618">
                  <c:v>185.798641340458</c:v>
                </c:pt>
                <c:pt idx="2619">
                  <c:v>185.853237281849</c:v>
                </c:pt>
                <c:pt idx="2620">
                  <c:v>185.72142342087599</c:v>
                </c:pt>
                <c:pt idx="2621">
                  <c:v>186.97520787304001</c:v>
                </c:pt>
                <c:pt idx="2622">
                  <c:v>188.02900590197899</c:v>
                </c:pt>
                <c:pt idx="2623">
                  <c:v>190.53014476610301</c:v>
                </c:pt>
                <c:pt idx="2624">
                  <c:v>187.36798161834599</c:v>
                </c:pt>
                <c:pt idx="2625">
                  <c:v>189.77576756712</c:v>
                </c:pt>
                <c:pt idx="2626">
                  <c:v>188.417791410761</c:v>
                </c:pt>
                <c:pt idx="2627">
                  <c:v>189.98367827496099</c:v>
                </c:pt>
                <c:pt idx="2628">
                  <c:v>191.35476220808999</c:v>
                </c:pt>
                <c:pt idx="2629">
                  <c:v>190.580020008096</c:v>
                </c:pt>
                <c:pt idx="2630">
                  <c:v>193.194396867492</c:v>
                </c:pt>
                <c:pt idx="2631">
                  <c:v>195.36902290509499</c:v>
                </c:pt>
                <c:pt idx="2632">
                  <c:v>196.07575264455099</c:v>
                </c:pt>
                <c:pt idx="2633">
                  <c:v>196.78372472060499</c:v>
                </c:pt>
                <c:pt idx="2634">
                  <c:v>193.898393280655</c:v>
                </c:pt>
                <c:pt idx="2635">
                  <c:v>193.69779102470301</c:v>
                </c:pt>
                <c:pt idx="2636">
                  <c:v>191.42351011940599</c:v>
                </c:pt>
                <c:pt idx="2637">
                  <c:v>191.79459769558201</c:v>
                </c:pt>
                <c:pt idx="2638">
                  <c:v>193.56649860889999</c:v>
                </c:pt>
                <c:pt idx="2639">
                  <c:v>192.392365302592</c:v>
                </c:pt>
                <c:pt idx="2640">
                  <c:v>193.43427605019599</c:v>
                </c:pt>
                <c:pt idx="2641">
                  <c:v>192.367920744164</c:v>
                </c:pt>
                <c:pt idx="2642">
                  <c:v>190.79316438474501</c:v>
                </c:pt>
                <c:pt idx="2643">
                  <c:v>190.03453868359301</c:v>
                </c:pt>
                <c:pt idx="2644">
                  <c:v>195.255894721988</c:v>
                </c:pt>
                <c:pt idx="2645">
                  <c:v>191.03875536152501</c:v>
                </c:pt>
                <c:pt idx="2646">
                  <c:v>193.079201414115</c:v>
                </c:pt>
                <c:pt idx="2647">
                  <c:v>191.35485219612499</c:v>
                </c:pt>
                <c:pt idx="2648">
                  <c:v>189.786196792163</c:v>
                </c:pt>
                <c:pt idx="2649">
                  <c:v>188.23045624535601</c:v>
                </c:pt>
                <c:pt idx="2650">
                  <c:v>190.48800678926699</c:v>
                </c:pt>
                <c:pt idx="2651">
                  <c:v>190.770332330624</c:v>
                </c:pt>
                <c:pt idx="2652">
                  <c:v>191.71463582518001</c:v>
                </c:pt>
                <c:pt idx="2653">
                  <c:v>190.87353191302699</c:v>
                </c:pt>
                <c:pt idx="2654">
                  <c:v>190.02257723895499</c:v>
                </c:pt>
                <c:pt idx="2655">
                  <c:v>187.84440784395099</c:v>
                </c:pt>
                <c:pt idx="2656">
                  <c:v>190.56742324262899</c:v>
                </c:pt>
                <c:pt idx="2657">
                  <c:v>188.512276380934</c:v>
                </c:pt>
                <c:pt idx="2658">
                  <c:v>188.62936797246201</c:v>
                </c:pt>
                <c:pt idx="2659">
                  <c:v>184.273864390971</c:v>
                </c:pt>
                <c:pt idx="2660">
                  <c:v>184.81748927741199</c:v>
                </c:pt>
                <c:pt idx="2661">
                  <c:v>186.088909089087</c:v>
                </c:pt>
                <c:pt idx="2662">
                  <c:v>186.87636667460399</c:v>
                </c:pt>
                <c:pt idx="2663">
                  <c:v>182.03543697922399</c:v>
                </c:pt>
                <c:pt idx="2664">
                  <c:v>181.829891109117</c:v>
                </c:pt>
                <c:pt idx="2665">
                  <c:v>180.364019161713</c:v>
                </c:pt>
                <c:pt idx="2666">
                  <c:v>180.817508756389</c:v>
                </c:pt>
                <c:pt idx="2667">
                  <c:v>177.75373261445301</c:v>
                </c:pt>
                <c:pt idx="2668">
                  <c:v>180.59573776220799</c:v>
                </c:pt>
                <c:pt idx="2669">
                  <c:v>179.147173378681</c:v>
                </c:pt>
                <c:pt idx="2670">
                  <c:v>179.38444354494399</c:v>
                </c:pt>
                <c:pt idx="2671">
                  <c:v>175.47261235268101</c:v>
                </c:pt>
                <c:pt idx="2672">
                  <c:v>174.94531716141799</c:v>
                </c:pt>
                <c:pt idx="2673">
                  <c:v>173.40741360220801</c:v>
                </c:pt>
                <c:pt idx="2674">
                  <c:v>173.08778643247501</c:v>
                </c:pt>
                <c:pt idx="2675">
                  <c:v>175.445662274603</c:v>
                </c:pt>
                <c:pt idx="2676">
                  <c:v>174.715806115303</c:v>
                </c:pt>
                <c:pt idx="2677">
                  <c:v>172.516684125213</c:v>
                </c:pt>
                <c:pt idx="2678">
                  <c:v>170.20182404837701</c:v>
                </c:pt>
                <c:pt idx="2679">
                  <c:v>171.95456067019299</c:v>
                </c:pt>
                <c:pt idx="2680">
                  <c:v>169.790821743355</c:v>
                </c:pt>
                <c:pt idx="2681">
                  <c:v>171.428347751064</c:v>
                </c:pt>
                <c:pt idx="2682">
                  <c:v>176.85725702532201</c:v>
                </c:pt>
                <c:pt idx="2683">
                  <c:v>172.60254890794201</c:v>
                </c:pt>
                <c:pt idx="2684">
                  <c:v>171.08564888311199</c:v>
                </c:pt>
                <c:pt idx="2685">
                  <c:v>166.69074743409101</c:v>
                </c:pt>
                <c:pt idx="2686">
                  <c:v>169.55277982304699</c:v>
                </c:pt>
                <c:pt idx="2687">
                  <c:v>171.59971794802999</c:v>
                </c:pt>
                <c:pt idx="2688">
                  <c:v>169.36097951320801</c:v>
                </c:pt>
                <c:pt idx="2689">
                  <c:v>171.585677503498</c:v>
                </c:pt>
                <c:pt idx="2690">
                  <c:v>171.60433980295201</c:v>
                </c:pt>
                <c:pt idx="2691">
                  <c:v>171.03905273888299</c:v>
                </c:pt>
                <c:pt idx="2692">
                  <c:v>173.62590529276801</c:v>
                </c:pt>
                <c:pt idx="2693">
                  <c:v>172.787941310485</c:v>
                </c:pt>
                <c:pt idx="2694">
                  <c:v>171.50887374902899</c:v>
                </c:pt>
                <c:pt idx="2695">
                  <c:v>169.994947675242</c:v>
                </c:pt>
                <c:pt idx="2696">
                  <c:v>170.76574619104301</c:v>
                </c:pt>
                <c:pt idx="2697">
                  <c:v>173.342489401645</c:v>
                </c:pt>
                <c:pt idx="2698">
                  <c:v>175.172529241224</c:v>
                </c:pt>
                <c:pt idx="2699">
                  <c:v>174.92671417016999</c:v>
                </c:pt>
                <c:pt idx="2700">
                  <c:v>171.82478495122601</c:v>
                </c:pt>
                <c:pt idx="2701">
                  <c:v>173.346234478535</c:v>
                </c:pt>
                <c:pt idx="2702">
                  <c:v>174.807147826723</c:v>
                </c:pt>
                <c:pt idx="2703">
                  <c:v>175.33141212849401</c:v>
                </c:pt>
                <c:pt idx="2704">
                  <c:v>172.86802890181301</c:v>
                </c:pt>
                <c:pt idx="2705">
                  <c:v>168.82491535165701</c:v>
                </c:pt>
                <c:pt idx="2706">
                  <c:v>167.537070052404</c:v>
                </c:pt>
                <c:pt idx="2707">
                  <c:v>163.013085880988</c:v>
                </c:pt>
                <c:pt idx="2708">
                  <c:v>162.94395187362099</c:v>
                </c:pt>
                <c:pt idx="2709">
                  <c:v>163.273635894271</c:v>
                </c:pt>
                <c:pt idx="2710">
                  <c:v>156.45829287038799</c:v>
                </c:pt>
                <c:pt idx="2711">
                  <c:v>159.151905370029</c:v>
                </c:pt>
                <c:pt idx="2712">
                  <c:v>161.96181152255099</c:v>
                </c:pt>
                <c:pt idx="2713">
                  <c:v>164.36175742289601</c:v>
                </c:pt>
                <c:pt idx="2714">
                  <c:v>157.014924721992</c:v>
                </c:pt>
                <c:pt idx="2715">
                  <c:v>159.648245002039</c:v>
                </c:pt>
                <c:pt idx="2716">
                  <c:v>153.37479324998199</c:v>
                </c:pt>
                <c:pt idx="2717">
                  <c:v>158.00145975588001</c:v>
                </c:pt>
                <c:pt idx="2718">
                  <c:v>164.64456187118</c:v>
                </c:pt>
                <c:pt idx="2719">
                  <c:v>160.55558105563799</c:v>
                </c:pt>
                <c:pt idx="2720">
                  <c:v>158.111053529283</c:v>
                </c:pt>
                <c:pt idx="2721">
                  <c:v>158.426077645764</c:v>
                </c:pt>
                <c:pt idx="2722">
                  <c:v>160.33884482139399</c:v>
                </c:pt>
                <c:pt idx="2723">
                  <c:v>159.14258864951199</c:v>
                </c:pt>
                <c:pt idx="2724">
                  <c:v>146.550969237586</c:v>
                </c:pt>
                <c:pt idx="2725">
                  <c:v>152.86672979410599</c:v>
                </c:pt>
                <c:pt idx="2726">
                  <c:v>149.991706198348</c:v>
                </c:pt>
                <c:pt idx="2727">
                  <c:v>142.58437689449701</c:v>
                </c:pt>
                <c:pt idx="2728">
                  <c:v>141.95044143556899</c:v>
                </c:pt>
                <c:pt idx="2729">
                  <c:v>136.22730301111699</c:v>
                </c:pt>
                <c:pt idx="2730">
                  <c:v>129.60590896990701</c:v>
                </c:pt>
                <c:pt idx="2731">
                  <c:v>129.738967657898</c:v>
                </c:pt>
                <c:pt idx="2732">
                  <c:v>121.754489218643</c:v>
                </c:pt>
                <c:pt idx="2733">
                  <c:v>118.87940413911601</c:v>
                </c:pt>
                <c:pt idx="2734">
                  <c:v>133.322668072162</c:v>
                </c:pt>
                <c:pt idx="2735">
                  <c:v>131.71149936459099</c:v>
                </c:pt>
                <c:pt idx="2736">
                  <c:v>119.49554574538899</c:v>
                </c:pt>
                <c:pt idx="2737">
                  <c:v>125.54441919823</c:v>
                </c:pt>
                <c:pt idx="2738">
                  <c:v>125.745391435418</c:v>
                </c:pt>
                <c:pt idx="2739">
                  <c:v>132.336733452755</c:v>
                </c:pt>
                <c:pt idx="2740">
                  <c:v>128.137429772047</c:v>
                </c:pt>
                <c:pt idx="2741">
                  <c:v>121.104890092079</c:v>
                </c:pt>
                <c:pt idx="2742">
                  <c:v>122.43215604260701</c:v>
                </c:pt>
                <c:pt idx="2743">
                  <c:v>118.82185883903701</c:v>
                </c:pt>
                <c:pt idx="2744">
                  <c:v>114.446713054565</c:v>
                </c:pt>
                <c:pt idx="2745">
                  <c:v>125.48012413039</c:v>
                </c:pt>
                <c:pt idx="2746">
                  <c:v>126.410506087378</c:v>
                </c:pt>
                <c:pt idx="2747">
                  <c:v>130.065052222227</c:v>
                </c:pt>
                <c:pt idx="2748">
                  <c:v>131.36191447447399</c:v>
                </c:pt>
                <c:pt idx="2749">
                  <c:v>130.24570705034699</c:v>
                </c:pt>
                <c:pt idx="2750">
                  <c:v>134.84564815070701</c:v>
                </c:pt>
                <c:pt idx="2751">
                  <c:v>129.21384513495499</c:v>
                </c:pt>
                <c:pt idx="2752">
                  <c:v>123.752330476993</c:v>
                </c:pt>
                <c:pt idx="2753">
                  <c:v>127.46557805725</c:v>
                </c:pt>
                <c:pt idx="2754">
                  <c:v>127.403554754411</c:v>
                </c:pt>
                <c:pt idx="2755">
                  <c:v>124.852876827477</c:v>
                </c:pt>
                <c:pt idx="2756">
                  <c:v>119.145590789237</c:v>
                </c:pt>
                <c:pt idx="2757">
                  <c:v>127.249450207839</c:v>
                </c:pt>
                <c:pt idx="2758">
                  <c:v>121.88187500518001</c:v>
                </c:pt>
                <c:pt idx="2759">
                  <c:v>119.48796427448001</c:v>
                </c:pt>
                <c:pt idx="2760">
                  <c:v>120.83124629525</c:v>
                </c:pt>
                <c:pt idx="2761">
                  <c:v>114.568969189401</c:v>
                </c:pt>
                <c:pt idx="2762">
                  <c:v>107.044600944233</c:v>
                </c:pt>
                <c:pt idx="2763">
                  <c:v>113.372164924015</c:v>
                </c:pt>
                <c:pt idx="2764">
                  <c:v>118.384404331553</c:v>
                </c:pt>
                <c:pt idx="2765">
                  <c:v>119.41959467155</c:v>
                </c:pt>
                <c:pt idx="2766">
                  <c:v>122.93130164977001</c:v>
                </c:pt>
                <c:pt idx="2767">
                  <c:v>122.63856656995399</c:v>
                </c:pt>
                <c:pt idx="2768">
                  <c:v>113.282208611184</c:v>
                </c:pt>
                <c:pt idx="2769">
                  <c:v>116.328572853034</c:v>
                </c:pt>
                <c:pt idx="2770">
                  <c:v>118.403718479936</c:v>
                </c:pt>
                <c:pt idx="2771">
                  <c:v>114.38376913008599</c:v>
                </c:pt>
                <c:pt idx="2772">
                  <c:v>118.165073279758</c:v>
                </c:pt>
                <c:pt idx="2773">
                  <c:v>121.862207128633</c:v>
                </c:pt>
                <c:pt idx="2774">
                  <c:v>119.988489878027</c:v>
                </c:pt>
                <c:pt idx="2775">
                  <c:v>122.51557425269399</c:v>
                </c:pt>
                <c:pt idx="2776">
                  <c:v>119.81311588456801</c:v>
                </c:pt>
                <c:pt idx="2777">
                  <c:v>119.210192439509</c:v>
                </c:pt>
                <c:pt idx="2778">
                  <c:v>118.74463751479099</c:v>
                </c:pt>
                <c:pt idx="2779">
                  <c:v>124.08310511248899</c:v>
                </c:pt>
                <c:pt idx="2780">
                  <c:v>123.20013722626</c:v>
                </c:pt>
                <c:pt idx="2781">
                  <c:v>120.869437430671</c:v>
                </c:pt>
                <c:pt idx="2782">
                  <c:v>121.584197843908</c:v>
                </c:pt>
                <c:pt idx="2783">
                  <c:v>119.806208093023</c:v>
                </c:pt>
                <c:pt idx="2784">
                  <c:v>118.90040654974599</c:v>
                </c:pt>
                <c:pt idx="2785">
                  <c:v>119.08487949483499</c:v>
                </c:pt>
                <c:pt idx="2786">
                  <c:v>119.80180149634501</c:v>
                </c:pt>
                <c:pt idx="2787">
                  <c:v>119.641073796741</c:v>
                </c:pt>
                <c:pt idx="2788">
                  <c:v>121.925760018278</c:v>
                </c:pt>
                <c:pt idx="2789">
                  <c:v>123.31648791392</c:v>
                </c:pt>
                <c:pt idx="2790">
                  <c:v>127.30037984266301</c:v>
                </c:pt>
                <c:pt idx="2791">
                  <c:v>127.406385461178</c:v>
                </c:pt>
                <c:pt idx="2792">
                  <c:v>127.761496708119</c:v>
                </c:pt>
                <c:pt idx="2793">
                  <c:v>125.08670500638399</c:v>
                </c:pt>
                <c:pt idx="2794">
                  <c:v>124.595087481023</c:v>
                </c:pt>
                <c:pt idx="2795">
                  <c:v>122.330872203022</c:v>
                </c:pt>
                <c:pt idx="2796">
                  <c:v>119.938138929841</c:v>
                </c:pt>
                <c:pt idx="2797">
                  <c:v>120.52646403527</c:v>
                </c:pt>
                <c:pt idx="2798">
                  <c:v>117.119510824519</c:v>
                </c:pt>
                <c:pt idx="2799">
                  <c:v>117.83605659318</c:v>
                </c:pt>
                <c:pt idx="2800">
                  <c:v>118.99859689481499</c:v>
                </c:pt>
                <c:pt idx="2801">
                  <c:v>114.340044828915</c:v>
                </c:pt>
                <c:pt idx="2802">
                  <c:v>118.945761115469</c:v>
                </c:pt>
                <c:pt idx="2803">
                  <c:v>117.98738138033001</c:v>
                </c:pt>
                <c:pt idx="2804">
                  <c:v>118.15252625501</c:v>
                </c:pt>
                <c:pt idx="2805">
                  <c:v>119.458507218299</c:v>
                </c:pt>
                <c:pt idx="2806">
                  <c:v>120.292439856587</c:v>
                </c:pt>
                <c:pt idx="2807">
                  <c:v>123.442866040783</c:v>
                </c:pt>
                <c:pt idx="2808">
                  <c:v>121.090336691825</c:v>
                </c:pt>
                <c:pt idx="2809">
                  <c:v>119.152316166091</c:v>
                </c:pt>
                <c:pt idx="2810">
                  <c:v>118.91485580262</c:v>
                </c:pt>
                <c:pt idx="2811">
                  <c:v>121.34003689879999</c:v>
                </c:pt>
                <c:pt idx="2812">
                  <c:v>121.002096701008</c:v>
                </c:pt>
                <c:pt idx="2813">
                  <c:v>123.271549255534</c:v>
                </c:pt>
                <c:pt idx="2814">
                  <c:v>125.561634202018</c:v>
                </c:pt>
                <c:pt idx="2815">
                  <c:v>125.831430259584</c:v>
                </c:pt>
                <c:pt idx="2816">
                  <c:v>121.06874607601</c:v>
                </c:pt>
                <c:pt idx="2817">
                  <c:v>121.46185909643999</c:v>
                </c:pt>
                <c:pt idx="2818">
                  <c:v>121.875311022763</c:v>
                </c:pt>
                <c:pt idx="2819">
                  <c:v>120.92991161469401</c:v>
                </c:pt>
                <c:pt idx="2820">
                  <c:v>116.55950215041899</c:v>
                </c:pt>
                <c:pt idx="2821">
                  <c:v>116.92193791639301</c:v>
                </c:pt>
                <c:pt idx="2822">
                  <c:v>116.10083555285</c:v>
                </c:pt>
                <c:pt idx="2823">
                  <c:v>115.188853816902</c:v>
                </c:pt>
                <c:pt idx="2824">
                  <c:v>111.22159852408799</c:v>
                </c:pt>
                <c:pt idx="2825">
                  <c:v>114.706951699429</c:v>
                </c:pt>
                <c:pt idx="2826">
                  <c:v>113.225541124396</c:v>
                </c:pt>
                <c:pt idx="2827">
                  <c:v>111.00366251972</c:v>
                </c:pt>
                <c:pt idx="2828">
                  <c:v>109.281230314304</c:v>
                </c:pt>
                <c:pt idx="2829">
                  <c:v>104.78570265680401</c:v>
                </c:pt>
                <c:pt idx="2830">
                  <c:v>104.768135780104</c:v>
                </c:pt>
                <c:pt idx="2831">
                  <c:v>107.765013009022</c:v>
                </c:pt>
                <c:pt idx="2832">
                  <c:v>104.62774978448699</c:v>
                </c:pt>
                <c:pt idx="2833">
                  <c:v>104.380539941048</c:v>
                </c:pt>
                <c:pt idx="2834">
                  <c:v>102.755977385923</c:v>
                </c:pt>
                <c:pt idx="2835">
                  <c:v>107.086490282453</c:v>
                </c:pt>
                <c:pt idx="2836">
                  <c:v>106.74385510424899</c:v>
                </c:pt>
                <c:pt idx="2837">
                  <c:v>110.29403031067299</c:v>
                </c:pt>
                <c:pt idx="2838">
                  <c:v>110.83373004716999</c:v>
                </c:pt>
                <c:pt idx="2839">
                  <c:v>110.94541953875</c:v>
                </c:pt>
                <c:pt idx="2840">
                  <c:v>113.839489118402</c:v>
                </c:pt>
                <c:pt idx="2841">
                  <c:v>114.37180138464301</c:v>
                </c:pt>
                <c:pt idx="2842">
                  <c:v>114.297081124653</c:v>
                </c:pt>
                <c:pt idx="2843">
                  <c:v>113.050688848186</c:v>
                </c:pt>
                <c:pt idx="2844">
                  <c:v>118.60784508875599</c:v>
                </c:pt>
                <c:pt idx="2845">
                  <c:v>116.2546861989</c:v>
                </c:pt>
                <c:pt idx="2846">
                  <c:v>117.159564261461</c:v>
                </c:pt>
                <c:pt idx="2847">
                  <c:v>118.74169626728499</c:v>
                </c:pt>
                <c:pt idx="2848">
                  <c:v>117.043101218933</c:v>
                </c:pt>
                <c:pt idx="2849">
                  <c:v>115.47936082585301</c:v>
                </c:pt>
                <c:pt idx="2850">
                  <c:v>116.267838279874</c:v>
                </c:pt>
                <c:pt idx="2851">
                  <c:v>116.9889782134</c:v>
                </c:pt>
                <c:pt idx="2852">
                  <c:v>118.492859159497</c:v>
                </c:pt>
                <c:pt idx="2853">
                  <c:v>118.637230349647</c:v>
                </c:pt>
                <c:pt idx="2854">
                  <c:v>117.97051164918901</c:v>
                </c:pt>
                <c:pt idx="2855">
                  <c:v>115.741195768124</c:v>
                </c:pt>
                <c:pt idx="2856">
                  <c:v>116.82837241060599</c:v>
                </c:pt>
                <c:pt idx="2857">
                  <c:v>117.891374671497</c:v>
                </c:pt>
                <c:pt idx="2858">
                  <c:v>117.271823576448</c:v>
                </c:pt>
                <c:pt idx="2859">
                  <c:v>116.04412298920801</c:v>
                </c:pt>
                <c:pt idx="2860">
                  <c:v>116.268484398982</c:v>
                </c:pt>
                <c:pt idx="2861">
                  <c:v>117.050307486202</c:v>
                </c:pt>
                <c:pt idx="2862">
                  <c:v>117.35580270393299</c:v>
                </c:pt>
                <c:pt idx="2863">
                  <c:v>114.85744141921001</c:v>
                </c:pt>
                <c:pt idx="2864">
                  <c:v>115.997563244934</c:v>
                </c:pt>
                <c:pt idx="2865">
                  <c:v>114.527391718874</c:v>
                </c:pt>
                <c:pt idx="2866">
                  <c:v>115.42905400906299</c:v>
                </c:pt>
                <c:pt idx="2867">
                  <c:v>115.988433025097</c:v>
                </c:pt>
                <c:pt idx="2868">
                  <c:v>116.117343113676</c:v>
                </c:pt>
                <c:pt idx="2869">
                  <c:v>116.47901073302501</c:v>
                </c:pt>
                <c:pt idx="2870">
                  <c:v>117.990195671462</c:v>
                </c:pt>
                <c:pt idx="2871">
                  <c:v>116.88740932061501</c:v>
                </c:pt>
                <c:pt idx="2872">
                  <c:v>117.343789007089</c:v>
                </c:pt>
                <c:pt idx="2873">
                  <c:v>119.27502178771</c:v>
                </c:pt>
                <c:pt idx="2874">
                  <c:v>118.888775065242</c:v>
                </c:pt>
                <c:pt idx="2875">
                  <c:v>119.397350485337</c:v>
                </c:pt>
                <c:pt idx="2876">
                  <c:v>118.98127514712699</c:v>
                </c:pt>
                <c:pt idx="2877">
                  <c:v>120.29447924037601</c:v>
                </c:pt>
                <c:pt idx="2878">
                  <c:v>119.31360663575001</c:v>
                </c:pt>
                <c:pt idx="2879">
                  <c:v>120.17789961861401</c:v>
                </c:pt>
                <c:pt idx="2880">
                  <c:v>118.501812787719</c:v>
                </c:pt>
                <c:pt idx="2881">
                  <c:v>118.61023434917399</c:v>
                </c:pt>
                <c:pt idx="2882">
                  <c:v>117.23155899822</c:v>
                </c:pt>
                <c:pt idx="2883">
                  <c:v>119.415645752152</c:v>
                </c:pt>
                <c:pt idx="2884">
                  <c:v>119.243936753583</c:v>
                </c:pt>
                <c:pt idx="2885">
                  <c:v>118.96389140146999</c:v>
                </c:pt>
                <c:pt idx="2886">
                  <c:v>117.591401005938</c:v>
                </c:pt>
                <c:pt idx="2887">
                  <c:v>117.85659058463099</c:v>
                </c:pt>
                <c:pt idx="2888">
                  <c:v>120.267098402638</c:v>
                </c:pt>
                <c:pt idx="2889">
                  <c:v>118.319536341968</c:v>
                </c:pt>
                <c:pt idx="2890">
                  <c:v>119.733876433891</c:v>
                </c:pt>
                <c:pt idx="2891">
                  <c:v>121.10915269104299</c:v>
                </c:pt>
                <c:pt idx="2892">
                  <c:v>123.397697904221</c:v>
                </c:pt>
                <c:pt idx="2893">
                  <c:v>124.070309334526</c:v>
                </c:pt>
                <c:pt idx="2894">
                  <c:v>123.471140924138</c:v>
                </c:pt>
                <c:pt idx="2895">
                  <c:v>123.838888999696</c:v>
                </c:pt>
                <c:pt idx="2896">
                  <c:v>123.56961941527</c:v>
                </c:pt>
                <c:pt idx="2897">
                  <c:v>123.347549591939</c:v>
                </c:pt>
                <c:pt idx="2898">
                  <c:v>123.614589289766</c:v>
                </c:pt>
                <c:pt idx="2899">
                  <c:v>123.212166561361</c:v>
                </c:pt>
                <c:pt idx="2900">
                  <c:v>123.957854037288</c:v>
                </c:pt>
                <c:pt idx="2901">
                  <c:v>124.207301722678</c:v>
                </c:pt>
                <c:pt idx="2902">
                  <c:v>121.614517417735</c:v>
                </c:pt>
                <c:pt idx="2903">
                  <c:v>120.572914122629</c:v>
                </c:pt>
                <c:pt idx="2904">
                  <c:v>121.614127403643</c:v>
                </c:pt>
                <c:pt idx="2905">
                  <c:v>122.655336709227</c:v>
                </c:pt>
                <c:pt idx="2906">
                  <c:v>122.53305266504501</c:v>
                </c:pt>
                <c:pt idx="2907">
                  <c:v>120.031750330824</c:v>
                </c:pt>
                <c:pt idx="2908">
                  <c:v>120.028085574804</c:v>
                </c:pt>
                <c:pt idx="2909">
                  <c:v>120.65336482692</c:v>
                </c:pt>
                <c:pt idx="2910">
                  <c:v>123.023118482358</c:v>
                </c:pt>
                <c:pt idx="2911">
                  <c:v>122.393951821942</c:v>
                </c:pt>
                <c:pt idx="2912">
                  <c:v>123.272562139554</c:v>
                </c:pt>
                <c:pt idx="2913">
                  <c:v>122.51928127388</c:v>
                </c:pt>
                <c:pt idx="2914">
                  <c:v>123.08164626349399</c:v>
                </c:pt>
                <c:pt idx="2915">
                  <c:v>120.27402384766</c:v>
                </c:pt>
                <c:pt idx="2916">
                  <c:v>120.646456145687</c:v>
                </c:pt>
                <c:pt idx="2917">
                  <c:v>118.773638598986</c:v>
                </c:pt>
                <c:pt idx="2918">
                  <c:v>119.892530353658</c:v>
                </c:pt>
                <c:pt idx="2919">
                  <c:v>119.661330740697</c:v>
                </c:pt>
                <c:pt idx="2920">
                  <c:v>119.019168372012</c:v>
                </c:pt>
                <c:pt idx="2921">
                  <c:v>120.858381610088</c:v>
                </c:pt>
                <c:pt idx="2922">
                  <c:v>121.5037797175</c:v>
                </c:pt>
                <c:pt idx="2923">
                  <c:v>123.523678551958</c:v>
                </c:pt>
                <c:pt idx="2924">
                  <c:v>124.420452351923</c:v>
                </c:pt>
                <c:pt idx="2925">
                  <c:v>124.610634477318</c:v>
                </c:pt>
                <c:pt idx="2926">
                  <c:v>125.311047151564</c:v>
                </c:pt>
                <c:pt idx="2927">
                  <c:v>126.37172132145101</c:v>
                </c:pt>
                <c:pt idx="2928">
                  <c:v>125.944030714812</c:v>
                </c:pt>
                <c:pt idx="2929">
                  <c:v>127.847941001919</c:v>
                </c:pt>
                <c:pt idx="2930">
                  <c:v>128.737648901694</c:v>
                </c:pt>
                <c:pt idx="2931">
                  <c:v>128.861528111919</c:v>
                </c:pt>
                <c:pt idx="2932">
                  <c:v>128.69405531415299</c:v>
                </c:pt>
                <c:pt idx="2933">
                  <c:v>128.53353131556</c:v>
                </c:pt>
                <c:pt idx="2934">
                  <c:v>128.85113335336101</c:v>
                </c:pt>
                <c:pt idx="2935">
                  <c:v>128.58124539188699</c:v>
                </c:pt>
                <c:pt idx="2936">
                  <c:v>129.69763320912099</c:v>
                </c:pt>
                <c:pt idx="2937">
                  <c:v>129.64891026856699</c:v>
                </c:pt>
                <c:pt idx="2938">
                  <c:v>128.44008292317801</c:v>
                </c:pt>
                <c:pt idx="2939">
                  <c:v>127.39589335739601</c:v>
                </c:pt>
                <c:pt idx="2940">
                  <c:v>128.09332779247401</c:v>
                </c:pt>
                <c:pt idx="2941">
                  <c:v>128.26699213762399</c:v>
                </c:pt>
                <c:pt idx="2942">
                  <c:v>127.50088444857001</c:v>
                </c:pt>
                <c:pt idx="2943">
                  <c:v>128.45101311944799</c:v>
                </c:pt>
                <c:pt idx="2944">
                  <c:v>128.606958040112</c:v>
                </c:pt>
                <c:pt idx="2945">
                  <c:v>127.90536527274401</c:v>
                </c:pt>
                <c:pt idx="2946">
                  <c:v>126.09208502582</c:v>
                </c:pt>
                <c:pt idx="2947">
                  <c:v>126.465114430003</c:v>
                </c:pt>
                <c:pt idx="2948">
                  <c:v>128.052584217294</c:v>
                </c:pt>
                <c:pt idx="2949">
                  <c:v>128.84939599793501</c:v>
                </c:pt>
                <c:pt idx="2950">
                  <c:v>130.32315372082101</c:v>
                </c:pt>
                <c:pt idx="2951">
                  <c:v>130.540339802088</c:v>
                </c:pt>
                <c:pt idx="2952">
                  <c:v>130.40577893044599</c:v>
                </c:pt>
                <c:pt idx="2953">
                  <c:v>130.67519854196601</c:v>
                </c:pt>
                <c:pt idx="2954">
                  <c:v>130.48853418924699</c:v>
                </c:pt>
                <c:pt idx="2955">
                  <c:v>129.76849618483701</c:v>
                </c:pt>
                <c:pt idx="2956">
                  <c:v>128.88441014590501</c:v>
                </c:pt>
                <c:pt idx="2957">
                  <c:v>127.410729147555</c:v>
                </c:pt>
                <c:pt idx="2958">
                  <c:v>127.147722301537</c:v>
                </c:pt>
                <c:pt idx="2959">
                  <c:v>127.53800958327299</c:v>
                </c:pt>
                <c:pt idx="2960">
                  <c:v>128.94444636487901</c:v>
                </c:pt>
                <c:pt idx="2961">
                  <c:v>129.66015118625299</c:v>
                </c:pt>
                <c:pt idx="2962">
                  <c:v>130.07996341139599</c:v>
                </c:pt>
                <c:pt idx="2963">
                  <c:v>130.75517031760199</c:v>
                </c:pt>
                <c:pt idx="2964">
                  <c:v>130.556487939303</c:v>
                </c:pt>
                <c:pt idx="2965">
                  <c:v>131.01802921992601</c:v>
                </c:pt>
                <c:pt idx="2966">
                  <c:v>130.89143492545799</c:v>
                </c:pt>
                <c:pt idx="2967">
                  <c:v>132.22750202529099</c:v>
                </c:pt>
                <c:pt idx="2968">
                  <c:v>131.80227577130299</c:v>
                </c:pt>
                <c:pt idx="2969">
                  <c:v>131.97641810565199</c:v>
                </c:pt>
                <c:pt idx="2970">
                  <c:v>131.97863181304999</c:v>
                </c:pt>
                <c:pt idx="2971">
                  <c:v>132.22428580165999</c:v>
                </c:pt>
                <c:pt idx="2972">
                  <c:v>130.96861054175099</c:v>
                </c:pt>
                <c:pt idx="2973">
                  <c:v>130.006452897099</c:v>
                </c:pt>
                <c:pt idx="2974">
                  <c:v>129.15564438168701</c:v>
                </c:pt>
                <c:pt idx="2975">
                  <c:v>131.65777037999101</c:v>
                </c:pt>
                <c:pt idx="2976">
                  <c:v>131.33051677375499</c:v>
                </c:pt>
                <c:pt idx="2977">
                  <c:v>130.97416006506401</c:v>
                </c:pt>
                <c:pt idx="2978">
                  <c:v>127.838706742174</c:v>
                </c:pt>
                <c:pt idx="2979">
                  <c:v>127.547963322258</c:v>
                </c:pt>
                <c:pt idx="2980">
                  <c:v>129.163976265803</c:v>
                </c:pt>
                <c:pt idx="2981">
                  <c:v>131.10068995303601</c:v>
                </c:pt>
                <c:pt idx="2982">
                  <c:v>131.39107893220401</c:v>
                </c:pt>
                <c:pt idx="2983">
                  <c:v>131.947683145431</c:v>
                </c:pt>
                <c:pt idx="2984">
                  <c:v>133.003030754956</c:v>
                </c:pt>
                <c:pt idx="2985">
                  <c:v>133.477230209124</c:v>
                </c:pt>
                <c:pt idx="2986">
                  <c:v>133.208293004404</c:v>
                </c:pt>
                <c:pt idx="2987">
                  <c:v>135.25505096217699</c:v>
                </c:pt>
                <c:pt idx="2988">
                  <c:v>135.53496327045801</c:v>
                </c:pt>
                <c:pt idx="2989">
                  <c:v>134.31549757401299</c:v>
                </c:pt>
                <c:pt idx="2990">
                  <c:v>135.608115941433</c:v>
                </c:pt>
                <c:pt idx="2991">
                  <c:v>135.34761661023299</c:v>
                </c:pt>
                <c:pt idx="2992">
                  <c:v>134.41412970097599</c:v>
                </c:pt>
                <c:pt idx="2993">
                  <c:v>135.81744455360101</c:v>
                </c:pt>
                <c:pt idx="2994">
                  <c:v>134.898837987326</c:v>
                </c:pt>
                <c:pt idx="2995">
                  <c:v>133.45629141978401</c:v>
                </c:pt>
                <c:pt idx="2996">
                  <c:v>132.62928852109701</c:v>
                </c:pt>
                <c:pt idx="2997">
                  <c:v>129.62746348581601</c:v>
                </c:pt>
                <c:pt idx="2998">
                  <c:v>132.32268616411901</c:v>
                </c:pt>
                <c:pt idx="2999">
                  <c:v>128.77673055583099</c:v>
                </c:pt>
                <c:pt idx="3000">
                  <c:v>129.908141360825</c:v>
                </c:pt>
                <c:pt idx="3001">
                  <c:v>130.06238868524801</c:v>
                </c:pt>
                <c:pt idx="3002">
                  <c:v>130.343748608742</c:v>
                </c:pt>
                <c:pt idx="3003">
                  <c:v>132.95693909179599</c:v>
                </c:pt>
                <c:pt idx="3004">
                  <c:v>133.748862211626</c:v>
                </c:pt>
                <c:pt idx="3005">
                  <c:v>136.42155274671001</c:v>
                </c:pt>
                <c:pt idx="3006">
                  <c:v>136.53721913960601</c:v>
                </c:pt>
                <c:pt idx="3007">
                  <c:v>137.03126699880599</c:v>
                </c:pt>
                <c:pt idx="3008">
                  <c:v>135.644185080374</c:v>
                </c:pt>
                <c:pt idx="3009">
                  <c:v>136.66915017364701</c:v>
                </c:pt>
                <c:pt idx="3010">
                  <c:v>138.24558205951999</c:v>
                </c:pt>
                <c:pt idx="3011">
                  <c:v>138.20338481061901</c:v>
                </c:pt>
                <c:pt idx="3012">
                  <c:v>137.982540032934</c:v>
                </c:pt>
                <c:pt idx="3013">
                  <c:v>135.90374734812301</c:v>
                </c:pt>
                <c:pt idx="3014">
                  <c:v>135.53412950977099</c:v>
                </c:pt>
                <c:pt idx="3015">
                  <c:v>137.76034158669501</c:v>
                </c:pt>
                <c:pt idx="3016">
                  <c:v>137.408796159209</c:v>
                </c:pt>
                <c:pt idx="3017">
                  <c:v>138.116491180586</c:v>
                </c:pt>
                <c:pt idx="3018">
                  <c:v>135.89444496425199</c:v>
                </c:pt>
                <c:pt idx="3019">
                  <c:v>136.279134328944</c:v>
                </c:pt>
                <c:pt idx="3020">
                  <c:v>137.60181914278101</c:v>
                </c:pt>
                <c:pt idx="3021">
                  <c:v>137.925525332897</c:v>
                </c:pt>
                <c:pt idx="3022">
                  <c:v>136.890797980907</c:v>
                </c:pt>
                <c:pt idx="3023">
                  <c:v>137.38829531110599</c:v>
                </c:pt>
                <c:pt idx="3024">
                  <c:v>136.778638247039</c:v>
                </c:pt>
                <c:pt idx="3025">
                  <c:v>135.69953757760999</c:v>
                </c:pt>
                <c:pt idx="3026">
                  <c:v>136.42003001341399</c:v>
                </c:pt>
                <c:pt idx="3027">
                  <c:v>137.69431739096001</c:v>
                </c:pt>
                <c:pt idx="3028">
                  <c:v>137.733326614155</c:v>
                </c:pt>
                <c:pt idx="3029">
                  <c:v>139.32277904907701</c:v>
                </c:pt>
                <c:pt idx="3030">
                  <c:v>138.68537340255301</c:v>
                </c:pt>
                <c:pt idx="3031">
                  <c:v>138.79011758838001</c:v>
                </c:pt>
                <c:pt idx="3032">
                  <c:v>137.233425179638</c:v>
                </c:pt>
                <c:pt idx="3033">
                  <c:v>138.814647409131</c:v>
                </c:pt>
                <c:pt idx="3034">
                  <c:v>140.65417610840399</c:v>
                </c:pt>
                <c:pt idx="3035">
                  <c:v>141.471476007429</c:v>
                </c:pt>
                <c:pt idx="3036">
                  <c:v>142.05203057902199</c:v>
                </c:pt>
                <c:pt idx="3037">
                  <c:v>143.103723150837</c:v>
                </c:pt>
                <c:pt idx="3038">
                  <c:v>143.364046535364</c:v>
                </c:pt>
                <c:pt idx="3039">
                  <c:v>142.948950160061</c:v>
                </c:pt>
                <c:pt idx="3040">
                  <c:v>143.121576421279</c:v>
                </c:pt>
                <c:pt idx="3041">
                  <c:v>141.81033903339099</c:v>
                </c:pt>
                <c:pt idx="3042">
                  <c:v>143.78291234831801</c:v>
                </c:pt>
                <c:pt idx="3043">
                  <c:v>144.144569210405</c:v>
                </c:pt>
                <c:pt idx="3044">
                  <c:v>143.98984661376201</c:v>
                </c:pt>
                <c:pt idx="3045">
                  <c:v>144.406232568598</c:v>
                </c:pt>
                <c:pt idx="3046">
                  <c:v>144.765376141638</c:v>
                </c:pt>
                <c:pt idx="3047">
                  <c:v>144.49604755333399</c:v>
                </c:pt>
                <c:pt idx="3048">
                  <c:v>142.70275818807599</c:v>
                </c:pt>
                <c:pt idx="3049">
                  <c:v>144.06235583145499</c:v>
                </c:pt>
                <c:pt idx="3050">
                  <c:v>144.51856661375299</c:v>
                </c:pt>
                <c:pt idx="3051">
                  <c:v>143.03460655185299</c:v>
                </c:pt>
                <c:pt idx="3052">
                  <c:v>144.98002548370499</c:v>
                </c:pt>
                <c:pt idx="3053">
                  <c:v>143.25480166233501</c:v>
                </c:pt>
                <c:pt idx="3054">
                  <c:v>140.72461768468401</c:v>
                </c:pt>
                <c:pt idx="3055">
                  <c:v>137.01822436469101</c:v>
                </c:pt>
                <c:pt idx="3056">
                  <c:v>137.81415404515801</c:v>
                </c:pt>
                <c:pt idx="3057">
                  <c:v>137.76327010815501</c:v>
                </c:pt>
                <c:pt idx="3058">
                  <c:v>138.92415056251301</c:v>
                </c:pt>
                <c:pt idx="3059">
                  <c:v>137.20475179136699</c:v>
                </c:pt>
                <c:pt idx="3060">
                  <c:v>135.73629178173601</c:v>
                </c:pt>
                <c:pt idx="3061">
                  <c:v>137.22702831365501</c:v>
                </c:pt>
                <c:pt idx="3062">
                  <c:v>139.16315903834001</c:v>
                </c:pt>
                <c:pt idx="3063">
                  <c:v>138.73904678213799</c:v>
                </c:pt>
                <c:pt idx="3064">
                  <c:v>134.92273377836901</c:v>
                </c:pt>
                <c:pt idx="3065">
                  <c:v>135.631958394989</c:v>
                </c:pt>
                <c:pt idx="3066">
                  <c:v>134.975218503045</c:v>
                </c:pt>
                <c:pt idx="3067">
                  <c:v>136.668556731303</c:v>
                </c:pt>
                <c:pt idx="3068">
                  <c:v>136.06320584122699</c:v>
                </c:pt>
                <c:pt idx="3069">
                  <c:v>137.61234475472901</c:v>
                </c:pt>
                <c:pt idx="3070">
                  <c:v>137.380876754669</c:v>
                </c:pt>
                <c:pt idx="3071">
                  <c:v>139.38863452314999</c:v>
                </c:pt>
                <c:pt idx="3072">
                  <c:v>140.21752927539001</c:v>
                </c:pt>
                <c:pt idx="3073">
                  <c:v>141.12317861582599</c:v>
                </c:pt>
                <c:pt idx="3074">
                  <c:v>141.08543110248101</c:v>
                </c:pt>
                <c:pt idx="3075">
                  <c:v>141.032705998761</c:v>
                </c:pt>
                <c:pt idx="3076">
                  <c:v>139.64204482073501</c:v>
                </c:pt>
                <c:pt idx="3077">
                  <c:v>141.46444307155801</c:v>
                </c:pt>
                <c:pt idx="3078">
                  <c:v>141.93256615131401</c:v>
                </c:pt>
                <c:pt idx="3079">
                  <c:v>142.48410474288201</c:v>
                </c:pt>
                <c:pt idx="3080">
                  <c:v>144.36297161746</c:v>
                </c:pt>
                <c:pt idx="3081">
                  <c:v>144.244738954159</c:v>
                </c:pt>
                <c:pt idx="3082">
                  <c:v>144.26007735917099</c:v>
                </c:pt>
                <c:pt idx="3083">
                  <c:v>144.826229340444</c:v>
                </c:pt>
                <c:pt idx="3084">
                  <c:v>147.15298062320599</c:v>
                </c:pt>
                <c:pt idx="3085">
                  <c:v>147.33632929743999</c:v>
                </c:pt>
                <c:pt idx="3086">
                  <c:v>147.680044345331</c:v>
                </c:pt>
                <c:pt idx="3087">
                  <c:v>148.34591922668699</c:v>
                </c:pt>
                <c:pt idx="3088">
                  <c:v>149.101642463438</c:v>
                </c:pt>
                <c:pt idx="3089">
                  <c:v>149.24850066511101</c:v>
                </c:pt>
                <c:pt idx="3090">
                  <c:v>149.17372131468801</c:v>
                </c:pt>
                <c:pt idx="3091">
                  <c:v>150.032098934733</c:v>
                </c:pt>
                <c:pt idx="3092">
                  <c:v>150.884709334859</c:v>
                </c:pt>
                <c:pt idx="3093">
                  <c:v>150.87772309643</c:v>
                </c:pt>
                <c:pt idx="3094">
                  <c:v>150.187281674351</c:v>
                </c:pt>
                <c:pt idx="3095">
                  <c:v>151.771669686443</c:v>
                </c:pt>
                <c:pt idx="3096">
                  <c:v>152.52596200354901</c:v>
                </c:pt>
                <c:pt idx="3097">
                  <c:v>152.04484137979799</c:v>
                </c:pt>
                <c:pt idx="3098">
                  <c:v>152.087524562124</c:v>
                </c:pt>
                <c:pt idx="3099">
                  <c:v>152.35476597155099</c:v>
                </c:pt>
                <c:pt idx="3100">
                  <c:v>152.86893805228601</c:v>
                </c:pt>
                <c:pt idx="3101">
                  <c:v>153.38325622542999</c:v>
                </c:pt>
                <c:pt idx="3102">
                  <c:v>152.19181190739499</c:v>
                </c:pt>
                <c:pt idx="3103">
                  <c:v>152.92428530149601</c:v>
                </c:pt>
                <c:pt idx="3104">
                  <c:v>154.67759246925399</c:v>
                </c:pt>
                <c:pt idx="3105">
                  <c:v>154.88692036225399</c:v>
                </c:pt>
                <c:pt idx="3106">
                  <c:v>154.08568206469101</c:v>
                </c:pt>
                <c:pt idx="3107">
                  <c:v>155.04331541390101</c:v>
                </c:pt>
                <c:pt idx="3108">
                  <c:v>156.174528208281</c:v>
                </c:pt>
                <c:pt idx="3109">
                  <c:v>156.447947291346</c:v>
                </c:pt>
                <c:pt idx="3110">
                  <c:v>157.11943412078799</c:v>
                </c:pt>
                <c:pt idx="3111">
                  <c:v>159.74795752529101</c:v>
                </c:pt>
                <c:pt idx="3112">
                  <c:v>160.52389797532899</c:v>
                </c:pt>
                <c:pt idx="3113">
                  <c:v>156.68662735614799</c:v>
                </c:pt>
                <c:pt idx="3114">
                  <c:v>156.81301421802701</c:v>
                </c:pt>
                <c:pt idx="3115">
                  <c:v>158.24081386804201</c:v>
                </c:pt>
                <c:pt idx="3116">
                  <c:v>159.418447027078</c:v>
                </c:pt>
                <c:pt idx="3117">
                  <c:v>160.95635403001799</c:v>
                </c:pt>
                <c:pt idx="3118">
                  <c:v>161.669946969226</c:v>
                </c:pt>
                <c:pt idx="3119">
                  <c:v>161.331433540094</c:v>
                </c:pt>
                <c:pt idx="3120">
                  <c:v>157.03398782104799</c:v>
                </c:pt>
                <c:pt idx="3121">
                  <c:v>157.29207913836299</c:v>
                </c:pt>
                <c:pt idx="3122">
                  <c:v>159.79705077215601</c:v>
                </c:pt>
                <c:pt idx="3123">
                  <c:v>155.53700302510401</c:v>
                </c:pt>
                <c:pt idx="3124">
                  <c:v>158.09837726496099</c:v>
                </c:pt>
                <c:pt idx="3125">
                  <c:v>153.26731856442399</c:v>
                </c:pt>
                <c:pt idx="3126">
                  <c:v>151.60614831523199</c:v>
                </c:pt>
                <c:pt idx="3127">
                  <c:v>146.38205142247901</c:v>
                </c:pt>
                <c:pt idx="3128">
                  <c:v>142.766344222763</c:v>
                </c:pt>
                <c:pt idx="3129">
                  <c:v>150.93320441036701</c:v>
                </c:pt>
                <c:pt idx="3130">
                  <c:v>150.07657499559301</c:v>
                </c:pt>
                <c:pt idx="3131">
                  <c:v>153.30893505750299</c:v>
                </c:pt>
                <c:pt idx="3132">
                  <c:v>151.12517808115999</c:v>
                </c:pt>
                <c:pt idx="3133">
                  <c:v>147.51353910870901</c:v>
                </c:pt>
                <c:pt idx="3134">
                  <c:v>147.40994008987701</c:v>
                </c:pt>
                <c:pt idx="3135">
                  <c:v>144.580778013274</c:v>
                </c:pt>
                <c:pt idx="3136">
                  <c:v>143.43364050743301</c:v>
                </c:pt>
                <c:pt idx="3137">
                  <c:v>137.75651752361799</c:v>
                </c:pt>
                <c:pt idx="3138">
                  <c:v>140.43573404919201</c:v>
                </c:pt>
                <c:pt idx="3139">
                  <c:v>139.395719525619</c:v>
                </c:pt>
                <c:pt idx="3140">
                  <c:v>139.77870589349101</c:v>
                </c:pt>
                <c:pt idx="3141">
                  <c:v>138.804022374098</c:v>
                </c:pt>
                <c:pt idx="3142">
                  <c:v>144.56703565106699</c:v>
                </c:pt>
                <c:pt idx="3143">
                  <c:v>142.882774978242</c:v>
                </c:pt>
                <c:pt idx="3144">
                  <c:v>140.673651164441</c:v>
                </c:pt>
                <c:pt idx="3145">
                  <c:v>144.115007276424</c:v>
                </c:pt>
                <c:pt idx="3146">
                  <c:v>145.037754262493</c:v>
                </c:pt>
                <c:pt idx="3147">
                  <c:v>139.85810312677901</c:v>
                </c:pt>
                <c:pt idx="3148">
                  <c:v>137.05491982741299</c:v>
                </c:pt>
                <c:pt idx="3149">
                  <c:v>137.672221516218</c:v>
                </c:pt>
                <c:pt idx="3150">
                  <c:v>136.924010000452</c:v>
                </c:pt>
                <c:pt idx="3151">
                  <c:v>140.96616625499499</c:v>
                </c:pt>
                <c:pt idx="3152">
                  <c:v>142.306277941123</c:v>
                </c:pt>
                <c:pt idx="3153">
                  <c:v>142.00144034305799</c:v>
                </c:pt>
                <c:pt idx="3154">
                  <c:v>146.06552663025701</c:v>
                </c:pt>
                <c:pt idx="3155">
                  <c:v>146.314806477773</c:v>
                </c:pt>
                <c:pt idx="3156">
                  <c:v>146.339448007881</c:v>
                </c:pt>
                <c:pt idx="3157">
                  <c:v>146.572568621703</c:v>
                </c:pt>
                <c:pt idx="3158">
                  <c:v>145.600368628583</c:v>
                </c:pt>
                <c:pt idx="3159">
                  <c:v>143.48569923152499</c:v>
                </c:pt>
                <c:pt idx="3160">
                  <c:v>142.954318698853</c:v>
                </c:pt>
                <c:pt idx="3161">
                  <c:v>140.09648096670901</c:v>
                </c:pt>
                <c:pt idx="3162">
                  <c:v>140.35913776971199</c:v>
                </c:pt>
                <c:pt idx="3163">
                  <c:v>139.73123925461101</c:v>
                </c:pt>
                <c:pt idx="3164">
                  <c:v>133.94465453319501</c:v>
                </c:pt>
                <c:pt idx="3165">
                  <c:v>132.34615038397499</c:v>
                </c:pt>
                <c:pt idx="3166">
                  <c:v>132.50326098032599</c:v>
                </c:pt>
                <c:pt idx="3167">
                  <c:v>131.638784237191</c:v>
                </c:pt>
                <c:pt idx="3168">
                  <c:v>132.29068582419001</c:v>
                </c:pt>
                <c:pt idx="3169">
                  <c:v>137.12368726415701</c:v>
                </c:pt>
                <c:pt idx="3170">
                  <c:v>138.00159207530101</c:v>
                </c:pt>
                <c:pt idx="3171">
                  <c:v>139.45886786704901</c:v>
                </c:pt>
                <c:pt idx="3172">
                  <c:v>139.64430852714199</c:v>
                </c:pt>
                <c:pt idx="3173">
                  <c:v>142.03250723355299</c:v>
                </c:pt>
                <c:pt idx="3174">
                  <c:v>142.52269941875701</c:v>
                </c:pt>
                <c:pt idx="3175">
                  <c:v>142.74307008833401</c:v>
                </c:pt>
                <c:pt idx="3176">
                  <c:v>137.87293157313499</c:v>
                </c:pt>
                <c:pt idx="3177">
                  <c:v>138.515736430494</c:v>
                </c:pt>
                <c:pt idx="3178">
                  <c:v>140.826299338388</c:v>
                </c:pt>
                <c:pt idx="3179">
                  <c:v>138.85416768162901</c:v>
                </c:pt>
                <c:pt idx="3180">
                  <c:v>142.52750260967699</c:v>
                </c:pt>
                <c:pt idx="3181">
                  <c:v>144.17217919843401</c:v>
                </c:pt>
                <c:pt idx="3182">
                  <c:v>145.48155823356501</c:v>
                </c:pt>
                <c:pt idx="3183">
                  <c:v>144.86516226963701</c:v>
                </c:pt>
                <c:pt idx="3184">
                  <c:v>143.59917890087999</c:v>
                </c:pt>
                <c:pt idx="3185">
                  <c:v>143.371932158611</c:v>
                </c:pt>
                <c:pt idx="3186">
                  <c:v>143.15913873079401</c:v>
                </c:pt>
                <c:pt idx="3187">
                  <c:v>146.27502939260199</c:v>
                </c:pt>
                <c:pt idx="3188">
                  <c:v>145.36711031394699</c:v>
                </c:pt>
                <c:pt idx="3189">
                  <c:v>147.069692884169</c:v>
                </c:pt>
                <c:pt idx="3190">
                  <c:v>146.70616031072299</c:v>
                </c:pt>
                <c:pt idx="3191">
                  <c:v>146.30197401776101</c:v>
                </c:pt>
                <c:pt idx="3192">
                  <c:v>147.57990046636399</c:v>
                </c:pt>
                <c:pt idx="3193">
                  <c:v>146.118559749497</c:v>
                </c:pt>
                <c:pt idx="3194">
                  <c:v>141.79556690709899</c:v>
                </c:pt>
                <c:pt idx="3195">
                  <c:v>140.40055819916199</c:v>
                </c:pt>
                <c:pt idx="3196">
                  <c:v>139.37631230490899</c:v>
                </c:pt>
                <c:pt idx="3197">
                  <c:v>139.480161360669</c:v>
                </c:pt>
                <c:pt idx="3198">
                  <c:v>141.48782017528501</c:v>
                </c:pt>
                <c:pt idx="3199">
                  <c:v>141.99721451634599</c:v>
                </c:pt>
                <c:pt idx="3200">
                  <c:v>139.56678750168601</c:v>
                </c:pt>
                <c:pt idx="3201">
                  <c:v>139.29460707870999</c:v>
                </c:pt>
                <c:pt idx="3202">
                  <c:v>138.174860100194</c:v>
                </c:pt>
                <c:pt idx="3203">
                  <c:v>135.339938129263</c:v>
                </c:pt>
                <c:pt idx="3204">
                  <c:v>136.19800926333099</c:v>
                </c:pt>
                <c:pt idx="3205">
                  <c:v>134.84200766182499</c:v>
                </c:pt>
                <c:pt idx="3206">
                  <c:v>136.98198676784401</c:v>
                </c:pt>
                <c:pt idx="3207">
                  <c:v>134.87629927913699</c:v>
                </c:pt>
                <c:pt idx="3208">
                  <c:v>134.564514461161</c:v>
                </c:pt>
                <c:pt idx="3209">
                  <c:v>138.87719674599401</c:v>
                </c:pt>
                <c:pt idx="3210">
                  <c:v>140.58335380414701</c:v>
                </c:pt>
                <c:pt idx="3211">
                  <c:v>143.368323015291</c:v>
                </c:pt>
                <c:pt idx="3212">
                  <c:v>141.224018095763</c:v>
                </c:pt>
                <c:pt idx="3213">
                  <c:v>142.52471957289001</c:v>
                </c:pt>
                <c:pt idx="3214">
                  <c:v>142.73057056058099</c:v>
                </c:pt>
                <c:pt idx="3215">
                  <c:v>143.29381791722</c:v>
                </c:pt>
                <c:pt idx="3216">
                  <c:v>146.13237392543701</c:v>
                </c:pt>
                <c:pt idx="3217">
                  <c:v>146.50405353270099</c:v>
                </c:pt>
                <c:pt idx="3218">
                  <c:v>147.02354446010301</c:v>
                </c:pt>
                <c:pt idx="3219">
                  <c:v>147.86194251672799</c:v>
                </c:pt>
                <c:pt idx="3220">
                  <c:v>148.24962155242699</c:v>
                </c:pt>
                <c:pt idx="3221">
                  <c:v>150.95806887781799</c:v>
                </c:pt>
                <c:pt idx="3222">
                  <c:v>150.34699485156401</c:v>
                </c:pt>
                <c:pt idx="3223">
                  <c:v>149.377565845476</c:v>
                </c:pt>
                <c:pt idx="3224">
                  <c:v>148.207504647869</c:v>
                </c:pt>
                <c:pt idx="3225">
                  <c:v>151.624964758017</c:v>
                </c:pt>
                <c:pt idx="3226">
                  <c:v>150.70880175531701</c:v>
                </c:pt>
                <c:pt idx="3227">
                  <c:v>151.28030610804399</c:v>
                </c:pt>
                <c:pt idx="3228">
                  <c:v>150.911778012859</c:v>
                </c:pt>
                <c:pt idx="3229">
                  <c:v>149.935728885732</c:v>
                </c:pt>
                <c:pt idx="3230">
                  <c:v>150.284530579212</c:v>
                </c:pt>
                <c:pt idx="3231">
                  <c:v>149.26005305673999</c:v>
                </c:pt>
                <c:pt idx="3232">
                  <c:v>152.61287796552401</c:v>
                </c:pt>
                <c:pt idx="3233">
                  <c:v>151.422937940417</c:v>
                </c:pt>
                <c:pt idx="3234">
                  <c:v>151.27686648594999</c:v>
                </c:pt>
                <c:pt idx="3235">
                  <c:v>152.682333345876</c:v>
                </c:pt>
                <c:pt idx="3236">
                  <c:v>152.53734265176499</c:v>
                </c:pt>
                <c:pt idx="3237">
                  <c:v>153.50305101289899</c:v>
                </c:pt>
                <c:pt idx="3238">
                  <c:v>154.644587778431</c:v>
                </c:pt>
                <c:pt idx="3239">
                  <c:v>154.98632169221901</c:v>
                </c:pt>
                <c:pt idx="3240">
                  <c:v>155.767685782527</c:v>
                </c:pt>
                <c:pt idx="3241">
                  <c:v>156.10469007963999</c:v>
                </c:pt>
                <c:pt idx="3242">
                  <c:v>153.669146440849</c:v>
                </c:pt>
                <c:pt idx="3243">
                  <c:v>155.48106376308201</c:v>
                </c:pt>
                <c:pt idx="3244">
                  <c:v>156.09158657945699</c:v>
                </c:pt>
                <c:pt idx="3245">
                  <c:v>156.579908726295</c:v>
                </c:pt>
                <c:pt idx="3246">
                  <c:v>157.28114946856499</c:v>
                </c:pt>
                <c:pt idx="3247">
                  <c:v>157.04369187070199</c:v>
                </c:pt>
                <c:pt idx="3248">
                  <c:v>156.801410346859</c:v>
                </c:pt>
                <c:pt idx="3249">
                  <c:v>157.04064132419899</c:v>
                </c:pt>
                <c:pt idx="3250">
                  <c:v>156.96494214897001</c:v>
                </c:pt>
                <c:pt idx="3251">
                  <c:v>157.31235519610101</c:v>
                </c:pt>
                <c:pt idx="3252">
                  <c:v>158.77848695889099</c:v>
                </c:pt>
                <c:pt idx="3253">
                  <c:v>159.308007986756</c:v>
                </c:pt>
                <c:pt idx="3254">
                  <c:v>162.43181101310199</c:v>
                </c:pt>
                <c:pt idx="3255">
                  <c:v>163.01886555665499</c:v>
                </c:pt>
                <c:pt idx="3256">
                  <c:v>162.701180124617</c:v>
                </c:pt>
                <c:pt idx="3257">
                  <c:v>161.07636309251399</c:v>
                </c:pt>
                <c:pt idx="3258">
                  <c:v>161.873331413816</c:v>
                </c:pt>
                <c:pt idx="3259">
                  <c:v>161.10061013023901</c:v>
                </c:pt>
                <c:pt idx="3260">
                  <c:v>159.17124762522101</c:v>
                </c:pt>
                <c:pt idx="3261">
                  <c:v>159.13725631908301</c:v>
                </c:pt>
                <c:pt idx="3262">
                  <c:v>156.20992722720899</c:v>
                </c:pt>
                <c:pt idx="3263">
                  <c:v>156.47675242854601</c:v>
                </c:pt>
                <c:pt idx="3264">
                  <c:v>159.274364500931</c:v>
                </c:pt>
                <c:pt idx="3265">
                  <c:v>160.010912899499</c:v>
                </c:pt>
                <c:pt idx="3266">
                  <c:v>160.65869890755201</c:v>
                </c:pt>
                <c:pt idx="3267">
                  <c:v>158.62717028796601</c:v>
                </c:pt>
                <c:pt idx="3268">
                  <c:v>161.54912879145601</c:v>
                </c:pt>
                <c:pt idx="3269">
                  <c:v>160.79808634161699</c:v>
                </c:pt>
                <c:pt idx="3270">
                  <c:v>160.21491384205001</c:v>
                </c:pt>
                <c:pt idx="3271">
                  <c:v>159.479427316315</c:v>
                </c:pt>
                <c:pt idx="3272">
                  <c:v>163.002178364185</c:v>
                </c:pt>
                <c:pt idx="3273">
                  <c:v>164.779339655652</c:v>
                </c:pt>
                <c:pt idx="3274">
                  <c:v>165.255549197492</c:v>
                </c:pt>
                <c:pt idx="3275">
                  <c:v>165.319724167468</c:v>
                </c:pt>
                <c:pt idx="3276">
                  <c:v>165.283730272686</c:v>
                </c:pt>
                <c:pt idx="3277">
                  <c:v>165.33020849722601</c:v>
                </c:pt>
                <c:pt idx="3278">
                  <c:v>165.28099682439401</c:v>
                </c:pt>
                <c:pt idx="3279">
                  <c:v>165.931205084206</c:v>
                </c:pt>
                <c:pt idx="3280">
                  <c:v>165.608581985331</c:v>
                </c:pt>
                <c:pt idx="3281">
                  <c:v>165.41906707123101</c:v>
                </c:pt>
                <c:pt idx="3282">
                  <c:v>164.49482988174699</c:v>
                </c:pt>
                <c:pt idx="3283">
                  <c:v>165.410231320538</c:v>
                </c:pt>
                <c:pt idx="3284">
                  <c:v>165.85395081069899</c:v>
                </c:pt>
                <c:pt idx="3285">
                  <c:v>166.25432686024001</c:v>
                </c:pt>
                <c:pt idx="3286">
                  <c:v>167.68552163892301</c:v>
                </c:pt>
                <c:pt idx="3287">
                  <c:v>167.84262346821299</c:v>
                </c:pt>
                <c:pt idx="3288">
                  <c:v>167.191689790617</c:v>
                </c:pt>
                <c:pt idx="3289">
                  <c:v>167.17519373458401</c:v>
                </c:pt>
                <c:pt idx="3290">
                  <c:v>166.95694970797899</c:v>
                </c:pt>
                <c:pt idx="3291">
                  <c:v>167.20865298149801</c:v>
                </c:pt>
                <c:pt idx="3292">
                  <c:v>166.85941483313201</c:v>
                </c:pt>
                <c:pt idx="3293">
                  <c:v>166.60800750228799</c:v>
                </c:pt>
                <c:pt idx="3294">
                  <c:v>168.811685435378</c:v>
                </c:pt>
                <c:pt idx="3295">
                  <c:v>168.168336898674</c:v>
                </c:pt>
                <c:pt idx="3296">
                  <c:v>169.76748597958701</c:v>
                </c:pt>
                <c:pt idx="3297">
                  <c:v>169.44970564120999</c:v>
                </c:pt>
                <c:pt idx="3298">
                  <c:v>169.46570967359801</c:v>
                </c:pt>
                <c:pt idx="3299">
                  <c:v>169.726128334181</c:v>
                </c:pt>
                <c:pt idx="3300">
                  <c:v>169.92675880056299</c:v>
                </c:pt>
                <c:pt idx="3301">
                  <c:v>170.68386775582701</c:v>
                </c:pt>
                <c:pt idx="3302">
                  <c:v>171.038035267694</c:v>
                </c:pt>
                <c:pt idx="3303">
                  <c:v>172.35927696065301</c:v>
                </c:pt>
                <c:pt idx="3304">
                  <c:v>172.86296083981901</c:v>
                </c:pt>
                <c:pt idx="3305">
                  <c:v>170.90928813667699</c:v>
                </c:pt>
                <c:pt idx="3306">
                  <c:v>169.591988687466</c:v>
                </c:pt>
                <c:pt idx="3307">
                  <c:v>169.54926866709701</c:v>
                </c:pt>
                <c:pt idx="3308">
                  <c:v>170.859754267293</c:v>
                </c:pt>
                <c:pt idx="3309">
                  <c:v>170.60787540635499</c:v>
                </c:pt>
                <c:pt idx="3310">
                  <c:v>171.456251386822</c:v>
                </c:pt>
                <c:pt idx="3311">
                  <c:v>172.09238033943299</c:v>
                </c:pt>
                <c:pt idx="3312">
                  <c:v>168.242775404436</c:v>
                </c:pt>
                <c:pt idx="3313">
                  <c:v>169.288776732901</c:v>
                </c:pt>
                <c:pt idx="3314">
                  <c:v>171.68041711344199</c:v>
                </c:pt>
                <c:pt idx="3315">
                  <c:v>171.77483888091299</c:v>
                </c:pt>
                <c:pt idx="3316">
                  <c:v>172.3819282538</c:v>
                </c:pt>
                <c:pt idx="3317">
                  <c:v>173.27650266643801</c:v>
                </c:pt>
                <c:pt idx="3318">
                  <c:v>174.36790205650499</c:v>
                </c:pt>
                <c:pt idx="3319">
                  <c:v>175.74412858091</c:v>
                </c:pt>
                <c:pt idx="3320">
                  <c:v>176.345760059817</c:v>
                </c:pt>
                <c:pt idx="3321">
                  <c:v>176.743772286378</c:v>
                </c:pt>
                <c:pt idx="3322">
                  <c:v>178.23909318541999</c:v>
                </c:pt>
                <c:pt idx="3323">
                  <c:v>178.48581777411101</c:v>
                </c:pt>
                <c:pt idx="3324">
                  <c:v>177.97707194206399</c:v>
                </c:pt>
                <c:pt idx="3325">
                  <c:v>178.95079233131</c:v>
                </c:pt>
                <c:pt idx="3326">
                  <c:v>178.64013956986901</c:v>
                </c:pt>
                <c:pt idx="3327">
                  <c:v>178.51891574483199</c:v>
                </c:pt>
                <c:pt idx="3328">
                  <c:v>174.06786300510299</c:v>
                </c:pt>
                <c:pt idx="3329">
                  <c:v>172.27419323775399</c:v>
                </c:pt>
                <c:pt idx="3330">
                  <c:v>172.89746278080801</c:v>
                </c:pt>
                <c:pt idx="3331">
                  <c:v>175.28560794837699</c:v>
                </c:pt>
                <c:pt idx="3332">
                  <c:v>176.138901197232</c:v>
                </c:pt>
                <c:pt idx="3333">
                  <c:v>172.91705559707901</c:v>
                </c:pt>
                <c:pt idx="3334">
                  <c:v>173.267251396386</c:v>
                </c:pt>
                <c:pt idx="3335">
                  <c:v>177.026126597933</c:v>
                </c:pt>
                <c:pt idx="3336">
                  <c:v>176.00800726004601</c:v>
                </c:pt>
                <c:pt idx="3337">
                  <c:v>174.16634035395001</c:v>
                </c:pt>
                <c:pt idx="3338">
                  <c:v>175.98827711035099</c:v>
                </c:pt>
                <c:pt idx="3339">
                  <c:v>175.405654575906</c:v>
                </c:pt>
                <c:pt idx="3340">
                  <c:v>172.61401741124101</c:v>
                </c:pt>
                <c:pt idx="3341">
                  <c:v>173.68609590347401</c:v>
                </c:pt>
                <c:pt idx="3342">
                  <c:v>172.51996890233301</c:v>
                </c:pt>
                <c:pt idx="3343">
                  <c:v>170.83259695284201</c:v>
                </c:pt>
                <c:pt idx="3344">
                  <c:v>167.41011607550899</c:v>
                </c:pt>
                <c:pt idx="3345">
                  <c:v>169.20923360814501</c:v>
                </c:pt>
                <c:pt idx="3346">
                  <c:v>170.008444985506</c:v>
                </c:pt>
                <c:pt idx="3347">
                  <c:v>173.39063698670401</c:v>
                </c:pt>
                <c:pt idx="3348">
                  <c:v>172.712211279408</c:v>
                </c:pt>
                <c:pt idx="3349">
                  <c:v>173.46749720884699</c:v>
                </c:pt>
                <c:pt idx="3350">
                  <c:v>175.832644829928</c:v>
                </c:pt>
                <c:pt idx="3351">
                  <c:v>177.22993557239201</c:v>
                </c:pt>
                <c:pt idx="3352">
                  <c:v>176.469288199647</c:v>
                </c:pt>
                <c:pt idx="3353">
                  <c:v>177.974836461607</c:v>
                </c:pt>
                <c:pt idx="3354">
                  <c:v>178.90531305549101</c:v>
                </c:pt>
                <c:pt idx="3355">
                  <c:v>178.98478858984001</c:v>
                </c:pt>
                <c:pt idx="3356">
                  <c:v>179.808066601246</c:v>
                </c:pt>
                <c:pt idx="3357">
                  <c:v>179.652219824654</c:v>
                </c:pt>
                <c:pt idx="3358">
                  <c:v>179.31311000015299</c:v>
                </c:pt>
                <c:pt idx="3359">
                  <c:v>178.545502755727</c:v>
                </c:pt>
                <c:pt idx="3360">
                  <c:v>178.18037960565101</c:v>
                </c:pt>
                <c:pt idx="3361">
                  <c:v>177.45020259213399</c:v>
                </c:pt>
                <c:pt idx="3362">
                  <c:v>176.5070795158</c:v>
                </c:pt>
                <c:pt idx="3363">
                  <c:v>174.696416955541</c:v>
                </c:pt>
                <c:pt idx="3364">
                  <c:v>175.77963864321401</c:v>
                </c:pt>
                <c:pt idx="3365">
                  <c:v>176.01439433773601</c:v>
                </c:pt>
                <c:pt idx="3366">
                  <c:v>176.757197249044</c:v>
                </c:pt>
                <c:pt idx="3367">
                  <c:v>174.87257938968199</c:v>
                </c:pt>
                <c:pt idx="3368">
                  <c:v>176.291425755207</c:v>
                </c:pt>
                <c:pt idx="3369">
                  <c:v>179.51177372435899</c:v>
                </c:pt>
                <c:pt idx="3370">
                  <c:v>181.464603379522</c:v>
                </c:pt>
                <c:pt idx="3371">
                  <c:v>181.01967287595801</c:v>
                </c:pt>
                <c:pt idx="3372">
                  <c:v>182.549169680283</c:v>
                </c:pt>
                <c:pt idx="3373">
                  <c:v>182.89829957942499</c:v>
                </c:pt>
                <c:pt idx="3374">
                  <c:v>182.55992673593099</c:v>
                </c:pt>
                <c:pt idx="3375">
                  <c:v>183.309240986682</c:v>
                </c:pt>
                <c:pt idx="3376">
                  <c:v>182.57477516253701</c:v>
                </c:pt>
                <c:pt idx="3377">
                  <c:v>180.80929195015901</c:v>
                </c:pt>
                <c:pt idx="3378">
                  <c:v>178.77295283871501</c:v>
                </c:pt>
                <c:pt idx="3379">
                  <c:v>177.54269143302801</c:v>
                </c:pt>
                <c:pt idx="3380">
                  <c:v>178.36299778298701</c:v>
                </c:pt>
                <c:pt idx="3381">
                  <c:v>179.61136055377301</c:v>
                </c:pt>
                <c:pt idx="3382">
                  <c:v>181.452936046231</c:v>
                </c:pt>
                <c:pt idx="3383">
                  <c:v>178.826150783656</c:v>
                </c:pt>
                <c:pt idx="3384">
                  <c:v>179.37716997549501</c:v>
                </c:pt>
                <c:pt idx="3385">
                  <c:v>177.2916707066</c:v>
                </c:pt>
                <c:pt idx="3386">
                  <c:v>175.595678754723</c:v>
                </c:pt>
                <c:pt idx="3387">
                  <c:v>174.78261580303899</c:v>
                </c:pt>
                <c:pt idx="3388">
                  <c:v>177.452409645079</c:v>
                </c:pt>
                <c:pt idx="3389">
                  <c:v>177.962206732982</c:v>
                </c:pt>
                <c:pt idx="3390">
                  <c:v>176.83277791381499</c:v>
                </c:pt>
                <c:pt idx="3391">
                  <c:v>174.31018225008501</c:v>
                </c:pt>
                <c:pt idx="3392">
                  <c:v>174.07827106244201</c:v>
                </c:pt>
                <c:pt idx="3393">
                  <c:v>175.54250715534499</c:v>
                </c:pt>
                <c:pt idx="3394">
                  <c:v>176.82579005005701</c:v>
                </c:pt>
                <c:pt idx="3395">
                  <c:v>177.526738632529</c:v>
                </c:pt>
                <c:pt idx="3396">
                  <c:v>179.442585051338</c:v>
                </c:pt>
                <c:pt idx="3397">
                  <c:v>175.21632670302401</c:v>
                </c:pt>
                <c:pt idx="3398">
                  <c:v>175.78015604674101</c:v>
                </c:pt>
                <c:pt idx="3399">
                  <c:v>173.69254759363801</c:v>
                </c:pt>
                <c:pt idx="3400">
                  <c:v>171.74675704037901</c:v>
                </c:pt>
                <c:pt idx="3401">
                  <c:v>171.662792248698</c:v>
                </c:pt>
                <c:pt idx="3402">
                  <c:v>170.53410387932101</c:v>
                </c:pt>
                <c:pt idx="3403">
                  <c:v>171.61223188679901</c:v>
                </c:pt>
                <c:pt idx="3404">
                  <c:v>168.73348610368001</c:v>
                </c:pt>
                <c:pt idx="3405">
                  <c:v>167.987094641054</c:v>
                </c:pt>
                <c:pt idx="3406">
                  <c:v>170.80150469998401</c:v>
                </c:pt>
                <c:pt idx="3407">
                  <c:v>167.737946228889</c:v>
                </c:pt>
                <c:pt idx="3408">
                  <c:v>167.41474780559699</c:v>
                </c:pt>
                <c:pt idx="3409">
                  <c:v>167.843006669277</c:v>
                </c:pt>
                <c:pt idx="3410">
                  <c:v>168.80713626794801</c:v>
                </c:pt>
                <c:pt idx="3411">
                  <c:v>172.607209709778</c:v>
                </c:pt>
                <c:pt idx="3412">
                  <c:v>171.594539294453</c:v>
                </c:pt>
                <c:pt idx="3413">
                  <c:v>172.249217364912</c:v>
                </c:pt>
                <c:pt idx="3414">
                  <c:v>170.21053423639401</c:v>
                </c:pt>
                <c:pt idx="3415">
                  <c:v>172.09123465866699</c:v>
                </c:pt>
                <c:pt idx="3416">
                  <c:v>175.198740879523</c:v>
                </c:pt>
                <c:pt idx="3417">
                  <c:v>175.983026251567</c:v>
                </c:pt>
                <c:pt idx="3418">
                  <c:v>178.44653320322601</c:v>
                </c:pt>
                <c:pt idx="3419">
                  <c:v>181.66723870685101</c:v>
                </c:pt>
                <c:pt idx="3420">
                  <c:v>182.36685567276999</c:v>
                </c:pt>
                <c:pt idx="3421">
                  <c:v>182.860075897657</c:v>
                </c:pt>
                <c:pt idx="3422">
                  <c:v>184.54200865126001</c:v>
                </c:pt>
                <c:pt idx="3423">
                  <c:v>183.467392185888</c:v>
                </c:pt>
                <c:pt idx="3424">
                  <c:v>180.06526362728999</c:v>
                </c:pt>
                <c:pt idx="3425">
                  <c:v>178.562909246305</c:v>
                </c:pt>
                <c:pt idx="3426">
                  <c:v>179.30498612714501</c:v>
                </c:pt>
                <c:pt idx="3427">
                  <c:v>177.762539663393</c:v>
                </c:pt>
                <c:pt idx="3428">
                  <c:v>179.30735548897999</c:v>
                </c:pt>
                <c:pt idx="3429">
                  <c:v>178.06458555840399</c:v>
                </c:pt>
                <c:pt idx="3430">
                  <c:v>181.771166935287</c:v>
                </c:pt>
                <c:pt idx="3431">
                  <c:v>181.25616374323499</c:v>
                </c:pt>
                <c:pt idx="3432">
                  <c:v>182.97871351469001</c:v>
                </c:pt>
                <c:pt idx="3433">
                  <c:v>182.89745925426999</c:v>
                </c:pt>
                <c:pt idx="3434">
                  <c:v>182.476402877834</c:v>
                </c:pt>
                <c:pt idx="3435">
                  <c:v>181.89817746794901</c:v>
                </c:pt>
                <c:pt idx="3436">
                  <c:v>177.47995279090799</c:v>
                </c:pt>
                <c:pt idx="3437">
                  <c:v>176.36280357460501</c:v>
                </c:pt>
                <c:pt idx="3438">
                  <c:v>175.40680836831899</c:v>
                </c:pt>
                <c:pt idx="3439">
                  <c:v>175.27799205357701</c:v>
                </c:pt>
                <c:pt idx="3440">
                  <c:v>169.85977987031799</c:v>
                </c:pt>
                <c:pt idx="3441">
                  <c:v>170.898868160539</c:v>
                </c:pt>
                <c:pt idx="3442">
                  <c:v>161.60175770386701</c:v>
                </c:pt>
                <c:pt idx="3443">
                  <c:v>161.37288715080501</c:v>
                </c:pt>
                <c:pt idx="3444">
                  <c:v>150.376035294476</c:v>
                </c:pt>
                <c:pt idx="3445">
                  <c:v>157.90137404439</c:v>
                </c:pt>
                <c:pt idx="3446">
                  <c:v>152.12595070983301</c:v>
                </c:pt>
                <c:pt idx="3447">
                  <c:v>158.43368713095299</c:v>
                </c:pt>
                <c:pt idx="3448">
                  <c:v>160.18779723841399</c:v>
                </c:pt>
                <c:pt idx="3449">
                  <c:v>163.25252029082699</c:v>
                </c:pt>
                <c:pt idx="3450">
                  <c:v>160.93369588048199</c:v>
                </c:pt>
                <c:pt idx="3451">
                  <c:v>160.51578761930401</c:v>
                </c:pt>
                <c:pt idx="3452">
                  <c:v>151.635859592933</c:v>
                </c:pt>
                <c:pt idx="3453">
                  <c:v>148.443647447687</c:v>
                </c:pt>
                <c:pt idx="3454">
                  <c:v>148.86379412387001</c:v>
                </c:pt>
                <c:pt idx="3455">
                  <c:v>154.95046186059099</c:v>
                </c:pt>
                <c:pt idx="3456">
                  <c:v>156.99350622567701</c:v>
                </c:pt>
                <c:pt idx="3457">
                  <c:v>154.313408022743</c:v>
                </c:pt>
                <c:pt idx="3458">
                  <c:v>157.678182580872</c:v>
                </c:pt>
                <c:pt idx="3459">
                  <c:v>162.255618644756</c:v>
                </c:pt>
                <c:pt idx="3460">
                  <c:v>163.18542317336801</c:v>
                </c:pt>
                <c:pt idx="3461">
                  <c:v>163.73292248824899</c:v>
                </c:pt>
                <c:pt idx="3462">
                  <c:v>161.72709313701</c:v>
                </c:pt>
                <c:pt idx="3463">
                  <c:v>157.43115134507599</c:v>
                </c:pt>
                <c:pt idx="3464">
                  <c:v>156.57881973678801</c:v>
                </c:pt>
                <c:pt idx="3465">
                  <c:v>160.859438803335</c:v>
                </c:pt>
                <c:pt idx="3466">
                  <c:v>158.83032840075001</c:v>
                </c:pt>
                <c:pt idx="3467">
                  <c:v>154.89666503823</c:v>
                </c:pt>
                <c:pt idx="3468">
                  <c:v>155.5161534433</c:v>
                </c:pt>
                <c:pt idx="3469">
                  <c:v>157.78755465088301</c:v>
                </c:pt>
                <c:pt idx="3470">
                  <c:v>160.135264904698</c:v>
                </c:pt>
                <c:pt idx="3471">
                  <c:v>162.688119701175</c:v>
                </c:pt>
                <c:pt idx="3472">
                  <c:v>163.65112152351199</c:v>
                </c:pt>
                <c:pt idx="3473">
                  <c:v>163.16159933798701</c:v>
                </c:pt>
                <c:pt idx="3474">
                  <c:v>162.654485434946</c:v>
                </c:pt>
                <c:pt idx="3475">
                  <c:v>158.26138706832401</c:v>
                </c:pt>
                <c:pt idx="3476">
                  <c:v>152.83747045038001</c:v>
                </c:pt>
                <c:pt idx="3477">
                  <c:v>153.14694196620599</c:v>
                </c:pt>
                <c:pt idx="3478">
                  <c:v>156.412394134804</c:v>
                </c:pt>
                <c:pt idx="3479">
                  <c:v>157.859458502857</c:v>
                </c:pt>
                <c:pt idx="3480">
                  <c:v>155.01956639661699</c:v>
                </c:pt>
                <c:pt idx="3481">
                  <c:v>154.885652741407</c:v>
                </c:pt>
                <c:pt idx="3482">
                  <c:v>150.826406550564</c:v>
                </c:pt>
                <c:pt idx="3483">
                  <c:v>146.735019160549</c:v>
                </c:pt>
                <c:pt idx="3484">
                  <c:v>149.38436621160901</c:v>
                </c:pt>
                <c:pt idx="3485">
                  <c:v>152.440857870077</c:v>
                </c:pt>
                <c:pt idx="3486">
                  <c:v>154.87763111801701</c:v>
                </c:pt>
                <c:pt idx="3487">
                  <c:v>154.070437113742</c:v>
                </c:pt>
                <c:pt idx="3488">
                  <c:v>159.47546695567999</c:v>
                </c:pt>
                <c:pt idx="3489">
                  <c:v>159.97555284531401</c:v>
                </c:pt>
                <c:pt idx="3490">
                  <c:v>160.93968136980601</c:v>
                </c:pt>
                <c:pt idx="3491">
                  <c:v>161.189958642829</c:v>
                </c:pt>
                <c:pt idx="3492">
                  <c:v>165.15609187325501</c:v>
                </c:pt>
                <c:pt idx="3493">
                  <c:v>162.52935110223601</c:v>
                </c:pt>
                <c:pt idx="3494">
                  <c:v>164.28221099472</c:v>
                </c:pt>
                <c:pt idx="3495">
                  <c:v>161.51091716272799</c:v>
                </c:pt>
                <c:pt idx="3496">
                  <c:v>162.06520596321701</c:v>
                </c:pt>
                <c:pt idx="3497">
                  <c:v>165.05165509982299</c:v>
                </c:pt>
                <c:pt idx="3498">
                  <c:v>167.42437421946201</c:v>
                </c:pt>
                <c:pt idx="3499">
                  <c:v>164.28459993500201</c:v>
                </c:pt>
                <c:pt idx="3500">
                  <c:v>165.39167830323501</c:v>
                </c:pt>
                <c:pt idx="3501">
                  <c:v>170.19949160766001</c:v>
                </c:pt>
                <c:pt idx="3502">
                  <c:v>170.71709818859901</c:v>
                </c:pt>
                <c:pt idx="3503">
                  <c:v>166.602464754208</c:v>
                </c:pt>
                <c:pt idx="3504">
                  <c:v>162.58618701474899</c:v>
                </c:pt>
                <c:pt idx="3505">
                  <c:v>165.28009139271501</c:v>
                </c:pt>
                <c:pt idx="3506">
                  <c:v>168.39893737181501</c:v>
                </c:pt>
                <c:pt idx="3507">
                  <c:v>167.61341072933701</c:v>
                </c:pt>
                <c:pt idx="3508">
                  <c:v>168.249689171792</c:v>
                </c:pt>
                <c:pt idx="3509">
                  <c:v>169.90437725817301</c:v>
                </c:pt>
                <c:pt idx="3510">
                  <c:v>164.07031652322101</c:v>
                </c:pt>
                <c:pt idx="3511">
                  <c:v>165.308172591691</c:v>
                </c:pt>
                <c:pt idx="3512">
                  <c:v>168.398915072271</c:v>
                </c:pt>
                <c:pt idx="3513">
                  <c:v>167.218450939788</c:v>
                </c:pt>
                <c:pt idx="3514">
                  <c:v>167.99665168538101</c:v>
                </c:pt>
                <c:pt idx="3515">
                  <c:v>165.45120727734701</c:v>
                </c:pt>
                <c:pt idx="3516">
                  <c:v>162.79943913510101</c:v>
                </c:pt>
                <c:pt idx="3517">
                  <c:v>162.163970199461</c:v>
                </c:pt>
                <c:pt idx="3518">
                  <c:v>159.250802886011</c:v>
                </c:pt>
                <c:pt idx="3519">
                  <c:v>159.333232595532</c:v>
                </c:pt>
                <c:pt idx="3520">
                  <c:v>155.618905117867</c:v>
                </c:pt>
                <c:pt idx="3521">
                  <c:v>154.741444185028</c:v>
                </c:pt>
                <c:pt idx="3522">
                  <c:v>159.66647832227</c:v>
                </c:pt>
                <c:pt idx="3523">
                  <c:v>160.08361915133401</c:v>
                </c:pt>
                <c:pt idx="3524">
                  <c:v>166.41436466247501</c:v>
                </c:pt>
                <c:pt idx="3525">
                  <c:v>166.43374450352101</c:v>
                </c:pt>
                <c:pt idx="3526">
                  <c:v>166.112860591355</c:v>
                </c:pt>
                <c:pt idx="3527">
                  <c:v>167.380994136102</c:v>
                </c:pt>
                <c:pt idx="3528">
                  <c:v>167.33713319505</c:v>
                </c:pt>
                <c:pt idx="3529">
                  <c:v>167.19676299423301</c:v>
                </c:pt>
                <c:pt idx="3530">
                  <c:v>164.45999014801501</c:v>
                </c:pt>
                <c:pt idx="3531">
                  <c:v>167.23263303849799</c:v>
                </c:pt>
                <c:pt idx="3532">
                  <c:v>164.998757361526</c:v>
                </c:pt>
                <c:pt idx="3533">
                  <c:v>163.49394470817501</c:v>
                </c:pt>
                <c:pt idx="3534">
                  <c:v>160.72072474128399</c:v>
                </c:pt>
                <c:pt idx="3535">
                  <c:v>160.77244388602401</c:v>
                </c:pt>
                <c:pt idx="3536">
                  <c:v>161.02896171333299</c:v>
                </c:pt>
                <c:pt idx="3537">
                  <c:v>159.86683078285799</c:v>
                </c:pt>
                <c:pt idx="3538">
                  <c:v>164.75519759023501</c:v>
                </c:pt>
                <c:pt idx="3539">
                  <c:v>164.90256272184499</c:v>
                </c:pt>
                <c:pt idx="3540">
                  <c:v>165.87974201533399</c:v>
                </c:pt>
                <c:pt idx="3541">
                  <c:v>167.50579701709501</c:v>
                </c:pt>
                <c:pt idx="3542">
                  <c:v>167.94518104238199</c:v>
                </c:pt>
                <c:pt idx="3543">
                  <c:v>165.87873259405501</c:v>
                </c:pt>
                <c:pt idx="3544">
                  <c:v>167.43059735332301</c:v>
                </c:pt>
                <c:pt idx="3545">
                  <c:v>166.59426724310299</c:v>
                </c:pt>
                <c:pt idx="3546">
                  <c:v>169.102987484295</c:v>
                </c:pt>
                <c:pt idx="3547">
                  <c:v>169.448460196719</c:v>
                </c:pt>
                <c:pt idx="3548">
                  <c:v>169.602559416274</c:v>
                </c:pt>
                <c:pt idx="3549">
                  <c:v>169.330542319193</c:v>
                </c:pt>
                <c:pt idx="3550">
                  <c:v>169.352443209596</c:v>
                </c:pt>
                <c:pt idx="3551">
                  <c:v>170.32014431607499</c:v>
                </c:pt>
                <c:pt idx="3552">
                  <c:v>169.63024188590899</c:v>
                </c:pt>
                <c:pt idx="3553">
                  <c:v>168.96779219400901</c:v>
                </c:pt>
                <c:pt idx="3554">
                  <c:v>168.683856466978</c:v>
                </c:pt>
                <c:pt idx="3555">
                  <c:v>169.71813132895201</c:v>
                </c:pt>
                <c:pt idx="3556">
                  <c:v>171.23678107331901</c:v>
                </c:pt>
                <c:pt idx="3557">
                  <c:v>171.998240830844</c:v>
                </c:pt>
                <c:pt idx="3558">
                  <c:v>172.30752780167299</c:v>
                </c:pt>
                <c:pt idx="3559">
                  <c:v>172.89780031387701</c:v>
                </c:pt>
                <c:pt idx="3560">
                  <c:v>172.695790400014</c:v>
                </c:pt>
                <c:pt idx="3561">
                  <c:v>175.210393562288</c:v>
                </c:pt>
                <c:pt idx="3562">
                  <c:v>174.35066669258501</c:v>
                </c:pt>
                <c:pt idx="3563">
                  <c:v>174.12017646731499</c:v>
                </c:pt>
                <c:pt idx="3564">
                  <c:v>173.99802396063501</c:v>
                </c:pt>
                <c:pt idx="3565">
                  <c:v>173.833510032135</c:v>
                </c:pt>
                <c:pt idx="3566">
                  <c:v>174.51903973700601</c:v>
                </c:pt>
                <c:pt idx="3567">
                  <c:v>174.657139024586</c:v>
                </c:pt>
                <c:pt idx="3568">
                  <c:v>177.051962349609</c:v>
                </c:pt>
                <c:pt idx="3569">
                  <c:v>177.21343716079301</c:v>
                </c:pt>
                <c:pt idx="3570">
                  <c:v>177.96508974019301</c:v>
                </c:pt>
                <c:pt idx="3571">
                  <c:v>178.0435833064</c:v>
                </c:pt>
                <c:pt idx="3572">
                  <c:v>179.00078187511301</c:v>
                </c:pt>
                <c:pt idx="3573">
                  <c:v>178.109080980442</c:v>
                </c:pt>
                <c:pt idx="3574">
                  <c:v>179.70109237617001</c:v>
                </c:pt>
                <c:pt idx="3575">
                  <c:v>180.16559409840599</c:v>
                </c:pt>
                <c:pt idx="3576">
                  <c:v>178.66058396330601</c:v>
                </c:pt>
                <c:pt idx="3577">
                  <c:v>180.07071573350299</c:v>
                </c:pt>
                <c:pt idx="3578">
                  <c:v>180.60255485047401</c:v>
                </c:pt>
                <c:pt idx="3579">
                  <c:v>181.55421520631401</c:v>
                </c:pt>
                <c:pt idx="3580">
                  <c:v>181.78376747351601</c:v>
                </c:pt>
                <c:pt idx="3581">
                  <c:v>182.60502560926301</c:v>
                </c:pt>
                <c:pt idx="3582">
                  <c:v>183.34673367697999</c:v>
                </c:pt>
                <c:pt idx="3583">
                  <c:v>183.36186750039499</c:v>
                </c:pt>
                <c:pt idx="3584">
                  <c:v>184.10344848922</c:v>
                </c:pt>
                <c:pt idx="3585">
                  <c:v>183.28516394885099</c:v>
                </c:pt>
                <c:pt idx="3586">
                  <c:v>184.46897484486999</c:v>
                </c:pt>
                <c:pt idx="3587">
                  <c:v>183.94936491574899</c:v>
                </c:pt>
                <c:pt idx="3588">
                  <c:v>183.42798951037901</c:v>
                </c:pt>
                <c:pt idx="3589">
                  <c:v>180.88087838789099</c:v>
                </c:pt>
                <c:pt idx="3590">
                  <c:v>182.06128027996999</c:v>
                </c:pt>
                <c:pt idx="3591">
                  <c:v>183.901126959241</c:v>
                </c:pt>
                <c:pt idx="3592">
                  <c:v>184.264435132942</c:v>
                </c:pt>
                <c:pt idx="3593">
                  <c:v>184.414835262286</c:v>
                </c:pt>
                <c:pt idx="3594">
                  <c:v>187.15694745657399</c:v>
                </c:pt>
                <c:pt idx="3595">
                  <c:v>187.445744898584</c:v>
                </c:pt>
                <c:pt idx="3596">
                  <c:v>187.95727862854</c:v>
                </c:pt>
                <c:pt idx="3597">
                  <c:v>188.60779736091999</c:v>
                </c:pt>
                <c:pt idx="3598">
                  <c:v>189.59705630521901</c:v>
                </c:pt>
                <c:pt idx="3599">
                  <c:v>189.411788067906</c:v>
                </c:pt>
                <c:pt idx="3600">
                  <c:v>189.35168219651899</c:v>
                </c:pt>
                <c:pt idx="3601">
                  <c:v>189.230047286326</c:v>
                </c:pt>
                <c:pt idx="3602">
                  <c:v>189.27496787163599</c:v>
                </c:pt>
                <c:pt idx="3603">
                  <c:v>191.92294500720499</c:v>
                </c:pt>
                <c:pt idx="3604">
                  <c:v>191.98547150071701</c:v>
                </c:pt>
                <c:pt idx="3605">
                  <c:v>191.181244426696</c:v>
                </c:pt>
                <c:pt idx="3606">
                  <c:v>191.256993221073</c:v>
                </c:pt>
                <c:pt idx="3607">
                  <c:v>191.75461539744799</c:v>
                </c:pt>
                <c:pt idx="3608">
                  <c:v>193.498014401457</c:v>
                </c:pt>
                <c:pt idx="3609">
                  <c:v>193.935962036022</c:v>
                </c:pt>
                <c:pt idx="3610">
                  <c:v>192.68392144143701</c:v>
                </c:pt>
                <c:pt idx="3611">
                  <c:v>193.67387516130299</c:v>
                </c:pt>
                <c:pt idx="3612">
                  <c:v>192.25213256188201</c:v>
                </c:pt>
                <c:pt idx="3613">
                  <c:v>189.213715695009</c:v>
                </c:pt>
                <c:pt idx="3614">
                  <c:v>190.42737386175699</c:v>
                </c:pt>
                <c:pt idx="3615">
                  <c:v>191.70472492012101</c:v>
                </c:pt>
                <c:pt idx="3616">
                  <c:v>190.998800426477</c:v>
                </c:pt>
                <c:pt idx="3617">
                  <c:v>190.02183637640701</c:v>
                </c:pt>
                <c:pt idx="3618">
                  <c:v>192.65007245497799</c:v>
                </c:pt>
                <c:pt idx="3619">
                  <c:v>192.19874923507001</c:v>
                </c:pt>
                <c:pt idx="3620">
                  <c:v>190.85284348946601</c:v>
                </c:pt>
                <c:pt idx="3621">
                  <c:v>191.481550679619</c:v>
                </c:pt>
                <c:pt idx="3622">
                  <c:v>189.8182312207</c:v>
                </c:pt>
                <c:pt idx="3623">
                  <c:v>189.401437849258</c:v>
                </c:pt>
                <c:pt idx="3624">
                  <c:v>193.286225230334</c:v>
                </c:pt>
                <c:pt idx="3625">
                  <c:v>194.45025273981699</c:v>
                </c:pt>
                <c:pt idx="3626">
                  <c:v>195.32929870857001</c:v>
                </c:pt>
                <c:pt idx="3627">
                  <c:v>194.26843567565399</c:v>
                </c:pt>
                <c:pt idx="3628">
                  <c:v>194.95514440430901</c:v>
                </c:pt>
                <c:pt idx="3629">
                  <c:v>195.60917101014601</c:v>
                </c:pt>
                <c:pt idx="3630">
                  <c:v>194.21550669044501</c:v>
                </c:pt>
                <c:pt idx="3631">
                  <c:v>191.640483612238</c:v>
                </c:pt>
                <c:pt idx="3632">
                  <c:v>191.58881776765901</c:v>
                </c:pt>
                <c:pt idx="3633">
                  <c:v>190.485935669664</c:v>
                </c:pt>
                <c:pt idx="3634">
                  <c:v>188.988821224389</c:v>
                </c:pt>
                <c:pt idx="3635">
                  <c:v>189.857526807851</c:v>
                </c:pt>
                <c:pt idx="3636">
                  <c:v>189.84722201792701</c:v>
                </c:pt>
                <c:pt idx="3637">
                  <c:v>187.89659363279799</c:v>
                </c:pt>
                <c:pt idx="3638">
                  <c:v>187.63388635038601</c:v>
                </c:pt>
                <c:pt idx="3639">
                  <c:v>187.37536250295801</c:v>
                </c:pt>
                <c:pt idx="3640">
                  <c:v>183.70917503521699</c:v>
                </c:pt>
                <c:pt idx="3641">
                  <c:v>182.79798554164401</c:v>
                </c:pt>
                <c:pt idx="3642">
                  <c:v>185.91799489736499</c:v>
                </c:pt>
                <c:pt idx="3643">
                  <c:v>186.310337218912</c:v>
                </c:pt>
                <c:pt idx="3644">
                  <c:v>186.37682278698901</c:v>
                </c:pt>
                <c:pt idx="3645">
                  <c:v>187.30961148799199</c:v>
                </c:pt>
                <c:pt idx="3646">
                  <c:v>186.82004568467201</c:v>
                </c:pt>
                <c:pt idx="3647">
                  <c:v>188.459936210384</c:v>
                </c:pt>
                <c:pt idx="3648">
                  <c:v>187.161747554952</c:v>
                </c:pt>
                <c:pt idx="3649">
                  <c:v>186.443596271026</c:v>
                </c:pt>
                <c:pt idx="3650">
                  <c:v>181.772606357738</c:v>
                </c:pt>
                <c:pt idx="3651">
                  <c:v>182.433526308403</c:v>
                </c:pt>
                <c:pt idx="3652">
                  <c:v>182.98348748103501</c:v>
                </c:pt>
                <c:pt idx="3653">
                  <c:v>186.462580571117</c:v>
                </c:pt>
                <c:pt idx="3654">
                  <c:v>186.33072682259399</c:v>
                </c:pt>
                <c:pt idx="3655">
                  <c:v>187.67646613081399</c:v>
                </c:pt>
                <c:pt idx="3656">
                  <c:v>185.867463833003</c:v>
                </c:pt>
                <c:pt idx="3657">
                  <c:v>187.56693544909999</c:v>
                </c:pt>
                <c:pt idx="3658">
                  <c:v>186.44745111692799</c:v>
                </c:pt>
                <c:pt idx="3659">
                  <c:v>188.714662232461</c:v>
                </c:pt>
                <c:pt idx="3660">
                  <c:v>190.19346932430599</c:v>
                </c:pt>
                <c:pt idx="3661">
                  <c:v>191.586973086124</c:v>
                </c:pt>
                <c:pt idx="3662">
                  <c:v>192.55536526128199</c:v>
                </c:pt>
                <c:pt idx="3663">
                  <c:v>191.92094172647199</c:v>
                </c:pt>
                <c:pt idx="3664">
                  <c:v>188.117534897941</c:v>
                </c:pt>
                <c:pt idx="3665">
                  <c:v>189.81154921034999</c:v>
                </c:pt>
                <c:pt idx="3666">
                  <c:v>187.27354030408901</c:v>
                </c:pt>
                <c:pt idx="3667">
                  <c:v>188.012144074942</c:v>
                </c:pt>
                <c:pt idx="3668">
                  <c:v>188.28083291110099</c:v>
                </c:pt>
                <c:pt idx="3669">
                  <c:v>187.32591623063001</c:v>
                </c:pt>
                <c:pt idx="3670">
                  <c:v>190.78270324968099</c:v>
                </c:pt>
                <c:pt idx="3671">
                  <c:v>191.93960613744201</c:v>
                </c:pt>
                <c:pt idx="3672">
                  <c:v>192.292799879071</c:v>
                </c:pt>
                <c:pt idx="3673">
                  <c:v>192.76516624250101</c:v>
                </c:pt>
                <c:pt idx="3674">
                  <c:v>191.69039562339799</c:v>
                </c:pt>
                <c:pt idx="3675">
                  <c:v>191.89269475307401</c:v>
                </c:pt>
                <c:pt idx="3676">
                  <c:v>190.761094446736</c:v>
                </c:pt>
                <c:pt idx="3677">
                  <c:v>190.05343561251999</c:v>
                </c:pt>
                <c:pt idx="3678">
                  <c:v>189.92536212867401</c:v>
                </c:pt>
                <c:pt idx="3679">
                  <c:v>192.26936575221399</c:v>
                </c:pt>
                <c:pt idx="3680">
                  <c:v>192.11599443479699</c:v>
                </c:pt>
                <c:pt idx="3681">
                  <c:v>193.03468711368001</c:v>
                </c:pt>
                <c:pt idx="3682">
                  <c:v>193.892936109418</c:v>
                </c:pt>
                <c:pt idx="3683">
                  <c:v>194.56006233416801</c:v>
                </c:pt>
                <c:pt idx="3684">
                  <c:v>191.922031982557</c:v>
                </c:pt>
                <c:pt idx="3685">
                  <c:v>189.89144269945899</c:v>
                </c:pt>
                <c:pt idx="3686">
                  <c:v>188.53118704687299</c:v>
                </c:pt>
                <c:pt idx="3687">
                  <c:v>187.78125348822601</c:v>
                </c:pt>
                <c:pt idx="3688">
                  <c:v>190.67703654405699</c:v>
                </c:pt>
                <c:pt idx="3689">
                  <c:v>193.60258268043</c:v>
                </c:pt>
                <c:pt idx="3690">
                  <c:v>193.86525927824499</c:v>
                </c:pt>
                <c:pt idx="3691">
                  <c:v>192.694510191539</c:v>
                </c:pt>
                <c:pt idx="3692">
                  <c:v>191.55953648791501</c:v>
                </c:pt>
                <c:pt idx="3693">
                  <c:v>190.898711412647</c:v>
                </c:pt>
                <c:pt idx="3694">
                  <c:v>193.639163398222</c:v>
                </c:pt>
                <c:pt idx="3695">
                  <c:v>193.775368623845</c:v>
                </c:pt>
                <c:pt idx="3696">
                  <c:v>193.78158940178599</c:v>
                </c:pt>
                <c:pt idx="3697">
                  <c:v>193.42411137772999</c:v>
                </c:pt>
                <c:pt idx="3698">
                  <c:v>192.800057668157</c:v>
                </c:pt>
                <c:pt idx="3699">
                  <c:v>193.36788796274001</c:v>
                </c:pt>
                <c:pt idx="3700">
                  <c:v>193.411409629118</c:v>
                </c:pt>
                <c:pt idx="3701">
                  <c:v>193.94256943474599</c:v>
                </c:pt>
                <c:pt idx="3702">
                  <c:v>194.21230737028799</c:v>
                </c:pt>
                <c:pt idx="3703">
                  <c:v>195.17087935988101</c:v>
                </c:pt>
                <c:pt idx="3704">
                  <c:v>195.539704877616</c:v>
                </c:pt>
                <c:pt idx="3705">
                  <c:v>195.82033023583401</c:v>
                </c:pt>
                <c:pt idx="3706">
                  <c:v>194.78821198994899</c:v>
                </c:pt>
                <c:pt idx="3707">
                  <c:v>195.00594605534599</c:v>
                </c:pt>
                <c:pt idx="3708">
                  <c:v>193.51609542708201</c:v>
                </c:pt>
                <c:pt idx="3709">
                  <c:v>195.02911112112801</c:v>
                </c:pt>
                <c:pt idx="3710">
                  <c:v>195.42643803319601</c:v>
                </c:pt>
                <c:pt idx="3711">
                  <c:v>195.53583220887899</c:v>
                </c:pt>
                <c:pt idx="3712">
                  <c:v>195.53051651168599</c:v>
                </c:pt>
                <c:pt idx="3713">
                  <c:v>194.21535668252801</c:v>
                </c:pt>
                <c:pt idx="3714">
                  <c:v>194.75676214301899</c:v>
                </c:pt>
                <c:pt idx="3715">
                  <c:v>195.20827960874601</c:v>
                </c:pt>
                <c:pt idx="3716">
                  <c:v>194.536012004176</c:v>
                </c:pt>
                <c:pt idx="3717">
                  <c:v>197.66717293841401</c:v>
                </c:pt>
                <c:pt idx="3718">
                  <c:v>197.210393171296</c:v>
                </c:pt>
                <c:pt idx="3719">
                  <c:v>196.07859670843001</c:v>
                </c:pt>
                <c:pt idx="3720">
                  <c:v>196.017489793435</c:v>
                </c:pt>
                <c:pt idx="3721">
                  <c:v>196.05505680362199</c:v>
                </c:pt>
                <c:pt idx="3722">
                  <c:v>198.842844508924</c:v>
                </c:pt>
                <c:pt idx="3723">
                  <c:v>198.673884508394</c:v>
                </c:pt>
                <c:pt idx="3724">
                  <c:v>199.24252970693601</c:v>
                </c:pt>
                <c:pt idx="3725">
                  <c:v>199.44136082664301</c:v>
                </c:pt>
                <c:pt idx="3726">
                  <c:v>199.731183670691</c:v>
                </c:pt>
                <c:pt idx="3727">
                  <c:v>200.08161266356299</c:v>
                </c:pt>
                <c:pt idx="3728">
                  <c:v>200.42813311376199</c:v>
                </c:pt>
                <c:pt idx="3729">
                  <c:v>200.495818329515</c:v>
                </c:pt>
                <c:pt idx="3730">
                  <c:v>199.15619661704801</c:v>
                </c:pt>
                <c:pt idx="3731">
                  <c:v>198.36836163906599</c:v>
                </c:pt>
                <c:pt idx="3732">
                  <c:v>199.680165573811</c:v>
                </c:pt>
                <c:pt idx="3733">
                  <c:v>198.77686031141499</c:v>
                </c:pt>
                <c:pt idx="3734">
                  <c:v>199.386625434857</c:v>
                </c:pt>
                <c:pt idx="3735">
                  <c:v>199.78124384182601</c:v>
                </c:pt>
                <c:pt idx="3736">
                  <c:v>201.63825799271899</c:v>
                </c:pt>
                <c:pt idx="3737">
                  <c:v>202.45316877054299</c:v>
                </c:pt>
                <c:pt idx="3738">
                  <c:v>202.50738528063101</c:v>
                </c:pt>
                <c:pt idx="3739">
                  <c:v>201.34299780731601</c:v>
                </c:pt>
                <c:pt idx="3740">
                  <c:v>199.14062822132601</c:v>
                </c:pt>
                <c:pt idx="3741">
                  <c:v>198.57203222529299</c:v>
                </c:pt>
                <c:pt idx="3742">
                  <c:v>197.247175700664</c:v>
                </c:pt>
                <c:pt idx="3743">
                  <c:v>197.13051261932699</c:v>
                </c:pt>
                <c:pt idx="3744">
                  <c:v>199.006536476961</c:v>
                </c:pt>
                <c:pt idx="3745">
                  <c:v>200.37992407307399</c:v>
                </c:pt>
                <c:pt idx="3746">
                  <c:v>200.97329644499601</c:v>
                </c:pt>
                <c:pt idx="3747">
                  <c:v>200.50287914694599</c:v>
                </c:pt>
                <c:pt idx="3748">
                  <c:v>197.47747406449699</c:v>
                </c:pt>
                <c:pt idx="3749">
                  <c:v>197.669035814441</c:v>
                </c:pt>
                <c:pt idx="3750">
                  <c:v>195.07612785654399</c:v>
                </c:pt>
                <c:pt idx="3751">
                  <c:v>194.79916941512701</c:v>
                </c:pt>
                <c:pt idx="3752">
                  <c:v>194.83772463856701</c:v>
                </c:pt>
                <c:pt idx="3753">
                  <c:v>194.57915226002399</c:v>
                </c:pt>
                <c:pt idx="3754">
                  <c:v>194.38627815548401</c:v>
                </c:pt>
                <c:pt idx="3755">
                  <c:v>195.21058233841501</c:v>
                </c:pt>
                <c:pt idx="3756">
                  <c:v>193.59978760243999</c:v>
                </c:pt>
                <c:pt idx="3757">
                  <c:v>193.65609956856099</c:v>
                </c:pt>
                <c:pt idx="3758">
                  <c:v>194.436699159108</c:v>
                </c:pt>
                <c:pt idx="3759">
                  <c:v>190.92166886189901</c:v>
                </c:pt>
                <c:pt idx="3760">
                  <c:v>188.68873790175101</c:v>
                </c:pt>
                <c:pt idx="3761">
                  <c:v>189.11568326189101</c:v>
                </c:pt>
                <c:pt idx="3762">
                  <c:v>189.30585389299199</c:v>
                </c:pt>
                <c:pt idx="3763">
                  <c:v>189.45111074684201</c:v>
                </c:pt>
                <c:pt idx="3764">
                  <c:v>186.87028441584201</c:v>
                </c:pt>
                <c:pt idx="3765">
                  <c:v>185.66235866411299</c:v>
                </c:pt>
                <c:pt idx="3766">
                  <c:v>186.915754654246</c:v>
                </c:pt>
                <c:pt idx="3767">
                  <c:v>190.72982385661999</c:v>
                </c:pt>
                <c:pt idx="3768">
                  <c:v>191.31721581108201</c:v>
                </c:pt>
                <c:pt idx="3769">
                  <c:v>191.63290416545999</c:v>
                </c:pt>
                <c:pt idx="3770">
                  <c:v>193.908724314572</c:v>
                </c:pt>
                <c:pt idx="3771">
                  <c:v>193.564985570076</c:v>
                </c:pt>
                <c:pt idx="3772">
                  <c:v>192.539424707796</c:v>
                </c:pt>
                <c:pt idx="3773">
                  <c:v>194.013689667557</c:v>
                </c:pt>
                <c:pt idx="3774">
                  <c:v>195.12028841636501</c:v>
                </c:pt>
                <c:pt idx="3775">
                  <c:v>195.529473826334</c:v>
                </c:pt>
                <c:pt idx="3776">
                  <c:v>194.93779665825099</c:v>
                </c:pt>
                <c:pt idx="3777">
                  <c:v>194.15348712074001</c:v>
                </c:pt>
                <c:pt idx="3778">
                  <c:v>193.44713700242301</c:v>
                </c:pt>
                <c:pt idx="3779">
                  <c:v>193.85361141512399</c:v>
                </c:pt>
                <c:pt idx="3780">
                  <c:v>194.004176772824</c:v>
                </c:pt>
                <c:pt idx="3781">
                  <c:v>193.73490355459501</c:v>
                </c:pt>
                <c:pt idx="3782">
                  <c:v>194.63963524708399</c:v>
                </c:pt>
                <c:pt idx="3783">
                  <c:v>194.36513812354499</c:v>
                </c:pt>
                <c:pt idx="3784">
                  <c:v>193.01776527409299</c:v>
                </c:pt>
                <c:pt idx="3785">
                  <c:v>191.78763246275801</c:v>
                </c:pt>
                <c:pt idx="3786">
                  <c:v>193.57402450640299</c:v>
                </c:pt>
                <c:pt idx="3787">
                  <c:v>194.80789890867899</c:v>
                </c:pt>
                <c:pt idx="3788">
                  <c:v>192.679386499808</c:v>
                </c:pt>
                <c:pt idx="3789">
                  <c:v>193.229267066597</c:v>
                </c:pt>
                <c:pt idx="3790">
                  <c:v>191.53391807249599</c:v>
                </c:pt>
                <c:pt idx="3791">
                  <c:v>191.360501628241</c:v>
                </c:pt>
                <c:pt idx="3792">
                  <c:v>190.054967549721</c:v>
                </c:pt>
                <c:pt idx="3793">
                  <c:v>190.058117587054</c:v>
                </c:pt>
                <c:pt idx="3794">
                  <c:v>188.22837204695401</c:v>
                </c:pt>
                <c:pt idx="3795">
                  <c:v>191.289225886868</c:v>
                </c:pt>
                <c:pt idx="3796">
                  <c:v>196.291762620687</c:v>
                </c:pt>
                <c:pt idx="3797">
                  <c:v>196.18070019757701</c:v>
                </c:pt>
                <c:pt idx="3798">
                  <c:v>196.47355980777999</c:v>
                </c:pt>
                <c:pt idx="3799">
                  <c:v>195.85459267518601</c:v>
                </c:pt>
                <c:pt idx="3800">
                  <c:v>195.05682377910301</c:v>
                </c:pt>
                <c:pt idx="3801">
                  <c:v>195.58002128957401</c:v>
                </c:pt>
                <c:pt idx="3802">
                  <c:v>196.67717622726499</c:v>
                </c:pt>
                <c:pt idx="3803">
                  <c:v>196.56168129767801</c:v>
                </c:pt>
                <c:pt idx="3804">
                  <c:v>195.97816919755499</c:v>
                </c:pt>
                <c:pt idx="3805">
                  <c:v>195.55051946241599</c:v>
                </c:pt>
                <c:pt idx="3806">
                  <c:v>195.45407895336601</c:v>
                </c:pt>
                <c:pt idx="3807">
                  <c:v>196.41080418113799</c:v>
                </c:pt>
                <c:pt idx="3808">
                  <c:v>196.82629176836701</c:v>
                </c:pt>
                <c:pt idx="3809">
                  <c:v>197.51768914512201</c:v>
                </c:pt>
                <c:pt idx="3810">
                  <c:v>197.68191562514801</c:v>
                </c:pt>
                <c:pt idx="3811">
                  <c:v>196.74247514782499</c:v>
                </c:pt>
                <c:pt idx="3812">
                  <c:v>197.024520242591</c:v>
                </c:pt>
                <c:pt idx="3813">
                  <c:v>196.991972310444</c:v>
                </c:pt>
                <c:pt idx="3814">
                  <c:v>198.481118307494</c:v>
                </c:pt>
                <c:pt idx="3815">
                  <c:v>197.800900177795</c:v>
                </c:pt>
                <c:pt idx="3816">
                  <c:v>197.601559261825</c:v>
                </c:pt>
                <c:pt idx="3817">
                  <c:v>199.18604307739699</c:v>
                </c:pt>
                <c:pt idx="3818">
                  <c:v>196.99172016492301</c:v>
                </c:pt>
                <c:pt idx="3819">
                  <c:v>199.03194465272401</c:v>
                </c:pt>
                <c:pt idx="3820">
                  <c:v>199.06475642020999</c:v>
                </c:pt>
                <c:pt idx="3821">
                  <c:v>199.19520614087901</c:v>
                </c:pt>
                <c:pt idx="3822">
                  <c:v>200.211881842102</c:v>
                </c:pt>
                <c:pt idx="3823">
                  <c:v>199.957537202861</c:v>
                </c:pt>
                <c:pt idx="3824">
                  <c:v>199.613021961491</c:v>
                </c:pt>
                <c:pt idx="3825">
                  <c:v>199.66264051021901</c:v>
                </c:pt>
                <c:pt idx="3826">
                  <c:v>199.04731930808299</c:v>
                </c:pt>
                <c:pt idx="3827">
                  <c:v>199.64383579158701</c:v>
                </c:pt>
                <c:pt idx="3828">
                  <c:v>200.696366587802</c:v>
                </c:pt>
                <c:pt idx="3829">
                  <c:v>199.431379760108</c:v>
                </c:pt>
                <c:pt idx="3830">
                  <c:v>199.03381393749601</c:v>
                </c:pt>
                <c:pt idx="3831">
                  <c:v>200.65971524489399</c:v>
                </c:pt>
                <c:pt idx="3832">
                  <c:v>198.17642237752699</c:v>
                </c:pt>
                <c:pt idx="3833">
                  <c:v>199.565639607452</c:v>
                </c:pt>
                <c:pt idx="3834">
                  <c:v>201.511569343845</c:v>
                </c:pt>
                <c:pt idx="3835">
                  <c:v>201.141804000051</c:v>
                </c:pt>
                <c:pt idx="3836">
                  <c:v>201.53920371734199</c:v>
                </c:pt>
                <c:pt idx="3837">
                  <c:v>203.156417844716</c:v>
                </c:pt>
                <c:pt idx="3838">
                  <c:v>204.866425839665</c:v>
                </c:pt>
                <c:pt idx="3839">
                  <c:v>204.301365250716</c:v>
                </c:pt>
                <c:pt idx="3840">
                  <c:v>204.10822127835999</c:v>
                </c:pt>
                <c:pt idx="3841">
                  <c:v>204.815130041407</c:v>
                </c:pt>
                <c:pt idx="3842">
                  <c:v>205.310007622867</c:v>
                </c:pt>
                <c:pt idx="3843">
                  <c:v>204.97004648213101</c:v>
                </c:pt>
                <c:pt idx="3844">
                  <c:v>204.964290555009</c:v>
                </c:pt>
                <c:pt idx="3845">
                  <c:v>205.66609788092001</c:v>
                </c:pt>
                <c:pt idx="3846">
                  <c:v>204.773927064708</c:v>
                </c:pt>
                <c:pt idx="3847">
                  <c:v>203.96982502572899</c:v>
                </c:pt>
                <c:pt idx="3848">
                  <c:v>203.945523572745</c:v>
                </c:pt>
                <c:pt idx="3849">
                  <c:v>206.15592819945601</c:v>
                </c:pt>
                <c:pt idx="3850">
                  <c:v>204.623062326466</c:v>
                </c:pt>
                <c:pt idx="3851">
                  <c:v>206.11191348417699</c:v>
                </c:pt>
                <c:pt idx="3852">
                  <c:v>205.48568898845801</c:v>
                </c:pt>
                <c:pt idx="3853">
                  <c:v>207.28378144660701</c:v>
                </c:pt>
                <c:pt idx="3854">
                  <c:v>207.308261790632</c:v>
                </c:pt>
                <c:pt idx="3855">
                  <c:v>208.86308199955801</c:v>
                </c:pt>
                <c:pt idx="3856">
                  <c:v>208.111479807883</c:v>
                </c:pt>
                <c:pt idx="3857">
                  <c:v>210.035019174268</c:v>
                </c:pt>
                <c:pt idx="3858">
                  <c:v>207.24397646701399</c:v>
                </c:pt>
                <c:pt idx="3859">
                  <c:v>208.18808390559201</c:v>
                </c:pt>
                <c:pt idx="3860">
                  <c:v>207.43997306364199</c:v>
                </c:pt>
                <c:pt idx="3861">
                  <c:v>209.26120429073001</c:v>
                </c:pt>
                <c:pt idx="3862">
                  <c:v>209.20699193284301</c:v>
                </c:pt>
                <c:pt idx="3863">
                  <c:v>211.795977994797</c:v>
                </c:pt>
                <c:pt idx="3864">
                  <c:v>213.03059345136299</c:v>
                </c:pt>
                <c:pt idx="3865">
                  <c:v>212.97835789722299</c:v>
                </c:pt>
                <c:pt idx="3866">
                  <c:v>208.564778755465</c:v>
                </c:pt>
                <c:pt idx="3867">
                  <c:v>212.22200503346301</c:v>
                </c:pt>
                <c:pt idx="3868">
                  <c:v>209.755113129942</c:v>
                </c:pt>
                <c:pt idx="3869">
                  <c:v>207.618444392116</c:v>
                </c:pt>
                <c:pt idx="3870">
                  <c:v>211.40399298837499</c:v>
                </c:pt>
                <c:pt idx="3871">
                  <c:v>211.90798847747701</c:v>
                </c:pt>
                <c:pt idx="3872">
                  <c:v>214.02947144373999</c:v>
                </c:pt>
                <c:pt idx="3873">
                  <c:v>212.38568862905299</c:v>
                </c:pt>
                <c:pt idx="3874">
                  <c:v>213.13657960746201</c:v>
                </c:pt>
                <c:pt idx="3875">
                  <c:v>212.55478264880301</c:v>
                </c:pt>
                <c:pt idx="3876">
                  <c:v>213.68569596510901</c:v>
                </c:pt>
                <c:pt idx="3877">
                  <c:v>212.520915069426</c:v>
                </c:pt>
                <c:pt idx="3878">
                  <c:v>211.00439781285999</c:v>
                </c:pt>
                <c:pt idx="3879">
                  <c:v>213.88090182136199</c:v>
                </c:pt>
                <c:pt idx="3880">
                  <c:v>216.43755968199301</c:v>
                </c:pt>
                <c:pt idx="3881">
                  <c:v>217.216344569748</c:v>
                </c:pt>
                <c:pt idx="3882">
                  <c:v>217.89438210508001</c:v>
                </c:pt>
                <c:pt idx="3883">
                  <c:v>218.529576750161</c:v>
                </c:pt>
                <c:pt idx="3884">
                  <c:v>218.06232951577499</c:v>
                </c:pt>
                <c:pt idx="3885">
                  <c:v>219.341361582226</c:v>
                </c:pt>
                <c:pt idx="3886">
                  <c:v>220.05141599615601</c:v>
                </c:pt>
                <c:pt idx="3887">
                  <c:v>222.952082818615</c:v>
                </c:pt>
                <c:pt idx="3888">
                  <c:v>224.51532715282701</c:v>
                </c:pt>
                <c:pt idx="3889">
                  <c:v>221.91461637479</c:v>
                </c:pt>
                <c:pt idx="3890">
                  <c:v>223.75163261496101</c:v>
                </c:pt>
                <c:pt idx="3891">
                  <c:v>222.618091987144</c:v>
                </c:pt>
                <c:pt idx="3892">
                  <c:v>223.06176074707699</c:v>
                </c:pt>
                <c:pt idx="3893">
                  <c:v>221.83921399173201</c:v>
                </c:pt>
                <c:pt idx="3894">
                  <c:v>220.896035761403</c:v>
                </c:pt>
                <c:pt idx="3895">
                  <c:v>221.424552121381</c:v>
                </c:pt>
                <c:pt idx="3896">
                  <c:v>223.02101932938999</c:v>
                </c:pt>
                <c:pt idx="3897">
                  <c:v>220.453309194003</c:v>
                </c:pt>
                <c:pt idx="3898">
                  <c:v>221.26357715378899</c:v>
                </c:pt>
                <c:pt idx="3899">
                  <c:v>217.712852678855</c:v>
                </c:pt>
                <c:pt idx="3900">
                  <c:v>218.10912887391399</c:v>
                </c:pt>
                <c:pt idx="3901">
                  <c:v>216.26139196321299</c:v>
                </c:pt>
                <c:pt idx="3902">
                  <c:v>212.802641090029</c:v>
                </c:pt>
                <c:pt idx="3903">
                  <c:v>215.52027439927801</c:v>
                </c:pt>
                <c:pt idx="3904">
                  <c:v>218.48525153515001</c:v>
                </c:pt>
                <c:pt idx="3905">
                  <c:v>218.17323307361701</c:v>
                </c:pt>
                <c:pt idx="3906">
                  <c:v>216.325490007621</c:v>
                </c:pt>
                <c:pt idx="3907">
                  <c:v>214.060113557546</c:v>
                </c:pt>
                <c:pt idx="3908">
                  <c:v>217.482448427105</c:v>
                </c:pt>
                <c:pt idx="3909">
                  <c:v>216.676859451843</c:v>
                </c:pt>
                <c:pt idx="3910">
                  <c:v>217.882988322589</c:v>
                </c:pt>
                <c:pt idx="3911">
                  <c:v>219.698180937042</c:v>
                </c:pt>
                <c:pt idx="3912">
                  <c:v>216.81897157591001</c:v>
                </c:pt>
                <c:pt idx="3913">
                  <c:v>211.01286972276301</c:v>
                </c:pt>
                <c:pt idx="3914">
                  <c:v>211.74107031879601</c:v>
                </c:pt>
                <c:pt idx="3915">
                  <c:v>209.12393710272801</c:v>
                </c:pt>
                <c:pt idx="3916">
                  <c:v>211.16378053464899</c:v>
                </c:pt>
                <c:pt idx="3917">
                  <c:v>213.56918998584501</c:v>
                </c:pt>
                <c:pt idx="3918">
                  <c:v>214.94149522383299</c:v>
                </c:pt>
                <c:pt idx="3919">
                  <c:v>214.65003853474099</c:v>
                </c:pt>
                <c:pt idx="3920">
                  <c:v>215.63998051042</c:v>
                </c:pt>
                <c:pt idx="3921">
                  <c:v>215.32493081580299</c:v>
                </c:pt>
                <c:pt idx="3922">
                  <c:v>215.746197219713</c:v>
                </c:pt>
                <c:pt idx="3923">
                  <c:v>218.11143287554299</c:v>
                </c:pt>
                <c:pt idx="3924">
                  <c:v>219.444784099586</c:v>
                </c:pt>
                <c:pt idx="3925">
                  <c:v>220.800804443039</c:v>
                </c:pt>
                <c:pt idx="3926">
                  <c:v>220.717192611271</c:v>
                </c:pt>
                <c:pt idx="3927">
                  <c:v>223.98461289244199</c:v>
                </c:pt>
                <c:pt idx="3928">
                  <c:v>225.574530721071</c:v>
                </c:pt>
                <c:pt idx="3929">
                  <c:v>225.184096433039</c:v>
                </c:pt>
                <c:pt idx="3930">
                  <c:v>223.92424678077799</c:v>
                </c:pt>
                <c:pt idx="3931">
                  <c:v>224.63896771162899</c:v>
                </c:pt>
                <c:pt idx="3932">
                  <c:v>225.110020936425</c:v>
                </c:pt>
                <c:pt idx="3933">
                  <c:v>225.960482509158</c:v>
                </c:pt>
                <c:pt idx="3934">
                  <c:v>226.735031010988</c:v>
                </c:pt>
                <c:pt idx="3935">
                  <c:v>226.32047201324099</c:v>
                </c:pt>
                <c:pt idx="3936">
                  <c:v>225.16728052915801</c:v>
                </c:pt>
                <c:pt idx="3937">
                  <c:v>225.76702078483899</c:v>
                </c:pt>
                <c:pt idx="3938">
                  <c:v>225.91106589198</c:v>
                </c:pt>
                <c:pt idx="3939">
                  <c:v>224.92942211562999</c:v>
                </c:pt>
                <c:pt idx="3940">
                  <c:v>224.865370342582</c:v>
                </c:pt>
                <c:pt idx="3941">
                  <c:v>224.786197474034</c:v>
                </c:pt>
                <c:pt idx="3942">
                  <c:v>227.76244394948401</c:v>
                </c:pt>
                <c:pt idx="3943">
                  <c:v>228.70713582341801</c:v>
                </c:pt>
                <c:pt idx="3944">
                  <c:v>228.197961692071</c:v>
                </c:pt>
                <c:pt idx="3945">
                  <c:v>227.40517128519201</c:v>
                </c:pt>
                <c:pt idx="3946">
                  <c:v>226.44231563677101</c:v>
                </c:pt>
                <c:pt idx="3947">
                  <c:v>227.075287668806</c:v>
                </c:pt>
                <c:pt idx="3948">
                  <c:v>226.04163440686801</c:v>
                </c:pt>
                <c:pt idx="3949">
                  <c:v>225.472391088389</c:v>
                </c:pt>
                <c:pt idx="3950">
                  <c:v>226.055103567168</c:v>
                </c:pt>
                <c:pt idx="3951">
                  <c:v>224.15432546710801</c:v>
                </c:pt>
                <c:pt idx="3952">
                  <c:v>220.31158277161299</c:v>
                </c:pt>
                <c:pt idx="3953">
                  <c:v>219.64517207548701</c:v>
                </c:pt>
                <c:pt idx="3954">
                  <c:v>218.55749948174599</c:v>
                </c:pt>
                <c:pt idx="3955">
                  <c:v>219.8854177959</c:v>
                </c:pt>
                <c:pt idx="3956">
                  <c:v>218.89012008750899</c:v>
                </c:pt>
                <c:pt idx="3957">
                  <c:v>220.77770992951901</c:v>
                </c:pt>
                <c:pt idx="3958">
                  <c:v>221.08204335760499</c:v>
                </c:pt>
                <c:pt idx="3959">
                  <c:v>220.25639886507699</c:v>
                </c:pt>
                <c:pt idx="3960">
                  <c:v>216.82574836214701</c:v>
                </c:pt>
                <c:pt idx="3961">
                  <c:v>217.335523282916</c:v>
                </c:pt>
                <c:pt idx="3962">
                  <c:v>218.05589780809399</c:v>
                </c:pt>
                <c:pt idx="3963">
                  <c:v>217.02814358128501</c:v>
                </c:pt>
                <c:pt idx="3964">
                  <c:v>218.51004750865201</c:v>
                </c:pt>
                <c:pt idx="3965">
                  <c:v>220.05868274290501</c:v>
                </c:pt>
                <c:pt idx="3966">
                  <c:v>219.83457799788201</c:v>
                </c:pt>
                <c:pt idx="3967">
                  <c:v>219.783865329386</c:v>
                </c:pt>
                <c:pt idx="3968">
                  <c:v>221.52064508257601</c:v>
                </c:pt>
                <c:pt idx="3969">
                  <c:v>223.10259367089901</c:v>
                </c:pt>
                <c:pt idx="3970">
                  <c:v>224.63482229956301</c:v>
                </c:pt>
                <c:pt idx="3971">
                  <c:v>223.93068135046201</c:v>
                </c:pt>
                <c:pt idx="3972">
                  <c:v>224.95589104974201</c:v>
                </c:pt>
                <c:pt idx="3973">
                  <c:v>226.44099326700501</c:v>
                </c:pt>
                <c:pt idx="3974">
                  <c:v>227.03771766288</c:v>
                </c:pt>
                <c:pt idx="3975">
                  <c:v>229.63809166309201</c:v>
                </c:pt>
                <c:pt idx="3976">
                  <c:v>229.36249868568299</c:v>
                </c:pt>
                <c:pt idx="3977">
                  <c:v>228.44776060852101</c:v>
                </c:pt>
                <c:pt idx="3978">
                  <c:v>225.476131705245</c:v>
                </c:pt>
                <c:pt idx="3979">
                  <c:v>225.154356818357</c:v>
                </c:pt>
                <c:pt idx="3980">
                  <c:v>224.850823938486</c:v>
                </c:pt>
                <c:pt idx="3981">
                  <c:v>226.00299383894099</c:v>
                </c:pt>
                <c:pt idx="3982">
                  <c:v>225.65871016151399</c:v>
                </c:pt>
                <c:pt idx="3983">
                  <c:v>224.26862817219001</c:v>
                </c:pt>
                <c:pt idx="3984">
                  <c:v>226.16652401144299</c:v>
                </c:pt>
                <c:pt idx="3985">
                  <c:v>225.82763716060001</c:v>
                </c:pt>
                <c:pt idx="3986">
                  <c:v>223.800860715818</c:v>
                </c:pt>
                <c:pt idx="3987">
                  <c:v>226.34641914611001</c:v>
                </c:pt>
                <c:pt idx="3988">
                  <c:v>223.486609876085</c:v>
                </c:pt>
                <c:pt idx="3989">
                  <c:v>219.780562277814</c:v>
                </c:pt>
                <c:pt idx="3990">
                  <c:v>220.06726983292799</c:v>
                </c:pt>
                <c:pt idx="3991">
                  <c:v>226.349725330751</c:v>
                </c:pt>
                <c:pt idx="3992">
                  <c:v>227.93509508823999</c:v>
                </c:pt>
                <c:pt idx="3993">
                  <c:v>229.00488470000801</c:v>
                </c:pt>
                <c:pt idx="3994">
                  <c:v>227.22935484651001</c:v>
                </c:pt>
                <c:pt idx="3995">
                  <c:v>231.39615206814801</c:v>
                </c:pt>
                <c:pt idx="3996">
                  <c:v>233.23694754685999</c:v>
                </c:pt>
                <c:pt idx="3997">
                  <c:v>233.761109721423</c:v>
                </c:pt>
                <c:pt idx="3998">
                  <c:v>233.19082934890599</c:v>
                </c:pt>
                <c:pt idx="3999">
                  <c:v>234.06469952740201</c:v>
                </c:pt>
                <c:pt idx="4000">
                  <c:v>232.703357619852</c:v>
                </c:pt>
                <c:pt idx="4001">
                  <c:v>233.53655430110101</c:v>
                </c:pt>
                <c:pt idx="4002">
                  <c:v>233.72239171001999</c:v>
                </c:pt>
                <c:pt idx="4003">
                  <c:v>233.22524778907601</c:v>
                </c:pt>
                <c:pt idx="4004">
                  <c:v>234.85857183134601</c:v>
                </c:pt>
                <c:pt idx="4005">
                  <c:v>233.948462268361</c:v>
                </c:pt>
                <c:pt idx="4006">
                  <c:v>232.52002648511899</c:v>
                </c:pt>
                <c:pt idx="4007">
                  <c:v>233.612166112072</c:v>
                </c:pt>
                <c:pt idx="4008">
                  <c:v>233.763596162119</c:v>
                </c:pt>
                <c:pt idx="4009">
                  <c:v>233.46968213118501</c:v>
                </c:pt>
                <c:pt idx="4010">
                  <c:v>233.00720412272901</c:v>
                </c:pt>
                <c:pt idx="4011">
                  <c:v>229.54837264253101</c:v>
                </c:pt>
                <c:pt idx="4012">
                  <c:v>234.61590426258701</c:v>
                </c:pt>
                <c:pt idx="4013">
                  <c:v>235.116333830103</c:v>
                </c:pt>
                <c:pt idx="4014">
                  <c:v>234.37341094013499</c:v>
                </c:pt>
                <c:pt idx="4015">
                  <c:v>236.64136184711401</c:v>
                </c:pt>
                <c:pt idx="4016">
                  <c:v>238.52415210650099</c:v>
                </c:pt>
                <c:pt idx="4017">
                  <c:v>239.44866212811701</c:v>
                </c:pt>
                <c:pt idx="4018">
                  <c:v>238.82940519424801</c:v>
                </c:pt>
                <c:pt idx="4019">
                  <c:v>238.902686158145</c:v>
                </c:pt>
                <c:pt idx="4020">
                  <c:v>238.45184764479001</c:v>
                </c:pt>
                <c:pt idx="4021">
                  <c:v>241.409089815431</c:v>
                </c:pt>
                <c:pt idx="4022">
                  <c:v>243.038105513684</c:v>
                </c:pt>
                <c:pt idx="4023">
                  <c:v>243.36558039611799</c:v>
                </c:pt>
                <c:pt idx="4024">
                  <c:v>243.23372783344701</c:v>
                </c:pt>
                <c:pt idx="4025">
                  <c:v>243.80886716157801</c:v>
                </c:pt>
                <c:pt idx="4026">
                  <c:v>243.37291380926101</c:v>
                </c:pt>
                <c:pt idx="4027">
                  <c:v>242.72894164394401</c:v>
                </c:pt>
                <c:pt idx="4028">
                  <c:v>240.678392225289</c:v>
                </c:pt>
                <c:pt idx="4029">
                  <c:v>240.457203643214</c:v>
                </c:pt>
                <c:pt idx="4030">
                  <c:v>239.27913069497399</c:v>
                </c:pt>
                <c:pt idx="4031">
                  <c:v>242.37742944822901</c:v>
                </c:pt>
                <c:pt idx="4032">
                  <c:v>243.14425204598101</c:v>
                </c:pt>
                <c:pt idx="4033">
                  <c:v>242.41703679064199</c:v>
                </c:pt>
                <c:pt idx="4034">
                  <c:v>239.15576991514601</c:v>
                </c:pt>
                <c:pt idx="4035">
                  <c:v>238.476986228019</c:v>
                </c:pt>
                <c:pt idx="4036">
                  <c:v>239.011123763049</c:v>
                </c:pt>
                <c:pt idx="4037">
                  <c:v>240.07879255027399</c:v>
                </c:pt>
                <c:pt idx="4038">
                  <c:v>238.66889625566199</c:v>
                </c:pt>
                <c:pt idx="4039">
                  <c:v>243.51110192066099</c:v>
                </c:pt>
                <c:pt idx="4040">
                  <c:v>243.33946069008499</c:v>
                </c:pt>
                <c:pt idx="4041">
                  <c:v>244.426350064037</c:v>
                </c:pt>
                <c:pt idx="4042">
                  <c:v>245.668787655747</c:v>
                </c:pt>
                <c:pt idx="4043">
                  <c:v>246.08720221666201</c:v>
                </c:pt>
                <c:pt idx="4044">
                  <c:v>247.08869192659799</c:v>
                </c:pt>
                <c:pt idx="4045">
                  <c:v>246.56920079314801</c:v>
                </c:pt>
                <c:pt idx="4046">
                  <c:v>246.508764772322</c:v>
                </c:pt>
                <c:pt idx="4047">
                  <c:v>247.42154902482201</c:v>
                </c:pt>
                <c:pt idx="4048">
                  <c:v>246.45018388940801</c:v>
                </c:pt>
                <c:pt idx="4049">
                  <c:v>247.15181672327199</c:v>
                </c:pt>
                <c:pt idx="4050">
                  <c:v>246.51890543290801</c:v>
                </c:pt>
                <c:pt idx="4051">
                  <c:v>247.49326404546699</c:v>
                </c:pt>
                <c:pt idx="4052">
                  <c:v>248.582324300853</c:v>
                </c:pt>
                <c:pt idx="4053">
                  <c:v>249.527259376968</c:v>
                </c:pt>
                <c:pt idx="4054">
                  <c:v>249.69345500946901</c:v>
                </c:pt>
                <c:pt idx="4055">
                  <c:v>245.82919800446999</c:v>
                </c:pt>
                <c:pt idx="4056">
                  <c:v>248.281439146748</c:v>
                </c:pt>
                <c:pt idx="4057">
                  <c:v>249.78228954736301</c:v>
                </c:pt>
                <c:pt idx="4058">
                  <c:v>249.12731599463601</c:v>
                </c:pt>
                <c:pt idx="4059">
                  <c:v>248.309827755431</c:v>
                </c:pt>
                <c:pt idx="4060">
                  <c:v>248.85858909087699</c:v>
                </c:pt>
                <c:pt idx="4061">
                  <c:v>250.04993581480099</c:v>
                </c:pt>
                <c:pt idx="4062">
                  <c:v>246.977038279364</c:v>
                </c:pt>
                <c:pt idx="4063">
                  <c:v>240.75186615721501</c:v>
                </c:pt>
                <c:pt idx="4064">
                  <c:v>238.99893287489999</c:v>
                </c:pt>
                <c:pt idx="4065">
                  <c:v>241.68608791877401</c:v>
                </c:pt>
                <c:pt idx="4066">
                  <c:v>238.60282276134501</c:v>
                </c:pt>
                <c:pt idx="4067">
                  <c:v>241.43256871214399</c:v>
                </c:pt>
                <c:pt idx="4068">
                  <c:v>239.08374834852</c:v>
                </c:pt>
                <c:pt idx="4069">
                  <c:v>232.96293388318099</c:v>
                </c:pt>
                <c:pt idx="4070">
                  <c:v>234.925985365798</c:v>
                </c:pt>
                <c:pt idx="4071">
                  <c:v>234.58844964484501</c:v>
                </c:pt>
                <c:pt idx="4072">
                  <c:v>237.52719193165299</c:v>
                </c:pt>
                <c:pt idx="4073">
                  <c:v>240.88548489347801</c:v>
                </c:pt>
                <c:pt idx="4074">
                  <c:v>241.20870335820399</c:v>
                </c:pt>
                <c:pt idx="4075">
                  <c:v>244.01680397756201</c:v>
                </c:pt>
                <c:pt idx="4076">
                  <c:v>244.09528375042299</c:v>
                </c:pt>
                <c:pt idx="4077">
                  <c:v>245.39927002076601</c:v>
                </c:pt>
                <c:pt idx="4078">
                  <c:v>246.03020712127901</c:v>
                </c:pt>
                <c:pt idx="4079">
                  <c:v>246.93971508269701</c:v>
                </c:pt>
                <c:pt idx="4080">
                  <c:v>244.508805217407</c:v>
                </c:pt>
                <c:pt idx="4081">
                  <c:v>246.192653471988</c:v>
                </c:pt>
                <c:pt idx="4082">
                  <c:v>245.863275217009</c:v>
                </c:pt>
                <c:pt idx="4083">
                  <c:v>247.82066123054</c:v>
                </c:pt>
                <c:pt idx="4084">
                  <c:v>247.36611454263701</c:v>
                </c:pt>
                <c:pt idx="4085">
                  <c:v>247.40771163789699</c:v>
                </c:pt>
                <c:pt idx="4086">
                  <c:v>248.795787176803</c:v>
                </c:pt>
                <c:pt idx="4087">
                  <c:v>249.40912769754499</c:v>
                </c:pt>
                <c:pt idx="4088">
                  <c:v>247.298876347826</c:v>
                </c:pt>
                <c:pt idx="4089">
                  <c:v>251.982906291837</c:v>
                </c:pt>
                <c:pt idx="4090">
                  <c:v>253.15393169192501</c:v>
                </c:pt>
                <c:pt idx="4091">
                  <c:v>253.294743567886</c:v>
                </c:pt>
                <c:pt idx="4092">
                  <c:v>253.792257114688</c:v>
                </c:pt>
                <c:pt idx="4093">
                  <c:v>253.636667694507</c:v>
                </c:pt>
                <c:pt idx="4094">
                  <c:v>251.48887974152501</c:v>
                </c:pt>
                <c:pt idx="4095">
                  <c:v>251.14883152386</c:v>
                </c:pt>
                <c:pt idx="4096">
                  <c:v>247.66009095897101</c:v>
                </c:pt>
                <c:pt idx="4097">
                  <c:v>245.942209357309</c:v>
                </c:pt>
                <c:pt idx="4098">
                  <c:v>248.55447761902599</c:v>
                </c:pt>
                <c:pt idx="4099">
                  <c:v>250.45792311986</c:v>
                </c:pt>
                <c:pt idx="4100">
                  <c:v>250.03973845044899</c:v>
                </c:pt>
                <c:pt idx="4101">
                  <c:v>252.18390523251401</c:v>
                </c:pt>
                <c:pt idx="4102">
                  <c:v>250.64238832957</c:v>
                </c:pt>
                <c:pt idx="4103">
                  <c:v>248.04644774047301</c:v>
                </c:pt>
                <c:pt idx="4104">
                  <c:v>248.282006258678</c:v>
                </c:pt>
                <c:pt idx="4105">
                  <c:v>245.20518177629</c:v>
                </c:pt>
                <c:pt idx="4106">
                  <c:v>243.828443114495</c:v>
                </c:pt>
                <c:pt idx="4107">
                  <c:v>244.209700045044</c:v>
                </c:pt>
                <c:pt idx="4108">
                  <c:v>247.01715677893199</c:v>
                </c:pt>
                <c:pt idx="4109">
                  <c:v>250.29862596684501</c:v>
                </c:pt>
                <c:pt idx="4110">
                  <c:v>251.105654035767</c:v>
                </c:pt>
                <c:pt idx="4111">
                  <c:v>249.98820625074401</c:v>
                </c:pt>
                <c:pt idx="4112">
                  <c:v>244.017063144726</c:v>
                </c:pt>
                <c:pt idx="4113">
                  <c:v>240.50584387514701</c:v>
                </c:pt>
                <c:pt idx="4114">
                  <c:v>240.822547129307</c:v>
                </c:pt>
                <c:pt idx="4115">
                  <c:v>245.69238642502501</c:v>
                </c:pt>
                <c:pt idx="4116">
                  <c:v>237.627849982193</c:v>
                </c:pt>
                <c:pt idx="4117">
                  <c:v>234.770833132094</c:v>
                </c:pt>
                <c:pt idx="4118">
                  <c:v>237.168070018164</c:v>
                </c:pt>
                <c:pt idx="4119">
                  <c:v>239.20495861428199</c:v>
                </c:pt>
                <c:pt idx="4120">
                  <c:v>242.86352875350499</c:v>
                </c:pt>
                <c:pt idx="4121">
                  <c:v>242.598686376675</c:v>
                </c:pt>
                <c:pt idx="4122">
                  <c:v>243.86464218456899</c:v>
                </c:pt>
                <c:pt idx="4123">
                  <c:v>245.61131059773899</c:v>
                </c:pt>
                <c:pt idx="4124">
                  <c:v>245.628269768937</c:v>
                </c:pt>
                <c:pt idx="4125">
                  <c:v>244.65900531854399</c:v>
                </c:pt>
                <c:pt idx="4126">
                  <c:v>240.958847112168</c:v>
                </c:pt>
                <c:pt idx="4127">
                  <c:v>239.60590025661199</c:v>
                </c:pt>
                <c:pt idx="4128">
                  <c:v>242.57655592957201</c:v>
                </c:pt>
                <c:pt idx="4129">
                  <c:v>244.00436733705999</c:v>
                </c:pt>
                <c:pt idx="4130">
                  <c:v>244.50791779332201</c:v>
                </c:pt>
                <c:pt idx="4131">
                  <c:v>244.30092001497999</c:v>
                </c:pt>
                <c:pt idx="4132">
                  <c:v>245.87553536473601</c:v>
                </c:pt>
                <c:pt idx="4133">
                  <c:v>242.46432402777299</c:v>
                </c:pt>
                <c:pt idx="4134">
                  <c:v>242.674734326444</c:v>
                </c:pt>
                <c:pt idx="4135">
                  <c:v>242.40051000605899</c:v>
                </c:pt>
                <c:pt idx="4136">
                  <c:v>243.27224441824001</c:v>
                </c:pt>
                <c:pt idx="4137">
                  <c:v>247.18166706845801</c:v>
                </c:pt>
                <c:pt idx="4138">
                  <c:v>247.26125931741799</c:v>
                </c:pt>
                <c:pt idx="4139">
                  <c:v>245.27473258574099</c:v>
                </c:pt>
                <c:pt idx="4140">
                  <c:v>242.66006520793701</c:v>
                </c:pt>
                <c:pt idx="4141">
                  <c:v>243.061687924963</c:v>
                </c:pt>
                <c:pt idx="4142">
                  <c:v>245.54150318637301</c:v>
                </c:pt>
                <c:pt idx="4143">
                  <c:v>243.64851644563501</c:v>
                </c:pt>
                <c:pt idx="4144">
                  <c:v>246.54369966842299</c:v>
                </c:pt>
                <c:pt idx="4145">
                  <c:v>247.949122680361</c:v>
                </c:pt>
                <c:pt idx="4146">
                  <c:v>249.53016469648199</c:v>
                </c:pt>
                <c:pt idx="4147">
                  <c:v>252.37125644265001</c:v>
                </c:pt>
                <c:pt idx="4148">
                  <c:v>252.063803164814</c:v>
                </c:pt>
                <c:pt idx="4149">
                  <c:v>253.43953352356601</c:v>
                </c:pt>
                <c:pt idx="4150">
                  <c:v>253.428506146183</c:v>
                </c:pt>
                <c:pt idx="4151">
                  <c:v>254.064721050277</c:v>
                </c:pt>
                <c:pt idx="4152">
                  <c:v>253.678956062174</c:v>
                </c:pt>
                <c:pt idx="4153">
                  <c:v>254.390459429559</c:v>
                </c:pt>
                <c:pt idx="4154">
                  <c:v>256.17882738646398</c:v>
                </c:pt>
                <c:pt idx="4155">
                  <c:v>257.30963878541797</c:v>
                </c:pt>
                <c:pt idx="4156">
                  <c:v>257.18280932445901</c:v>
                </c:pt>
                <c:pt idx="4157">
                  <c:v>257.00614680654002</c:v>
                </c:pt>
                <c:pt idx="4158">
                  <c:v>256.25913331373999</c:v>
                </c:pt>
                <c:pt idx="4159">
                  <c:v>253.45841762361999</c:v>
                </c:pt>
                <c:pt idx="4160">
                  <c:v>254.14406649659799</c:v>
                </c:pt>
                <c:pt idx="4161">
                  <c:v>253.54298961822599</c:v>
                </c:pt>
                <c:pt idx="4162">
                  <c:v>254.09809344908001</c:v>
                </c:pt>
                <c:pt idx="4163">
                  <c:v>256.005573796872</c:v>
                </c:pt>
                <c:pt idx="4164">
                  <c:v>256.00849999178803</c:v>
                </c:pt>
                <c:pt idx="4165">
                  <c:v>256.81516342023002</c:v>
                </c:pt>
                <c:pt idx="4166">
                  <c:v>256.63663188061201</c:v>
                </c:pt>
                <c:pt idx="4167">
                  <c:v>255.19335439244199</c:v>
                </c:pt>
                <c:pt idx="4168">
                  <c:v>257.045187196337</c:v>
                </c:pt>
                <c:pt idx="4169">
                  <c:v>257.06594507275503</c:v>
                </c:pt>
                <c:pt idx="4170">
                  <c:v>257.76813436835403</c:v>
                </c:pt>
                <c:pt idx="4171">
                  <c:v>257.13641291365298</c:v>
                </c:pt>
                <c:pt idx="4172">
                  <c:v>260.45684208760298</c:v>
                </c:pt>
                <c:pt idx="4173">
                  <c:v>260.54410292232598</c:v>
                </c:pt>
                <c:pt idx="4174">
                  <c:v>262.17405384664602</c:v>
                </c:pt>
                <c:pt idx="4175">
                  <c:v>260.16264679319301</c:v>
                </c:pt>
                <c:pt idx="4176">
                  <c:v>256.91279252554</c:v>
                </c:pt>
                <c:pt idx="4177">
                  <c:v>258.75594336239101</c:v>
                </c:pt>
                <c:pt idx="4178">
                  <c:v>257.72489727681699</c:v>
                </c:pt>
                <c:pt idx="4179">
                  <c:v>258.79600438007702</c:v>
                </c:pt>
                <c:pt idx="4180">
                  <c:v>260.71008284038999</c:v>
                </c:pt>
                <c:pt idx="4181">
                  <c:v>260.27795417238298</c:v>
                </c:pt>
                <c:pt idx="4182">
                  <c:v>259.33491027285203</c:v>
                </c:pt>
                <c:pt idx="4183">
                  <c:v>255.72142990801899</c:v>
                </c:pt>
                <c:pt idx="4184">
                  <c:v>259.99294429526998</c:v>
                </c:pt>
                <c:pt idx="4185">
                  <c:v>259.12578106765898</c:v>
                </c:pt>
                <c:pt idx="4186">
                  <c:v>261.05936540248501</c:v>
                </c:pt>
                <c:pt idx="4187">
                  <c:v>262.04714115500798</c:v>
                </c:pt>
                <c:pt idx="4188">
                  <c:v>262.60388222184503</c:v>
                </c:pt>
                <c:pt idx="4189">
                  <c:v>261.32335373016099</c:v>
                </c:pt>
                <c:pt idx="4190">
                  <c:v>261.430061971729</c:v>
                </c:pt>
                <c:pt idx="4191">
                  <c:v>260.36745334171098</c:v>
                </c:pt>
                <c:pt idx="4192">
                  <c:v>261.714764162226</c:v>
                </c:pt>
                <c:pt idx="4193">
                  <c:v>255.840632389186</c:v>
                </c:pt>
                <c:pt idx="4194">
                  <c:v>255.15396040690001</c:v>
                </c:pt>
                <c:pt idx="4195">
                  <c:v>257.11253670755201</c:v>
                </c:pt>
                <c:pt idx="4196">
                  <c:v>255.06949419464999</c:v>
                </c:pt>
                <c:pt idx="4197">
                  <c:v>253.834885482343</c:v>
                </c:pt>
                <c:pt idx="4198">
                  <c:v>252.33562065483</c:v>
                </c:pt>
                <c:pt idx="4199">
                  <c:v>255.257389557122</c:v>
                </c:pt>
                <c:pt idx="4200">
                  <c:v>255.88036589598701</c:v>
                </c:pt>
                <c:pt idx="4201">
                  <c:v>255.199507778287</c:v>
                </c:pt>
                <c:pt idx="4202">
                  <c:v>257.80647570603497</c:v>
                </c:pt>
                <c:pt idx="4203">
                  <c:v>259.478293149867</c:v>
                </c:pt>
                <c:pt idx="4204">
                  <c:v>259.594235740062</c:v>
                </c:pt>
                <c:pt idx="4205">
                  <c:v>262.66197605483802</c:v>
                </c:pt>
                <c:pt idx="4206">
                  <c:v>263.60664733174099</c:v>
                </c:pt>
                <c:pt idx="4207">
                  <c:v>264.34860284802801</c:v>
                </c:pt>
                <c:pt idx="4208">
                  <c:v>265.178599017831</c:v>
                </c:pt>
                <c:pt idx="4209">
                  <c:v>265.27103943706197</c:v>
                </c:pt>
                <c:pt idx="4210">
                  <c:v>266.83385236141402</c:v>
                </c:pt>
                <c:pt idx="4211">
                  <c:v>266.65431854786499</c:v>
                </c:pt>
                <c:pt idx="4212">
                  <c:v>266.05199855481499</c:v>
                </c:pt>
                <c:pt idx="4213">
                  <c:v>265.21585256004698</c:v>
                </c:pt>
                <c:pt idx="4214">
                  <c:v>265.79403359308702</c:v>
                </c:pt>
                <c:pt idx="4215">
                  <c:v>267.00383769254103</c:v>
                </c:pt>
                <c:pt idx="4216">
                  <c:v>266.63647845894099</c:v>
                </c:pt>
                <c:pt idx="4217">
                  <c:v>266.05828571155399</c:v>
                </c:pt>
                <c:pt idx="4218">
                  <c:v>266.97261200000702</c:v>
                </c:pt>
                <c:pt idx="4219">
                  <c:v>267.834683952283</c:v>
                </c:pt>
                <c:pt idx="4220">
                  <c:v>265.79005318223602</c:v>
                </c:pt>
                <c:pt idx="4221">
                  <c:v>267.44956373497303</c:v>
                </c:pt>
                <c:pt idx="4222">
                  <c:v>266.88238673819899</c:v>
                </c:pt>
                <c:pt idx="4223">
                  <c:v>265.74583458692803</c:v>
                </c:pt>
                <c:pt idx="4224">
                  <c:v>264.11339505804301</c:v>
                </c:pt>
                <c:pt idx="4225">
                  <c:v>266.85349857434699</c:v>
                </c:pt>
                <c:pt idx="4226">
                  <c:v>267.219660565016</c:v>
                </c:pt>
                <c:pt idx="4227">
                  <c:v>269.37898818441897</c:v>
                </c:pt>
                <c:pt idx="4228">
                  <c:v>269.18046216934601</c:v>
                </c:pt>
                <c:pt idx="4229">
                  <c:v>266.52275272909799</c:v>
                </c:pt>
                <c:pt idx="4230">
                  <c:v>266.06371344102803</c:v>
                </c:pt>
                <c:pt idx="4231">
                  <c:v>268.69477295023</c:v>
                </c:pt>
                <c:pt idx="4232">
                  <c:v>263.85935889975502</c:v>
                </c:pt>
                <c:pt idx="4233">
                  <c:v>267.27686176054101</c:v>
                </c:pt>
                <c:pt idx="4234">
                  <c:v>267.171862727784</c:v>
                </c:pt>
                <c:pt idx="4235">
                  <c:v>265.92957603943</c:v>
                </c:pt>
                <c:pt idx="4236">
                  <c:v>261.11831764011498</c:v>
                </c:pt>
                <c:pt idx="4237">
                  <c:v>260.49320310418398</c:v>
                </c:pt>
                <c:pt idx="4238">
                  <c:v>263.47509961806298</c:v>
                </c:pt>
                <c:pt idx="4239">
                  <c:v>262.66943233878101</c:v>
                </c:pt>
                <c:pt idx="4240">
                  <c:v>258.83634416779603</c:v>
                </c:pt>
                <c:pt idx="4241">
                  <c:v>263.51261042729402</c:v>
                </c:pt>
                <c:pt idx="4242">
                  <c:v>257.44692845629601</c:v>
                </c:pt>
                <c:pt idx="4243">
                  <c:v>251.98080807690999</c:v>
                </c:pt>
                <c:pt idx="4244">
                  <c:v>245.78961154680201</c:v>
                </c:pt>
                <c:pt idx="4245">
                  <c:v>245.932873697465</c:v>
                </c:pt>
                <c:pt idx="4246">
                  <c:v>244.560120561286</c:v>
                </c:pt>
                <c:pt idx="4247">
                  <c:v>245.290018374049</c:v>
                </c:pt>
                <c:pt idx="4248">
                  <c:v>249.67406443725901</c:v>
                </c:pt>
                <c:pt idx="4249">
                  <c:v>252.69428966387699</c:v>
                </c:pt>
                <c:pt idx="4250">
                  <c:v>259.4059743007</c:v>
                </c:pt>
                <c:pt idx="4251">
                  <c:v>256.694465255078</c:v>
                </c:pt>
                <c:pt idx="4252">
                  <c:v>260.620994885291</c:v>
                </c:pt>
                <c:pt idx="4253">
                  <c:v>263.08349225330198</c:v>
                </c:pt>
                <c:pt idx="4254">
                  <c:v>261.972970440994</c:v>
                </c:pt>
                <c:pt idx="4255">
                  <c:v>265.51900154715997</c:v>
                </c:pt>
                <c:pt idx="4256">
                  <c:v>264.816142648962</c:v>
                </c:pt>
                <c:pt idx="4257">
                  <c:v>264.893895741569</c:v>
                </c:pt>
                <c:pt idx="4258">
                  <c:v>268.65766826249501</c:v>
                </c:pt>
                <c:pt idx="4259">
                  <c:v>268.62127733340299</c:v>
                </c:pt>
                <c:pt idx="4260">
                  <c:v>266.978585591225</c:v>
                </c:pt>
                <c:pt idx="4261">
                  <c:v>268.416878352043</c:v>
                </c:pt>
                <c:pt idx="4262">
                  <c:v>270.37286474716501</c:v>
                </c:pt>
                <c:pt idx="4263">
                  <c:v>270.05177332481799</c:v>
                </c:pt>
                <c:pt idx="4264">
                  <c:v>270.68234904266598</c:v>
                </c:pt>
                <c:pt idx="4265">
                  <c:v>271.29702920454201</c:v>
                </c:pt>
                <c:pt idx="4266">
                  <c:v>271.24281377137203</c:v>
                </c:pt>
                <c:pt idx="4267">
                  <c:v>271.83564372785401</c:v>
                </c:pt>
                <c:pt idx="4268">
                  <c:v>272.75215568492598</c:v>
                </c:pt>
                <c:pt idx="4269">
                  <c:v>272.36907599045202</c:v>
                </c:pt>
                <c:pt idx="4270">
                  <c:v>274.75191318388499</c:v>
                </c:pt>
                <c:pt idx="4271">
                  <c:v>273.24752686215402</c:v>
                </c:pt>
                <c:pt idx="4272">
                  <c:v>274.558959537666</c:v>
                </c:pt>
                <c:pt idx="4273">
                  <c:v>275.53807276374602</c:v>
                </c:pt>
                <c:pt idx="4274">
                  <c:v>277.21082220129398</c:v>
                </c:pt>
                <c:pt idx="4275">
                  <c:v>276.66426059531102</c:v>
                </c:pt>
                <c:pt idx="4276">
                  <c:v>277.87613104041299</c:v>
                </c:pt>
                <c:pt idx="4277">
                  <c:v>275.315887598914</c:v>
                </c:pt>
                <c:pt idx="4278">
                  <c:v>272.36632895569397</c:v>
                </c:pt>
                <c:pt idx="4279">
                  <c:v>273.89508562368201</c:v>
                </c:pt>
                <c:pt idx="4280">
                  <c:v>275.21966644691298</c:v>
                </c:pt>
                <c:pt idx="4281">
                  <c:v>275.89734747812798</c:v>
                </c:pt>
                <c:pt idx="4282">
                  <c:v>276.09702901799102</c:v>
                </c:pt>
                <c:pt idx="4283">
                  <c:v>272.51985620320897</c:v>
                </c:pt>
                <c:pt idx="4284">
                  <c:v>272.96587966816901</c:v>
                </c:pt>
                <c:pt idx="4285">
                  <c:v>268.266716092813</c:v>
                </c:pt>
                <c:pt idx="4286">
                  <c:v>269.57019359753099</c:v>
                </c:pt>
                <c:pt idx="4287">
                  <c:v>265.92674474728699</c:v>
                </c:pt>
                <c:pt idx="4288">
                  <c:v>264.27340511624499</c:v>
                </c:pt>
                <c:pt idx="4289">
                  <c:v>261.18089847645501</c:v>
                </c:pt>
                <c:pt idx="4290">
                  <c:v>266.75848889846702</c:v>
                </c:pt>
                <c:pt idx="4291">
                  <c:v>273.747591743898</c:v>
                </c:pt>
                <c:pt idx="4292">
                  <c:v>275.24909417861301</c:v>
                </c:pt>
                <c:pt idx="4293">
                  <c:v>275.57605160443802</c:v>
                </c:pt>
                <c:pt idx="4294">
                  <c:v>275.58939705754602</c:v>
                </c:pt>
                <c:pt idx="4295">
                  <c:v>275.39075234581099</c:v>
                </c:pt>
                <c:pt idx="4296">
                  <c:v>276.41034519329003</c:v>
                </c:pt>
                <c:pt idx="4297">
                  <c:v>276.51575375950699</c:v>
                </c:pt>
                <c:pt idx="4298">
                  <c:v>274.58354199583198</c:v>
                </c:pt>
                <c:pt idx="4299">
                  <c:v>271.69039069640098</c:v>
                </c:pt>
                <c:pt idx="4300">
                  <c:v>271.64778310190701</c:v>
                </c:pt>
                <c:pt idx="4301">
                  <c:v>266.49730067558102</c:v>
                </c:pt>
                <c:pt idx="4302">
                  <c:v>263.60935809823798</c:v>
                </c:pt>
                <c:pt idx="4303">
                  <c:v>266.988566830791</c:v>
                </c:pt>
                <c:pt idx="4304">
                  <c:v>273.18995670432798</c:v>
                </c:pt>
                <c:pt idx="4305">
                  <c:v>271.81327841474598</c:v>
                </c:pt>
                <c:pt idx="4306">
                  <c:v>268.22260434555301</c:v>
                </c:pt>
                <c:pt idx="4307">
                  <c:v>267.52181888240699</c:v>
                </c:pt>
                <c:pt idx="4308">
                  <c:v>266.35237346615901</c:v>
                </c:pt>
                <c:pt idx="4309">
                  <c:v>263.20510835394498</c:v>
                </c:pt>
                <c:pt idx="4310">
                  <c:v>267.40743952627201</c:v>
                </c:pt>
                <c:pt idx="4311">
                  <c:v>268.95048110599799</c:v>
                </c:pt>
                <c:pt idx="4312">
                  <c:v>270.868042983902</c:v>
                </c:pt>
                <c:pt idx="4313">
                  <c:v>274.99312495658899</c:v>
                </c:pt>
                <c:pt idx="4314">
                  <c:v>274.55596136551299</c:v>
                </c:pt>
                <c:pt idx="4315">
                  <c:v>275.39156495140298</c:v>
                </c:pt>
                <c:pt idx="4316">
                  <c:v>269.55082103912298</c:v>
                </c:pt>
                <c:pt idx="4317">
                  <c:v>266.75426661895801</c:v>
                </c:pt>
                <c:pt idx="4318">
                  <c:v>270.48076947125799</c:v>
                </c:pt>
                <c:pt idx="4319">
                  <c:v>266.37972437919399</c:v>
                </c:pt>
                <c:pt idx="4320">
                  <c:v>269.62410213572701</c:v>
                </c:pt>
                <c:pt idx="4321">
                  <c:v>273.25666988908603</c:v>
                </c:pt>
                <c:pt idx="4322">
                  <c:v>272.57502600171102</c:v>
                </c:pt>
                <c:pt idx="4323">
                  <c:v>275.84112286291003</c:v>
                </c:pt>
                <c:pt idx="4324">
                  <c:v>274.37135535817299</c:v>
                </c:pt>
                <c:pt idx="4325">
                  <c:v>273.089661898982</c:v>
                </c:pt>
                <c:pt idx="4326">
                  <c:v>276.38229672991002</c:v>
                </c:pt>
                <c:pt idx="4327">
                  <c:v>277.22940858790503</c:v>
                </c:pt>
                <c:pt idx="4328">
                  <c:v>280.63461690106698</c:v>
                </c:pt>
                <c:pt idx="4329">
                  <c:v>282.51951580259799</c:v>
                </c:pt>
                <c:pt idx="4330">
                  <c:v>283.58967448400301</c:v>
                </c:pt>
                <c:pt idx="4331">
                  <c:v>283.66823950115099</c:v>
                </c:pt>
                <c:pt idx="4332">
                  <c:v>284.34093768848601</c:v>
                </c:pt>
                <c:pt idx="4333">
                  <c:v>285.97829385072498</c:v>
                </c:pt>
                <c:pt idx="4334">
                  <c:v>286.38602221316398</c:v>
                </c:pt>
                <c:pt idx="4335">
                  <c:v>286.30759388399201</c:v>
                </c:pt>
                <c:pt idx="4336">
                  <c:v>284.92398628790301</c:v>
                </c:pt>
                <c:pt idx="4337">
                  <c:v>284.63055529190302</c:v>
                </c:pt>
                <c:pt idx="4338">
                  <c:v>283.18041130731501</c:v>
                </c:pt>
                <c:pt idx="4339">
                  <c:v>285.31922012297298</c:v>
                </c:pt>
                <c:pt idx="4340">
                  <c:v>283.80589865506897</c:v>
                </c:pt>
                <c:pt idx="4341">
                  <c:v>283.11374306552398</c:v>
                </c:pt>
                <c:pt idx="4342">
                  <c:v>282.64373898733601</c:v>
                </c:pt>
                <c:pt idx="4343">
                  <c:v>278.90754602902899</c:v>
                </c:pt>
                <c:pt idx="4344">
                  <c:v>279.52466144502802</c:v>
                </c:pt>
                <c:pt idx="4345">
                  <c:v>274.24580995291302</c:v>
                </c:pt>
                <c:pt idx="4346">
                  <c:v>274.23909040939299</c:v>
                </c:pt>
                <c:pt idx="4347">
                  <c:v>276.40660189321699</c:v>
                </c:pt>
                <c:pt idx="4348">
                  <c:v>275.12923474639899</c:v>
                </c:pt>
                <c:pt idx="4349">
                  <c:v>278.52311820360302</c:v>
                </c:pt>
                <c:pt idx="4350">
                  <c:v>278.31540693232603</c:v>
                </c:pt>
                <c:pt idx="4351">
                  <c:v>282.06033850856198</c:v>
                </c:pt>
                <c:pt idx="4352">
                  <c:v>281.50579031049602</c:v>
                </c:pt>
                <c:pt idx="4353">
                  <c:v>284.185849245155</c:v>
                </c:pt>
                <c:pt idx="4354">
                  <c:v>283.74435175956501</c:v>
                </c:pt>
                <c:pt idx="4355">
                  <c:v>282.16992188413502</c:v>
                </c:pt>
                <c:pt idx="4356">
                  <c:v>277.52221815624199</c:v>
                </c:pt>
                <c:pt idx="4357">
                  <c:v>276.59227524113601</c:v>
                </c:pt>
                <c:pt idx="4358">
                  <c:v>278.98328536526202</c:v>
                </c:pt>
                <c:pt idx="4359">
                  <c:v>282.38336880636399</c:v>
                </c:pt>
                <c:pt idx="4360">
                  <c:v>279.35552513452399</c:v>
                </c:pt>
                <c:pt idx="4361">
                  <c:v>278.18564455882699</c:v>
                </c:pt>
                <c:pt idx="4362">
                  <c:v>279.19611272035502</c:v>
                </c:pt>
                <c:pt idx="4363">
                  <c:v>280.72256010886599</c:v>
                </c:pt>
                <c:pt idx="4364">
                  <c:v>279.31975440536797</c:v>
                </c:pt>
                <c:pt idx="4365">
                  <c:v>280.266641991835</c:v>
                </c:pt>
                <c:pt idx="4366">
                  <c:v>279.94885454382899</c:v>
                </c:pt>
                <c:pt idx="4367">
                  <c:v>281.201223238267</c:v>
                </c:pt>
                <c:pt idx="4368">
                  <c:v>279.41752595999702</c:v>
                </c:pt>
                <c:pt idx="4369">
                  <c:v>279.13955502424699</c:v>
                </c:pt>
                <c:pt idx="4370">
                  <c:v>278.88667108169398</c:v>
                </c:pt>
                <c:pt idx="4371">
                  <c:v>279.05698647291899</c:v>
                </c:pt>
                <c:pt idx="4372">
                  <c:v>275.89422171280103</c:v>
                </c:pt>
                <c:pt idx="4373">
                  <c:v>278.63570200210103</c:v>
                </c:pt>
                <c:pt idx="4374">
                  <c:v>278.43673244728001</c:v>
                </c:pt>
                <c:pt idx="4375">
                  <c:v>279.148687378445</c:v>
                </c:pt>
                <c:pt idx="4376">
                  <c:v>279.707300132174</c:v>
                </c:pt>
                <c:pt idx="4377">
                  <c:v>279.84744336437598</c:v>
                </c:pt>
                <c:pt idx="4378">
                  <c:v>278.145669600715</c:v>
                </c:pt>
                <c:pt idx="4379">
                  <c:v>278.16470090340601</c:v>
                </c:pt>
                <c:pt idx="4380">
                  <c:v>274.77068666325999</c:v>
                </c:pt>
                <c:pt idx="4381">
                  <c:v>270.99202760147301</c:v>
                </c:pt>
                <c:pt idx="4382">
                  <c:v>275.60766009975998</c:v>
                </c:pt>
                <c:pt idx="4383">
                  <c:v>276.34461326396399</c:v>
                </c:pt>
                <c:pt idx="4384">
                  <c:v>271.92154422601698</c:v>
                </c:pt>
                <c:pt idx="4385">
                  <c:v>271.69362986595797</c:v>
                </c:pt>
                <c:pt idx="4386">
                  <c:v>273.85298681891697</c:v>
                </c:pt>
                <c:pt idx="4387">
                  <c:v>277.69617980023702</c:v>
                </c:pt>
                <c:pt idx="4388">
                  <c:v>275.74411577647101</c:v>
                </c:pt>
                <c:pt idx="4389">
                  <c:v>274.91976043216698</c:v>
                </c:pt>
                <c:pt idx="4390">
                  <c:v>273.97077054120899</c:v>
                </c:pt>
                <c:pt idx="4391">
                  <c:v>277.87364824884702</c:v>
                </c:pt>
                <c:pt idx="4392">
                  <c:v>278.94017583030001</c:v>
                </c:pt>
                <c:pt idx="4393">
                  <c:v>279.84976209354301</c:v>
                </c:pt>
                <c:pt idx="4394">
                  <c:v>279.59804267977103</c:v>
                </c:pt>
                <c:pt idx="4395">
                  <c:v>278.53635442473802</c:v>
                </c:pt>
                <c:pt idx="4396">
                  <c:v>279.13488091693603</c:v>
                </c:pt>
                <c:pt idx="4397">
                  <c:v>278.78758317786099</c:v>
                </c:pt>
                <c:pt idx="4398">
                  <c:v>276.17721746208798</c:v>
                </c:pt>
                <c:pt idx="4399">
                  <c:v>279.64731143034101</c:v>
                </c:pt>
                <c:pt idx="4400">
                  <c:v>279.41197056253401</c:v>
                </c:pt>
                <c:pt idx="4401">
                  <c:v>278.63648332361601</c:v>
                </c:pt>
                <c:pt idx="4402">
                  <c:v>279.25068063510298</c:v>
                </c:pt>
                <c:pt idx="4403">
                  <c:v>277.34080193992497</c:v>
                </c:pt>
                <c:pt idx="4404">
                  <c:v>276.71777073423902</c:v>
                </c:pt>
                <c:pt idx="4405">
                  <c:v>274.43938363326703</c:v>
                </c:pt>
                <c:pt idx="4406">
                  <c:v>272.47856076828998</c:v>
                </c:pt>
                <c:pt idx="4407">
                  <c:v>270.64455802294299</c:v>
                </c:pt>
                <c:pt idx="4408">
                  <c:v>270.46994702746002</c:v>
                </c:pt>
                <c:pt idx="4409">
                  <c:v>273.27571984452197</c:v>
                </c:pt>
                <c:pt idx="4410">
                  <c:v>274.24524511014903</c:v>
                </c:pt>
                <c:pt idx="4411">
                  <c:v>272.29000733550998</c:v>
                </c:pt>
                <c:pt idx="4412">
                  <c:v>271.42232473705599</c:v>
                </c:pt>
                <c:pt idx="4413">
                  <c:v>273.02798481311402</c:v>
                </c:pt>
                <c:pt idx="4414">
                  <c:v>274.00261596262499</c:v>
                </c:pt>
                <c:pt idx="4415">
                  <c:v>277.46765130305499</c:v>
                </c:pt>
                <c:pt idx="4416">
                  <c:v>276.08418270748501</c:v>
                </c:pt>
                <c:pt idx="4417">
                  <c:v>277.01523748216403</c:v>
                </c:pt>
                <c:pt idx="4418">
                  <c:v>276.21834575783998</c:v>
                </c:pt>
                <c:pt idx="4419">
                  <c:v>274.068869936461</c:v>
                </c:pt>
                <c:pt idx="4420">
                  <c:v>273.96163103279798</c:v>
                </c:pt>
                <c:pt idx="4421">
                  <c:v>273.72422767761901</c:v>
                </c:pt>
                <c:pt idx="4422">
                  <c:v>268.84037778121598</c:v>
                </c:pt>
                <c:pt idx="4423">
                  <c:v>269.42604382292899</c:v>
                </c:pt>
                <c:pt idx="4424">
                  <c:v>272.01448064982401</c:v>
                </c:pt>
                <c:pt idx="4425">
                  <c:v>272.14473941715602</c:v>
                </c:pt>
                <c:pt idx="4426">
                  <c:v>272.10001273568997</c:v>
                </c:pt>
                <c:pt idx="4427">
                  <c:v>275.18032471215599</c:v>
                </c:pt>
                <c:pt idx="4428">
                  <c:v>271.43827417080502</c:v>
                </c:pt>
                <c:pt idx="4429">
                  <c:v>271.19049893861501</c:v>
                </c:pt>
                <c:pt idx="4430">
                  <c:v>275.07380256317998</c:v>
                </c:pt>
                <c:pt idx="4431">
                  <c:v>277.36249413986599</c:v>
                </c:pt>
                <c:pt idx="4432">
                  <c:v>277.98424687320102</c:v>
                </c:pt>
                <c:pt idx="4433">
                  <c:v>278.81070899379398</c:v>
                </c:pt>
                <c:pt idx="4434">
                  <c:v>281.18183359004001</c:v>
                </c:pt>
                <c:pt idx="4435">
                  <c:v>280.76162457810699</c:v>
                </c:pt>
                <c:pt idx="4436">
                  <c:v>281.45445689734697</c:v>
                </c:pt>
                <c:pt idx="4437">
                  <c:v>279.90190749024299</c:v>
                </c:pt>
                <c:pt idx="4438">
                  <c:v>279.48356165212499</c:v>
                </c:pt>
                <c:pt idx="4439">
                  <c:v>277.73234852453402</c:v>
                </c:pt>
                <c:pt idx="4440">
                  <c:v>276.02291819311199</c:v>
                </c:pt>
                <c:pt idx="4441">
                  <c:v>275.282496753739</c:v>
                </c:pt>
                <c:pt idx="4442">
                  <c:v>278.86317605218102</c:v>
                </c:pt>
                <c:pt idx="4443">
                  <c:v>279.84349719745501</c:v>
                </c:pt>
                <c:pt idx="4444">
                  <c:v>279.51596653770901</c:v>
                </c:pt>
                <c:pt idx="4445">
                  <c:v>279.77577486597897</c:v>
                </c:pt>
                <c:pt idx="4446">
                  <c:v>279.66695586225802</c:v>
                </c:pt>
                <c:pt idx="4447">
                  <c:v>277.71241601697699</c:v>
                </c:pt>
                <c:pt idx="4448">
                  <c:v>278.40700055614099</c:v>
                </c:pt>
                <c:pt idx="4449">
                  <c:v>276.23809190519103</c:v>
                </c:pt>
                <c:pt idx="4450">
                  <c:v>276.45187995031898</c:v>
                </c:pt>
                <c:pt idx="4451">
                  <c:v>278.96555364914298</c:v>
                </c:pt>
                <c:pt idx="4452">
                  <c:v>276.82310808215198</c:v>
                </c:pt>
                <c:pt idx="4453">
                  <c:v>277.48722743006698</c:v>
                </c:pt>
                <c:pt idx="4454">
                  <c:v>277.44978664115098</c:v>
                </c:pt>
                <c:pt idx="4455">
                  <c:v>278.55368059138601</c:v>
                </c:pt>
                <c:pt idx="4456">
                  <c:v>280.58548300850703</c:v>
                </c:pt>
                <c:pt idx="4457">
                  <c:v>279.97808647419401</c:v>
                </c:pt>
                <c:pt idx="4458">
                  <c:v>278.37795317058902</c:v>
                </c:pt>
                <c:pt idx="4459">
                  <c:v>273.75579010652098</c:v>
                </c:pt>
                <c:pt idx="4460">
                  <c:v>265.97802153267298</c:v>
                </c:pt>
                <c:pt idx="4461">
                  <c:v>256.65183520646502</c:v>
                </c:pt>
                <c:pt idx="4462">
                  <c:v>253.516365310776</c:v>
                </c:pt>
                <c:pt idx="4463">
                  <c:v>262.69684913239303</c:v>
                </c:pt>
                <c:pt idx="4464">
                  <c:v>267.99500435200503</c:v>
                </c:pt>
                <c:pt idx="4465">
                  <c:v>267.88095351206999</c:v>
                </c:pt>
                <c:pt idx="4466">
                  <c:v>264.69394310864499</c:v>
                </c:pt>
                <c:pt idx="4467">
                  <c:v>257.690022916148</c:v>
                </c:pt>
                <c:pt idx="4468">
                  <c:v>262.93855510451999</c:v>
                </c:pt>
                <c:pt idx="4469">
                  <c:v>263.187148615046</c:v>
                </c:pt>
                <c:pt idx="4470">
                  <c:v>259.38274891084598</c:v>
                </c:pt>
                <c:pt idx="4471">
                  <c:v>266.12944627833099</c:v>
                </c:pt>
                <c:pt idx="4472">
                  <c:v>262.33821257866202</c:v>
                </c:pt>
                <c:pt idx="4473">
                  <c:v>263.72245042693402</c:v>
                </c:pt>
                <c:pt idx="4474">
                  <c:v>266.217253727914</c:v>
                </c:pt>
                <c:pt idx="4475">
                  <c:v>265.64010120325997</c:v>
                </c:pt>
                <c:pt idx="4476">
                  <c:v>268.81389745817</c:v>
                </c:pt>
                <c:pt idx="4477">
                  <c:v>270.823652938659</c:v>
                </c:pt>
                <c:pt idx="4478">
                  <c:v>271.278661867165</c:v>
                </c:pt>
                <c:pt idx="4479">
                  <c:v>267.797413128161</c:v>
                </c:pt>
                <c:pt idx="4480">
                  <c:v>268.882157182328</c:v>
                </c:pt>
                <c:pt idx="4481">
                  <c:v>266.354381764604</c:v>
                </c:pt>
                <c:pt idx="4482">
                  <c:v>266.90349361722298</c:v>
                </c:pt>
                <c:pt idx="4483">
                  <c:v>265.49145349763597</c:v>
                </c:pt>
                <c:pt idx="4484">
                  <c:v>263.79075839732002</c:v>
                </c:pt>
                <c:pt idx="4485">
                  <c:v>255.43574132160899</c:v>
                </c:pt>
                <c:pt idx="4486">
                  <c:v>255.24937278817799</c:v>
                </c:pt>
                <c:pt idx="4487">
                  <c:v>260.865579684252</c:v>
                </c:pt>
                <c:pt idx="4488">
                  <c:v>263.14801377617903</c:v>
                </c:pt>
                <c:pt idx="4489">
                  <c:v>267.065070575248</c:v>
                </c:pt>
                <c:pt idx="4490">
                  <c:v>270.01213318094</c:v>
                </c:pt>
                <c:pt idx="4491">
                  <c:v>266.20354338337802</c:v>
                </c:pt>
                <c:pt idx="4492">
                  <c:v>268.405221044808</c:v>
                </c:pt>
                <c:pt idx="4493">
                  <c:v>270.368695774272</c:v>
                </c:pt>
                <c:pt idx="4494">
                  <c:v>271.62745577495002</c:v>
                </c:pt>
                <c:pt idx="4495">
                  <c:v>273.52547542764597</c:v>
                </c:pt>
                <c:pt idx="4496">
                  <c:v>271.217951010901</c:v>
                </c:pt>
                <c:pt idx="4497">
                  <c:v>268.84820078231598</c:v>
                </c:pt>
                <c:pt idx="4498">
                  <c:v>272.83959875888002</c:v>
                </c:pt>
                <c:pt idx="4499">
                  <c:v>275.119936574326</c:v>
                </c:pt>
                <c:pt idx="4500">
                  <c:v>276.48244100737702</c:v>
                </c:pt>
                <c:pt idx="4501">
                  <c:v>274.91337132564303</c:v>
                </c:pt>
                <c:pt idx="4502">
                  <c:v>273.55072487612802</c:v>
                </c:pt>
                <c:pt idx="4503">
                  <c:v>276.248762465982</c:v>
                </c:pt>
                <c:pt idx="4504">
                  <c:v>278.70299230994101</c:v>
                </c:pt>
                <c:pt idx="4505">
                  <c:v>280.03435415822503</c:v>
                </c:pt>
                <c:pt idx="4506">
                  <c:v>281.48250769320799</c:v>
                </c:pt>
                <c:pt idx="4507">
                  <c:v>283.57248375289299</c:v>
                </c:pt>
                <c:pt idx="4508">
                  <c:v>283.38326912938402</c:v>
                </c:pt>
                <c:pt idx="4509">
                  <c:v>281.41569525592001</c:v>
                </c:pt>
                <c:pt idx="4510">
                  <c:v>283.90175341151502</c:v>
                </c:pt>
                <c:pt idx="4511">
                  <c:v>283.44864934113599</c:v>
                </c:pt>
                <c:pt idx="4512">
                  <c:v>282.49541980861198</c:v>
                </c:pt>
                <c:pt idx="4513">
                  <c:v>283.07151726772702</c:v>
                </c:pt>
                <c:pt idx="4514">
                  <c:v>282.24437592206999</c:v>
                </c:pt>
                <c:pt idx="4515">
                  <c:v>279.70405000879902</c:v>
                </c:pt>
                <c:pt idx="4516">
                  <c:v>281.43752241599299</c:v>
                </c:pt>
                <c:pt idx="4517">
                  <c:v>280.17385184145002</c:v>
                </c:pt>
                <c:pt idx="4518">
                  <c:v>276.27996415812402</c:v>
                </c:pt>
                <c:pt idx="4519">
                  <c:v>272.2365574328</c:v>
                </c:pt>
                <c:pt idx="4520">
                  <c:v>276.01904157608999</c:v>
                </c:pt>
                <c:pt idx="4521">
                  <c:v>277.18072623916601</c:v>
                </c:pt>
                <c:pt idx="4522">
                  <c:v>281.74686436841603</c:v>
                </c:pt>
                <c:pt idx="4523">
                  <c:v>279.586032608246</c:v>
                </c:pt>
                <c:pt idx="4524">
                  <c:v>282.576977134831</c:v>
                </c:pt>
                <c:pt idx="4525">
                  <c:v>282.85525360737603</c:v>
                </c:pt>
                <c:pt idx="4526">
                  <c:v>283.08052277211499</c:v>
                </c:pt>
                <c:pt idx="4527">
                  <c:v>284.66253733833997</c:v>
                </c:pt>
                <c:pt idx="4528">
                  <c:v>284.75763080804302</c:v>
                </c:pt>
                <c:pt idx="4529">
                  <c:v>281.92597684568898</c:v>
                </c:pt>
                <c:pt idx="4530">
                  <c:v>285.65510671994099</c:v>
                </c:pt>
                <c:pt idx="4531">
                  <c:v>283.71804816359401</c:v>
                </c:pt>
                <c:pt idx="4532">
                  <c:v>279.24120758785398</c:v>
                </c:pt>
                <c:pt idx="4533">
                  <c:v>285.93491079874099</c:v>
                </c:pt>
                <c:pt idx="4534">
                  <c:v>284.68558014436098</c:v>
                </c:pt>
                <c:pt idx="4535">
                  <c:v>284.69842004133898</c:v>
                </c:pt>
                <c:pt idx="4536">
                  <c:v>280.95260147055598</c:v>
                </c:pt>
                <c:pt idx="4537">
                  <c:v>281.49285571521602</c:v>
                </c:pt>
                <c:pt idx="4538">
                  <c:v>276.61121873068703</c:v>
                </c:pt>
                <c:pt idx="4539">
                  <c:v>279.292944827761</c:v>
                </c:pt>
                <c:pt idx="4540">
                  <c:v>280.99060605823797</c:v>
                </c:pt>
                <c:pt idx="4541">
                  <c:v>285.61536983160403</c:v>
                </c:pt>
                <c:pt idx="4542">
                  <c:v>282.00961213528899</c:v>
                </c:pt>
                <c:pt idx="4543">
                  <c:v>277.58115084435298</c:v>
                </c:pt>
                <c:pt idx="4544">
                  <c:v>279.89447527099702</c:v>
                </c:pt>
                <c:pt idx="4545">
                  <c:v>281.66801004151102</c:v>
                </c:pt>
                <c:pt idx="4546">
                  <c:v>283.48864460831697</c:v>
                </c:pt>
                <c:pt idx="4547">
                  <c:v>283.23715288864599</c:v>
                </c:pt>
                <c:pt idx="4548">
                  <c:v>283.27581696181102</c:v>
                </c:pt>
                <c:pt idx="4549">
                  <c:v>286.49277798492801</c:v>
                </c:pt>
                <c:pt idx="4550">
                  <c:v>284.898872927328</c:v>
                </c:pt>
                <c:pt idx="4551">
                  <c:v>281.681276613367</c:v>
                </c:pt>
                <c:pt idx="4552">
                  <c:v>276.32713070505503</c:v>
                </c:pt>
                <c:pt idx="4553">
                  <c:v>277.23680245501998</c:v>
                </c:pt>
                <c:pt idx="4554">
                  <c:v>275.17418256169998</c:v>
                </c:pt>
                <c:pt idx="4555">
                  <c:v>269.87643497607201</c:v>
                </c:pt>
                <c:pt idx="4556">
                  <c:v>266.87609375135702</c:v>
                </c:pt>
                <c:pt idx="4557">
                  <c:v>268.14933490848102</c:v>
                </c:pt>
                <c:pt idx="4558">
                  <c:v>271.12572086970903</c:v>
                </c:pt>
                <c:pt idx="4559">
                  <c:v>262.810718259108</c:v>
                </c:pt>
                <c:pt idx="4560">
                  <c:v>266.24922493455301</c:v>
                </c:pt>
                <c:pt idx="4561">
                  <c:v>261.306973906493</c:v>
                </c:pt>
                <c:pt idx="4562">
                  <c:v>262.59704024461797</c:v>
                </c:pt>
                <c:pt idx="4563">
                  <c:v>260.86487629525197</c:v>
                </c:pt>
                <c:pt idx="4564">
                  <c:v>262.21875045316301</c:v>
                </c:pt>
                <c:pt idx="4565">
                  <c:v>266.82964082898201</c:v>
                </c:pt>
                <c:pt idx="4566">
                  <c:v>264.22794161735999</c:v>
                </c:pt>
                <c:pt idx="4567">
                  <c:v>265.90939177769502</c:v>
                </c:pt>
                <c:pt idx="4568">
                  <c:v>262.58281613561502</c:v>
                </c:pt>
                <c:pt idx="4569">
                  <c:v>262.98398933159001</c:v>
                </c:pt>
                <c:pt idx="4570">
                  <c:v>268.15558362888299</c:v>
                </c:pt>
                <c:pt idx="4571">
                  <c:v>268.78737359465703</c:v>
                </c:pt>
                <c:pt idx="4572">
                  <c:v>264.36445159721097</c:v>
                </c:pt>
                <c:pt idx="4573">
                  <c:v>262.86401078807</c:v>
                </c:pt>
                <c:pt idx="4574">
                  <c:v>260.94382354277798</c:v>
                </c:pt>
                <c:pt idx="4575">
                  <c:v>254.42583963518601</c:v>
                </c:pt>
                <c:pt idx="4576">
                  <c:v>248.887330894949</c:v>
                </c:pt>
                <c:pt idx="4577">
                  <c:v>250.73645207929701</c:v>
                </c:pt>
                <c:pt idx="4578">
                  <c:v>252.80151200412601</c:v>
                </c:pt>
                <c:pt idx="4579">
                  <c:v>250.55846463801299</c:v>
                </c:pt>
                <c:pt idx="4580">
                  <c:v>254.83159257649999</c:v>
                </c:pt>
                <c:pt idx="4581">
                  <c:v>259.37676620826397</c:v>
                </c:pt>
                <c:pt idx="4582">
                  <c:v>263.22027720438501</c:v>
                </c:pt>
                <c:pt idx="4583">
                  <c:v>261.10749412817</c:v>
                </c:pt>
                <c:pt idx="4584">
                  <c:v>262.15236506339102</c:v>
                </c:pt>
                <c:pt idx="4585">
                  <c:v>266.33960714182302</c:v>
                </c:pt>
                <c:pt idx="4586">
                  <c:v>265.20168314405203</c:v>
                </c:pt>
                <c:pt idx="4587">
                  <c:v>266.39484019756901</c:v>
                </c:pt>
                <c:pt idx="4588">
                  <c:v>269.90209817284301</c:v>
                </c:pt>
                <c:pt idx="4589">
                  <c:v>269.17110025453098</c:v>
                </c:pt>
                <c:pt idx="4590">
                  <c:v>266.39530384015598</c:v>
                </c:pt>
                <c:pt idx="4591">
                  <c:v>271.98270806194199</c:v>
                </c:pt>
                <c:pt idx="4592">
                  <c:v>271.50062996927699</c:v>
                </c:pt>
                <c:pt idx="4593">
                  <c:v>271.331717691515</c:v>
                </c:pt>
                <c:pt idx="4594">
                  <c:v>271.29878506433897</c:v>
                </c:pt>
                <c:pt idx="4595">
                  <c:v>269.55069387713002</c:v>
                </c:pt>
                <c:pt idx="4596">
                  <c:v>268.05455868894398</c:v>
                </c:pt>
                <c:pt idx="4597">
                  <c:v>268.75955864554999</c:v>
                </c:pt>
                <c:pt idx="4598">
                  <c:v>269.116390093588</c:v>
                </c:pt>
                <c:pt idx="4599">
                  <c:v>273.367854748421</c:v>
                </c:pt>
                <c:pt idx="4600">
                  <c:v>273.52975208700201</c:v>
                </c:pt>
                <c:pt idx="4601">
                  <c:v>272.709505182756</c:v>
                </c:pt>
                <c:pt idx="4602">
                  <c:v>273.22788627059202</c:v>
                </c:pt>
                <c:pt idx="4603">
                  <c:v>273.17084944096399</c:v>
                </c:pt>
                <c:pt idx="4604">
                  <c:v>274.23891336557898</c:v>
                </c:pt>
                <c:pt idx="4605">
                  <c:v>274.89046321933898</c:v>
                </c:pt>
                <c:pt idx="4606">
                  <c:v>274.65405675674799</c:v>
                </c:pt>
                <c:pt idx="4607">
                  <c:v>274.62743622959198</c:v>
                </c:pt>
                <c:pt idx="4608">
                  <c:v>275.06349198312898</c:v>
                </c:pt>
                <c:pt idx="4609">
                  <c:v>275.52054759897999</c:v>
                </c:pt>
                <c:pt idx="4610">
                  <c:v>278.92436740917702</c:v>
                </c:pt>
                <c:pt idx="4611">
                  <c:v>280.26296587086199</c:v>
                </c:pt>
                <c:pt idx="4612">
                  <c:v>279.37790350413297</c:v>
                </c:pt>
                <c:pt idx="4613">
                  <c:v>281.84676435718399</c:v>
                </c:pt>
                <c:pt idx="4614">
                  <c:v>280.475057067298</c:v>
                </c:pt>
                <c:pt idx="4615">
                  <c:v>278.334880133225</c:v>
                </c:pt>
                <c:pt idx="4616">
                  <c:v>280.59562876968499</c:v>
                </c:pt>
                <c:pt idx="4617">
                  <c:v>278.00149999125699</c:v>
                </c:pt>
                <c:pt idx="4618">
                  <c:v>277.87704351951697</c:v>
                </c:pt>
                <c:pt idx="4619">
                  <c:v>276.35038583215999</c:v>
                </c:pt>
                <c:pt idx="4620">
                  <c:v>278.25603698006898</c:v>
                </c:pt>
                <c:pt idx="4621">
                  <c:v>279.34569865437197</c:v>
                </c:pt>
                <c:pt idx="4622">
                  <c:v>279.38922079162501</c:v>
                </c:pt>
                <c:pt idx="4623">
                  <c:v>280.12052054476197</c:v>
                </c:pt>
                <c:pt idx="4624">
                  <c:v>282.33454196777001</c:v>
                </c:pt>
                <c:pt idx="4625">
                  <c:v>281.20903883413399</c:v>
                </c:pt>
                <c:pt idx="4626">
                  <c:v>280.55351684725798</c:v>
                </c:pt>
                <c:pt idx="4627">
                  <c:v>278.60074107620602</c:v>
                </c:pt>
                <c:pt idx="4628">
                  <c:v>274.206509912971</c:v>
                </c:pt>
                <c:pt idx="4629">
                  <c:v>275.28485401302999</c:v>
                </c:pt>
                <c:pt idx="4630">
                  <c:v>274.294106759785</c:v>
                </c:pt>
                <c:pt idx="4631">
                  <c:v>274.62574568123</c:v>
                </c:pt>
                <c:pt idx="4632">
                  <c:v>273.24323118989298</c:v>
                </c:pt>
                <c:pt idx="4633">
                  <c:v>274.75460284188</c:v>
                </c:pt>
                <c:pt idx="4634">
                  <c:v>278.24791620638598</c:v>
                </c:pt>
                <c:pt idx="4635">
                  <c:v>275.82754078273098</c:v>
                </c:pt>
                <c:pt idx="4636">
                  <c:v>275.88795359421499</c:v>
                </c:pt>
                <c:pt idx="4637">
                  <c:v>275.41858760156498</c:v>
                </c:pt>
                <c:pt idx="4638">
                  <c:v>277.96120842763901</c:v>
                </c:pt>
                <c:pt idx="4639">
                  <c:v>278.69646635662701</c:v>
                </c:pt>
                <c:pt idx="4640">
                  <c:v>282.62555692067599</c:v>
                </c:pt>
                <c:pt idx="4641">
                  <c:v>280.54510736802501</c:v>
                </c:pt>
                <c:pt idx="4642">
                  <c:v>281.73826181721199</c:v>
                </c:pt>
                <c:pt idx="4643">
                  <c:v>279.63041465786398</c:v>
                </c:pt>
                <c:pt idx="4644">
                  <c:v>281.36068832668099</c:v>
                </c:pt>
                <c:pt idx="4645">
                  <c:v>277.13671897715102</c:v>
                </c:pt>
                <c:pt idx="4646">
                  <c:v>276.60719842397299</c:v>
                </c:pt>
                <c:pt idx="4647">
                  <c:v>275.52161317073899</c:v>
                </c:pt>
                <c:pt idx="4648">
                  <c:v>276.38430838050101</c:v>
                </c:pt>
                <c:pt idx="4649">
                  <c:v>275.12234224035802</c:v>
                </c:pt>
                <c:pt idx="4650">
                  <c:v>279.55682857538</c:v>
                </c:pt>
                <c:pt idx="4651">
                  <c:v>280.292491697858</c:v>
                </c:pt>
                <c:pt idx="4652">
                  <c:v>281.16440077348801</c:v>
                </c:pt>
                <c:pt idx="4653">
                  <c:v>282.21252297886502</c:v>
                </c:pt>
                <c:pt idx="4654">
                  <c:v>282.09915293550898</c:v>
                </c:pt>
                <c:pt idx="4655">
                  <c:v>282.10776095034402</c:v>
                </c:pt>
                <c:pt idx="4656">
                  <c:v>282.32592466492702</c:v>
                </c:pt>
                <c:pt idx="4657">
                  <c:v>281.82475978071199</c:v>
                </c:pt>
                <c:pt idx="4658">
                  <c:v>281.90530456008298</c:v>
                </c:pt>
                <c:pt idx="4659">
                  <c:v>282.07058113567302</c:v>
                </c:pt>
                <c:pt idx="4660">
                  <c:v>283.169392033051</c:v>
                </c:pt>
                <c:pt idx="4661">
                  <c:v>283.48225709769298</c:v>
                </c:pt>
                <c:pt idx="4662">
                  <c:v>281.61985987297498</c:v>
                </c:pt>
                <c:pt idx="4663">
                  <c:v>279.14537400994601</c:v>
                </c:pt>
                <c:pt idx="4664">
                  <c:v>279.68006191655201</c:v>
                </c:pt>
                <c:pt idx="4665">
                  <c:v>279.30428328729897</c:v>
                </c:pt>
                <c:pt idx="4666">
                  <c:v>280.353845339602</c:v>
                </c:pt>
                <c:pt idx="4667">
                  <c:v>278.23475684042501</c:v>
                </c:pt>
                <c:pt idx="4668">
                  <c:v>279.58942346675599</c:v>
                </c:pt>
                <c:pt idx="4669">
                  <c:v>280.81283132112901</c:v>
                </c:pt>
                <c:pt idx="4670">
                  <c:v>279.96198288177902</c:v>
                </c:pt>
                <c:pt idx="4671">
                  <c:v>282.96825880047101</c:v>
                </c:pt>
                <c:pt idx="4672">
                  <c:v>275.35611107305601</c:v>
                </c:pt>
                <c:pt idx="4673">
                  <c:v>272.29128360288001</c:v>
                </c:pt>
                <c:pt idx="4674">
                  <c:v>276.53638395939998</c:v>
                </c:pt>
                <c:pt idx="4675">
                  <c:v>280.46253901356198</c:v>
                </c:pt>
                <c:pt idx="4676">
                  <c:v>283.96841416589399</c:v>
                </c:pt>
                <c:pt idx="4677">
                  <c:v>284.71640368280299</c:v>
                </c:pt>
                <c:pt idx="4678">
                  <c:v>284.72426182276502</c:v>
                </c:pt>
                <c:pt idx="4679">
                  <c:v>286.06765076455099</c:v>
                </c:pt>
                <c:pt idx="4680">
                  <c:v>285.19646134707</c:v>
                </c:pt>
                <c:pt idx="4681">
                  <c:v>289.01482008435801</c:v>
                </c:pt>
                <c:pt idx="4682">
                  <c:v>290.04628040850099</c:v>
                </c:pt>
                <c:pt idx="4683">
                  <c:v>290.44743942389499</c:v>
                </c:pt>
                <c:pt idx="4684">
                  <c:v>290.38911524374902</c:v>
                </c:pt>
                <c:pt idx="4685">
                  <c:v>291.53044998009199</c:v>
                </c:pt>
                <c:pt idx="4686">
                  <c:v>291.19595658595398</c:v>
                </c:pt>
                <c:pt idx="4687">
                  <c:v>292.25633723764099</c:v>
                </c:pt>
                <c:pt idx="4688">
                  <c:v>291.93540312874899</c:v>
                </c:pt>
                <c:pt idx="4689">
                  <c:v>294.04460099102999</c:v>
                </c:pt>
                <c:pt idx="4690">
                  <c:v>292.60181030564598</c:v>
                </c:pt>
                <c:pt idx="4691">
                  <c:v>294.28882057864899</c:v>
                </c:pt>
                <c:pt idx="4692">
                  <c:v>293.85882678527503</c:v>
                </c:pt>
                <c:pt idx="4693">
                  <c:v>292.56811920000899</c:v>
                </c:pt>
                <c:pt idx="4694">
                  <c:v>291.69334128324698</c:v>
                </c:pt>
                <c:pt idx="4695">
                  <c:v>292.95111822939901</c:v>
                </c:pt>
                <c:pt idx="4696">
                  <c:v>294.25546951253199</c:v>
                </c:pt>
                <c:pt idx="4697">
                  <c:v>294.589028503024</c:v>
                </c:pt>
                <c:pt idx="4698">
                  <c:v>292.97201240190702</c:v>
                </c:pt>
                <c:pt idx="4699">
                  <c:v>292.88203282393999</c:v>
                </c:pt>
                <c:pt idx="4700">
                  <c:v>293.64278883485599</c:v>
                </c:pt>
                <c:pt idx="4701">
                  <c:v>295.61286141552699</c:v>
                </c:pt>
                <c:pt idx="4702">
                  <c:v>294.99776896641202</c:v>
                </c:pt>
                <c:pt idx="4703">
                  <c:v>295.30460036072901</c:v>
                </c:pt>
                <c:pt idx="4704">
                  <c:v>295.51040990628297</c:v>
                </c:pt>
                <c:pt idx="4705">
                  <c:v>296.31675484713099</c:v>
                </c:pt>
                <c:pt idx="4706">
                  <c:v>296.20558715453598</c:v>
                </c:pt>
                <c:pt idx="4707">
                  <c:v>295.87127485897503</c:v>
                </c:pt>
                <c:pt idx="4708">
                  <c:v>293.572693809035</c:v>
                </c:pt>
                <c:pt idx="4709">
                  <c:v>294.32175194256001</c:v>
                </c:pt>
                <c:pt idx="4710">
                  <c:v>294.20756530449199</c:v>
                </c:pt>
                <c:pt idx="4711">
                  <c:v>293.562977614381</c:v>
                </c:pt>
                <c:pt idx="4712">
                  <c:v>294.01440862542</c:v>
                </c:pt>
                <c:pt idx="4713">
                  <c:v>294.35387703472003</c:v>
                </c:pt>
                <c:pt idx="4714">
                  <c:v>293.42259454241201</c:v>
                </c:pt>
                <c:pt idx="4715">
                  <c:v>293.45651166956497</c:v>
                </c:pt>
                <c:pt idx="4716">
                  <c:v>293.09540526923303</c:v>
                </c:pt>
                <c:pt idx="4717">
                  <c:v>294.41871954672899</c:v>
                </c:pt>
                <c:pt idx="4718">
                  <c:v>293.39305358541401</c:v>
                </c:pt>
                <c:pt idx="4719">
                  <c:v>293.12972340937301</c:v>
                </c:pt>
                <c:pt idx="4720">
                  <c:v>293.36811895156501</c:v>
                </c:pt>
                <c:pt idx="4721">
                  <c:v>294.47157382300298</c:v>
                </c:pt>
                <c:pt idx="4722">
                  <c:v>296.13218233263802</c:v>
                </c:pt>
                <c:pt idx="4723">
                  <c:v>295.509145409891</c:v>
                </c:pt>
                <c:pt idx="4724">
                  <c:v>293.91622581375702</c:v>
                </c:pt>
                <c:pt idx="4725">
                  <c:v>286.46449677187502</c:v>
                </c:pt>
                <c:pt idx="4726">
                  <c:v>290.67844981189899</c:v>
                </c:pt>
                <c:pt idx="4727">
                  <c:v>286.75937628229798</c:v>
                </c:pt>
                <c:pt idx="4728">
                  <c:v>286.56362587420102</c:v>
                </c:pt>
                <c:pt idx="4729">
                  <c:v>289.45060562542398</c:v>
                </c:pt>
                <c:pt idx="4730">
                  <c:v>288.92264316383103</c:v>
                </c:pt>
                <c:pt idx="4731">
                  <c:v>289.097701860082</c:v>
                </c:pt>
                <c:pt idx="4732">
                  <c:v>289.40529510349899</c:v>
                </c:pt>
                <c:pt idx="4733">
                  <c:v>293.21340867787302</c:v>
                </c:pt>
                <c:pt idx="4734">
                  <c:v>295.51569973575801</c:v>
                </c:pt>
                <c:pt idx="4735">
                  <c:v>294.39463928658802</c:v>
                </c:pt>
                <c:pt idx="4736">
                  <c:v>292.392609907647</c:v>
                </c:pt>
                <c:pt idx="4737">
                  <c:v>294.267732213415</c:v>
                </c:pt>
                <c:pt idx="4738">
                  <c:v>294.51259575881102</c:v>
                </c:pt>
                <c:pt idx="4739">
                  <c:v>291.89054067058498</c:v>
                </c:pt>
                <c:pt idx="4740">
                  <c:v>292.51851747248901</c:v>
                </c:pt>
                <c:pt idx="4741">
                  <c:v>291.40317509190299</c:v>
                </c:pt>
                <c:pt idx="4742">
                  <c:v>288.34738885830802</c:v>
                </c:pt>
                <c:pt idx="4743">
                  <c:v>287.69400385950701</c:v>
                </c:pt>
                <c:pt idx="4744">
                  <c:v>287.92013785223099</c:v>
                </c:pt>
                <c:pt idx="4745">
                  <c:v>287.00164774845001</c:v>
                </c:pt>
                <c:pt idx="4746">
                  <c:v>288.10443187175099</c:v>
                </c:pt>
                <c:pt idx="4747">
                  <c:v>285.34341826904898</c:v>
                </c:pt>
                <c:pt idx="4748">
                  <c:v>286.90516885971601</c:v>
                </c:pt>
                <c:pt idx="4749">
                  <c:v>287.016372887947</c:v>
                </c:pt>
                <c:pt idx="4750">
                  <c:v>286.585736312606</c:v>
                </c:pt>
                <c:pt idx="4751">
                  <c:v>286.39230758690701</c:v>
                </c:pt>
                <c:pt idx="4752">
                  <c:v>287.22083345637202</c:v>
                </c:pt>
                <c:pt idx="4753">
                  <c:v>286.92020451968</c:v>
                </c:pt>
                <c:pt idx="4754">
                  <c:v>285.80005979564902</c:v>
                </c:pt>
                <c:pt idx="4755">
                  <c:v>286.34430114852</c:v>
                </c:pt>
                <c:pt idx="4756">
                  <c:v>288.45478626123202</c:v>
                </c:pt>
                <c:pt idx="4757">
                  <c:v>287.66648348567799</c:v>
                </c:pt>
                <c:pt idx="4758">
                  <c:v>286.34984346191101</c:v>
                </c:pt>
                <c:pt idx="4759">
                  <c:v>284.60768900210297</c:v>
                </c:pt>
                <c:pt idx="4760">
                  <c:v>284.91138904170401</c:v>
                </c:pt>
                <c:pt idx="4761">
                  <c:v>286.14061959347703</c:v>
                </c:pt>
                <c:pt idx="4762">
                  <c:v>283.40187043857998</c:v>
                </c:pt>
                <c:pt idx="4763">
                  <c:v>280.88685976127198</c:v>
                </c:pt>
                <c:pt idx="4764">
                  <c:v>279.63491180015899</c:v>
                </c:pt>
                <c:pt idx="4765">
                  <c:v>278.830377739771</c:v>
                </c:pt>
                <c:pt idx="4766">
                  <c:v>284.47043043046699</c:v>
                </c:pt>
                <c:pt idx="4767">
                  <c:v>286.30505115850599</c:v>
                </c:pt>
                <c:pt idx="4768">
                  <c:v>284.81743558589301</c:v>
                </c:pt>
                <c:pt idx="4769">
                  <c:v>280.17169583964699</c:v>
                </c:pt>
                <c:pt idx="4770">
                  <c:v>280.77557140396601</c:v>
                </c:pt>
                <c:pt idx="4771">
                  <c:v>278.31959933668401</c:v>
                </c:pt>
                <c:pt idx="4772">
                  <c:v>281.41565617801001</c:v>
                </c:pt>
                <c:pt idx="4773">
                  <c:v>282.29053747178699</c:v>
                </c:pt>
                <c:pt idx="4774">
                  <c:v>283.578113112594</c:v>
                </c:pt>
                <c:pt idx="4775">
                  <c:v>282.98561543908897</c:v>
                </c:pt>
                <c:pt idx="4776">
                  <c:v>284.95983835382702</c:v>
                </c:pt>
                <c:pt idx="4777">
                  <c:v>286.50784559211297</c:v>
                </c:pt>
                <c:pt idx="4778">
                  <c:v>285.71881511009298</c:v>
                </c:pt>
                <c:pt idx="4779">
                  <c:v>287.473825168887</c:v>
                </c:pt>
                <c:pt idx="4780">
                  <c:v>287.81581645788901</c:v>
                </c:pt>
                <c:pt idx="4781">
                  <c:v>288.14013881617001</c:v>
                </c:pt>
                <c:pt idx="4782">
                  <c:v>283.39080899551902</c:v>
                </c:pt>
                <c:pt idx="4783">
                  <c:v>280.62398386702699</c:v>
                </c:pt>
                <c:pt idx="4784">
                  <c:v>281.86133064572402</c:v>
                </c:pt>
                <c:pt idx="4785">
                  <c:v>283.37227948994001</c:v>
                </c:pt>
                <c:pt idx="4786">
                  <c:v>284.19860479557099</c:v>
                </c:pt>
                <c:pt idx="4787">
                  <c:v>288.18743654623898</c:v>
                </c:pt>
                <c:pt idx="4788">
                  <c:v>287.806666183853</c:v>
                </c:pt>
                <c:pt idx="4789">
                  <c:v>289.53621580658302</c:v>
                </c:pt>
                <c:pt idx="4790">
                  <c:v>290.746575045074</c:v>
                </c:pt>
                <c:pt idx="4791">
                  <c:v>293.13410172589499</c:v>
                </c:pt>
                <c:pt idx="4792">
                  <c:v>290.70673717887701</c:v>
                </c:pt>
                <c:pt idx="4793">
                  <c:v>291.17980017848799</c:v>
                </c:pt>
                <c:pt idx="4794">
                  <c:v>292.14014642643599</c:v>
                </c:pt>
                <c:pt idx="4795">
                  <c:v>293.89826447926703</c:v>
                </c:pt>
                <c:pt idx="4796">
                  <c:v>294.54817186538799</c:v>
                </c:pt>
                <c:pt idx="4797">
                  <c:v>293.94908500743497</c:v>
                </c:pt>
                <c:pt idx="4798">
                  <c:v>294.08955088706801</c:v>
                </c:pt>
                <c:pt idx="4799">
                  <c:v>294.17378276250298</c:v>
                </c:pt>
                <c:pt idx="4800">
                  <c:v>295.0770863628</c:v>
                </c:pt>
                <c:pt idx="4801">
                  <c:v>292.89585687129301</c:v>
                </c:pt>
                <c:pt idx="4802">
                  <c:v>294.03921161898501</c:v>
                </c:pt>
                <c:pt idx="4803">
                  <c:v>291.971045219502</c:v>
                </c:pt>
                <c:pt idx="4804">
                  <c:v>293.40429123966697</c:v>
                </c:pt>
                <c:pt idx="4805">
                  <c:v>294.32801154560701</c:v>
                </c:pt>
                <c:pt idx="4806">
                  <c:v>295.25473310646902</c:v>
                </c:pt>
                <c:pt idx="4807">
                  <c:v>295.43077136649299</c:v>
                </c:pt>
                <c:pt idx="4808">
                  <c:v>294.51220308377202</c:v>
                </c:pt>
                <c:pt idx="4809">
                  <c:v>293.99455679630802</c:v>
                </c:pt>
                <c:pt idx="4810">
                  <c:v>294.35494149613697</c:v>
                </c:pt>
                <c:pt idx="4811">
                  <c:v>294.50087775646199</c:v>
                </c:pt>
                <c:pt idx="4812">
                  <c:v>294.84970393272903</c:v>
                </c:pt>
                <c:pt idx="4813">
                  <c:v>295.60226599582199</c:v>
                </c:pt>
                <c:pt idx="4814">
                  <c:v>295.839196842653</c:v>
                </c:pt>
                <c:pt idx="4815">
                  <c:v>295.23674944477301</c:v>
                </c:pt>
                <c:pt idx="4816">
                  <c:v>295.89115723255799</c:v>
                </c:pt>
                <c:pt idx="4817">
                  <c:v>296.57969708272702</c:v>
                </c:pt>
                <c:pt idx="4818">
                  <c:v>296.57871247415301</c:v>
                </c:pt>
                <c:pt idx="4819">
                  <c:v>297.85893262105901</c:v>
                </c:pt>
                <c:pt idx="4820">
                  <c:v>297.72494725339197</c:v>
                </c:pt>
                <c:pt idx="4821">
                  <c:v>298.51506951467098</c:v>
                </c:pt>
                <c:pt idx="4822">
                  <c:v>297.15052318570997</c:v>
                </c:pt>
                <c:pt idx="4823">
                  <c:v>297.15771471301201</c:v>
                </c:pt>
                <c:pt idx="4824">
                  <c:v>296.63275593916097</c:v>
                </c:pt>
                <c:pt idx="4825">
                  <c:v>297.131685635753</c:v>
                </c:pt>
                <c:pt idx="4826">
                  <c:v>297.889379130375</c:v>
                </c:pt>
                <c:pt idx="4827">
                  <c:v>297.118952136654</c:v>
                </c:pt>
                <c:pt idx="4828">
                  <c:v>297.87452652686397</c:v>
                </c:pt>
                <c:pt idx="4829">
                  <c:v>299.09760574813902</c:v>
                </c:pt>
                <c:pt idx="4830">
                  <c:v>299.93100915498002</c:v>
                </c:pt>
                <c:pt idx="4831">
                  <c:v>301.09039386145201</c:v>
                </c:pt>
                <c:pt idx="4832">
                  <c:v>301.53398958019199</c:v>
                </c:pt>
                <c:pt idx="4833">
                  <c:v>301.29962930210502</c:v>
                </c:pt>
                <c:pt idx="4834">
                  <c:v>301.97945559279401</c:v>
                </c:pt>
                <c:pt idx="4835">
                  <c:v>302.91451381284702</c:v>
                </c:pt>
                <c:pt idx="4836">
                  <c:v>303.78716263037501</c:v>
                </c:pt>
                <c:pt idx="4837">
                  <c:v>306.13406781815502</c:v>
                </c:pt>
                <c:pt idx="4838">
                  <c:v>306.252039986618</c:v>
                </c:pt>
                <c:pt idx="4839">
                  <c:v>306.800305135249</c:v>
                </c:pt>
                <c:pt idx="4840">
                  <c:v>308.17628229958899</c:v>
                </c:pt>
                <c:pt idx="4841">
                  <c:v>307.52576610330902</c:v>
                </c:pt>
                <c:pt idx="4842">
                  <c:v>307.16048562023798</c:v>
                </c:pt>
                <c:pt idx="4843">
                  <c:v>309.55999888506801</c:v>
                </c:pt>
                <c:pt idx="4844">
                  <c:v>308.69574031760601</c:v>
                </c:pt>
                <c:pt idx="4845">
                  <c:v>308.65873034634501</c:v>
                </c:pt>
                <c:pt idx="4846">
                  <c:v>307.90555043386303</c:v>
                </c:pt>
                <c:pt idx="4847">
                  <c:v>307.769734796828</c:v>
                </c:pt>
                <c:pt idx="4848">
                  <c:v>307.08368039100401</c:v>
                </c:pt>
                <c:pt idx="4849">
                  <c:v>307.53232530888403</c:v>
                </c:pt>
                <c:pt idx="4850">
                  <c:v>309.10142141463899</c:v>
                </c:pt>
                <c:pt idx="4851">
                  <c:v>309.503134384443</c:v>
                </c:pt>
                <c:pt idx="4852">
                  <c:v>308.69026135517498</c:v>
                </c:pt>
                <c:pt idx="4853">
                  <c:v>311.70079321993802</c:v>
                </c:pt>
                <c:pt idx="4854">
                  <c:v>310.76576383962299</c:v>
                </c:pt>
                <c:pt idx="4855">
                  <c:v>311.95802202645899</c:v>
                </c:pt>
                <c:pt idx="4856">
                  <c:v>311.09480155675101</c:v>
                </c:pt>
                <c:pt idx="4857">
                  <c:v>303.98043625876801</c:v>
                </c:pt>
                <c:pt idx="4858">
                  <c:v>305.06159711694602</c:v>
                </c:pt>
                <c:pt idx="4859">
                  <c:v>305.22194448124498</c:v>
                </c:pt>
                <c:pt idx="4860">
                  <c:v>304.96299425831103</c:v>
                </c:pt>
                <c:pt idx="4861">
                  <c:v>303.72193616880003</c:v>
                </c:pt>
                <c:pt idx="4862">
                  <c:v>306.62125352378399</c:v>
                </c:pt>
                <c:pt idx="4863">
                  <c:v>306.039712912742</c:v>
                </c:pt>
                <c:pt idx="4864">
                  <c:v>308.47011458508399</c:v>
                </c:pt>
                <c:pt idx="4865">
                  <c:v>307.12395522643698</c:v>
                </c:pt>
                <c:pt idx="4866">
                  <c:v>306.42889196497902</c:v>
                </c:pt>
                <c:pt idx="4867">
                  <c:v>306.33189062671897</c:v>
                </c:pt>
                <c:pt idx="4868">
                  <c:v>304.394376718751</c:v>
                </c:pt>
                <c:pt idx="4869">
                  <c:v>306.04766444874599</c:v>
                </c:pt>
                <c:pt idx="4870">
                  <c:v>305.70669139512302</c:v>
                </c:pt>
                <c:pt idx="4871">
                  <c:v>304.90722536889598</c:v>
                </c:pt>
                <c:pt idx="4872">
                  <c:v>304.204009164615</c:v>
                </c:pt>
                <c:pt idx="4873">
                  <c:v>301.20722037128701</c:v>
                </c:pt>
                <c:pt idx="4874">
                  <c:v>298.64880345318602</c:v>
                </c:pt>
                <c:pt idx="4875">
                  <c:v>302.47540687388698</c:v>
                </c:pt>
                <c:pt idx="4876">
                  <c:v>301.65131198776299</c:v>
                </c:pt>
                <c:pt idx="4877">
                  <c:v>301.34208024597598</c:v>
                </c:pt>
                <c:pt idx="4878">
                  <c:v>305.38546241640603</c:v>
                </c:pt>
                <c:pt idx="4879">
                  <c:v>304.07528714212299</c:v>
                </c:pt>
                <c:pt idx="4880">
                  <c:v>308.71073856821999</c:v>
                </c:pt>
                <c:pt idx="4881">
                  <c:v>311.88659561072501</c:v>
                </c:pt>
                <c:pt idx="4882">
                  <c:v>311.789040895803</c:v>
                </c:pt>
                <c:pt idx="4883">
                  <c:v>311.62548967844401</c:v>
                </c:pt>
                <c:pt idx="4884">
                  <c:v>309.41892411522599</c:v>
                </c:pt>
                <c:pt idx="4885">
                  <c:v>310.28735551460198</c:v>
                </c:pt>
                <c:pt idx="4886">
                  <c:v>310.08800883240298</c:v>
                </c:pt>
                <c:pt idx="4887">
                  <c:v>309.59536881577998</c:v>
                </c:pt>
                <c:pt idx="4888">
                  <c:v>309.46922839172998</c:v>
                </c:pt>
                <c:pt idx="4889">
                  <c:v>310.62703430180301</c:v>
                </c:pt>
                <c:pt idx="4890">
                  <c:v>309.92389095918901</c:v>
                </c:pt>
                <c:pt idx="4891">
                  <c:v>309.61585782305002</c:v>
                </c:pt>
                <c:pt idx="4892">
                  <c:v>311.84893784293098</c:v>
                </c:pt>
                <c:pt idx="4893">
                  <c:v>311.59574271356701</c:v>
                </c:pt>
                <c:pt idx="4894">
                  <c:v>310.744023230577</c:v>
                </c:pt>
                <c:pt idx="4895">
                  <c:v>313.26456643595498</c:v>
                </c:pt>
                <c:pt idx="4896">
                  <c:v>313.52597501318701</c:v>
                </c:pt>
                <c:pt idx="4897">
                  <c:v>304.41522906304999</c:v>
                </c:pt>
                <c:pt idx="4898">
                  <c:v>306.28356900971499</c:v>
                </c:pt>
                <c:pt idx="4899">
                  <c:v>309.13095377437003</c:v>
                </c:pt>
                <c:pt idx="4900">
                  <c:v>311.27185466615902</c:v>
                </c:pt>
                <c:pt idx="4901">
                  <c:v>312.63110863782703</c:v>
                </c:pt>
                <c:pt idx="4902">
                  <c:v>313.50449705655001</c:v>
                </c:pt>
                <c:pt idx="4903">
                  <c:v>314.87284684192502</c:v>
                </c:pt>
                <c:pt idx="4904">
                  <c:v>315.62376887489103</c:v>
                </c:pt>
                <c:pt idx="4905">
                  <c:v>315.02370104993298</c:v>
                </c:pt>
                <c:pt idx="4906">
                  <c:v>314.576402105081</c:v>
                </c:pt>
                <c:pt idx="4907">
                  <c:v>316.66128739794101</c:v>
                </c:pt>
                <c:pt idx="4908">
                  <c:v>317.21603567102898</c:v>
                </c:pt>
                <c:pt idx="4909">
                  <c:v>316.64163390514102</c:v>
                </c:pt>
                <c:pt idx="4910">
                  <c:v>315.76731241010901</c:v>
                </c:pt>
                <c:pt idx="4911">
                  <c:v>317.21590856789902</c:v>
                </c:pt>
                <c:pt idx="4912">
                  <c:v>319.71283542465699</c:v>
                </c:pt>
                <c:pt idx="4913">
                  <c:v>320.039914503266</c:v>
                </c:pt>
                <c:pt idx="4914">
                  <c:v>320.26180230220501</c:v>
                </c:pt>
                <c:pt idx="4915">
                  <c:v>322.09315563352601</c:v>
                </c:pt>
                <c:pt idx="4916">
                  <c:v>320.93711699276702</c:v>
                </c:pt>
                <c:pt idx="4917">
                  <c:v>320.25256508894898</c:v>
                </c:pt>
                <c:pt idx="4918">
                  <c:v>320.37224312446602</c:v>
                </c:pt>
                <c:pt idx="4919">
                  <c:v>323.91647273699101</c:v>
                </c:pt>
                <c:pt idx="4920">
                  <c:v>320.79864299879699</c:v>
                </c:pt>
                <c:pt idx="4921">
                  <c:v>319.38366763693301</c:v>
                </c:pt>
                <c:pt idx="4922">
                  <c:v>318.36727948176798</c:v>
                </c:pt>
                <c:pt idx="4923">
                  <c:v>317.71054282620503</c:v>
                </c:pt>
                <c:pt idx="4924">
                  <c:v>317.89527263853199</c:v>
                </c:pt>
                <c:pt idx="4925">
                  <c:v>316.11600869237498</c:v>
                </c:pt>
                <c:pt idx="4926">
                  <c:v>320.75504869142998</c:v>
                </c:pt>
                <c:pt idx="4927">
                  <c:v>318.70778755279503</c:v>
                </c:pt>
                <c:pt idx="4928">
                  <c:v>319.30701409409897</c:v>
                </c:pt>
                <c:pt idx="4929">
                  <c:v>320.54706832586601</c:v>
                </c:pt>
                <c:pt idx="4930">
                  <c:v>322.31509082208402</c:v>
                </c:pt>
                <c:pt idx="4931">
                  <c:v>320.16307153230701</c:v>
                </c:pt>
                <c:pt idx="4932">
                  <c:v>322.71484087478802</c:v>
                </c:pt>
                <c:pt idx="4933">
                  <c:v>323.91032797688501</c:v>
                </c:pt>
                <c:pt idx="4934">
                  <c:v>323.43143302886</c:v>
                </c:pt>
                <c:pt idx="4935">
                  <c:v>325.41862943685999</c:v>
                </c:pt>
                <c:pt idx="4936">
                  <c:v>325.995007040865</c:v>
                </c:pt>
                <c:pt idx="4937">
                  <c:v>326.87234049015302</c:v>
                </c:pt>
                <c:pt idx="4938">
                  <c:v>326.435369459252</c:v>
                </c:pt>
                <c:pt idx="4939">
                  <c:v>326.12907356953599</c:v>
                </c:pt>
                <c:pt idx="4940">
                  <c:v>327.11693987218399</c:v>
                </c:pt>
                <c:pt idx="4941">
                  <c:v>326.93675646427101</c:v>
                </c:pt>
                <c:pt idx="4942">
                  <c:v>326.81866846819798</c:v>
                </c:pt>
                <c:pt idx="4943">
                  <c:v>326.48520316128503</c:v>
                </c:pt>
                <c:pt idx="4944">
                  <c:v>329.248747492223</c:v>
                </c:pt>
                <c:pt idx="4945">
                  <c:v>328.593177077794</c:v>
                </c:pt>
                <c:pt idx="4946">
                  <c:v>326.99504900940099</c:v>
                </c:pt>
                <c:pt idx="4947">
                  <c:v>327.366290215861</c:v>
                </c:pt>
                <c:pt idx="4948">
                  <c:v>328.07377543083697</c:v>
                </c:pt>
                <c:pt idx="4949">
                  <c:v>328.602227549769</c:v>
                </c:pt>
                <c:pt idx="4950">
                  <c:v>328.70190562838798</c:v>
                </c:pt>
                <c:pt idx="4951">
                  <c:v>328.18023879836102</c:v>
                </c:pt>
                <c:pt idx="4952">
                  <c:v>329.90059590690799</c:v>
                </c:pt>
                <c:pt idx="4953">
                  <c:v>330.53390611649598</c:v>
                </c:pt>
                <c:pt idx="4954">
                  <c:v>329.68675972920198</c:v>
                </c:pt>
                <c:pt idx="4955">
                  <c:v>329.79678999797198</c:v>
                </c:pt>
                <c:pt idx="4956">
                  <c:v>324.18838101190101</c:v>
                </c:pt>
                <c:pt idx="4957">
                  <c:v>323.50630425944098</c:v>
                </c:pt>
                <c:pt idx="4958">
                  <c:v>328.420918358123</c:v>
                </c:pt>
                <c:pt idx="4959">
                  <c:v>328.550183770486</c:v>
                </c:pt>
                <c:pt idx="4960">
                  <c:v>328.58282783563499</c:v>
                </c:pt>
                <c:pt idx="4961">
                  <c:v>322.76576674418999</c:v>
                </c:pt>
                <c:pt idx="4962">
                  <c:v>323.01413505403002</c:v>
                </c:pt>
                <c:pt idx="4963">
                  <c:v>322.72311854844298</c:v>
                </c:pt>
                <c:pt idx="4964">
                  <c:v>327.26949419657001</c:v>
                </c:pt>
                <c:pt idx="4965">
                  <c:v>326.311643779382</c:v>
                </c:pt>
                <c:pt idx="4966">
                  <c:v>325.73057121876099</c:v>
                </c:pt>
                <c:pt idx="4967">
                  <c:v>325.88629907109203</c:v>
                </c:pt>
                <c:pt idx="4968">
                  <c:v>325.71953735089801</c:v>
                </c:pt>
                <c:pt idx="4969">
                  <c:v>325.54174497793002</c:v>
                </c:pt>
                <c:pt idx="4970">
                  <c:v>327.80282720373799</c:v>
                </c:pt>
                <c:pt idx="4971">
                  <c:v>329.15919091156798</c:v>
                </c:pt>
                <c:pt idx="4972">
                  <c:v>330.47320192039598</c:v>
                </c:pt>
                <c:pt idx="4973">
                  <c:v>325.78243986595299</c:v>
                </c:pt>
                <c:pt idx="4974">
                  <c:v>326.79900919419299</c:v>
                </c:pt>
                <c:pt idx="4975">
                  <c:v>324.22799419419698</c:v>
                </c:pt>
                <c:pt idx="4976">
                  <c:v>324.50891659680201</c:v>
                </c:pt>
                <c:pt idx="4977">
                  <c:v>328.71829186757799</c:v>
                </c:pt>
                <c:pt idx="4978">
                  <c:v>331.02142308404098</c:v>
                </c:pt>
                <c:pt idx="4979">
                  <c:v>331.94758758205899</c:v>
                </c:pt>
                <c:pt idx="4980">
                  <c:v>331.88818525132501</c:v>
                </c:pt>
                <c:pt idx="4981">
                  <c:v>333.84774008540597</c:v>
                </c:pt>
                <c:pt idx="4982">
                  <c:v>335.91526733831802</c:v>
                </c:pt>
                <c:pt idx="4983">
                  <c:v>337.52304430027402</c:v>
                </c:pt>
                <c:pt idx="4984">
                  <c:v>337.43860189280099</c:v>
                </c:pt>
                <c:pt idx="4985">
                  <c:v>336.32162729705601</c:v>
                </c:pt>
                <c:pt idx="4986">
                  <c:v>335.76454919899999</c:v>
                </c:pt>
                <c:pt idx="4987">
                  <c:v>331.52001660049501</c:v>
                </c:pt>
                <c:pt idx="4988">
                  <c:v>331.96817089592003</c:v>
                </c:pt>
                <c:pt idx="4989">
                  <c:v>336.01236558911899</c:v>
                </c:pt>
                <c:pt idx="4990">
                  <c:v>336.59733427441898</c:v>
                </c:pt>
                <c:pt idx="4991">
                  <c:v>338.28965510355403</c:v>
                </c:pt>
                <c:pt idx="4992">
                  <c:v>339.68818861743898</c:v>
                </c:pt>
                <c:pt idx="4993">
                  <c:v>340.55114132444498</c:v>
                </c:pt>
                <c:pt idx="4994">
                  <c:v>340.53887627311201</c:v>
                </c:pt>
                <c:pt idx="4995">
                  <c:v>344.02047079280101</c:v>
                </c:pt>
                <c:pt idx="4996">
                  <c:v>344.73257804602798</c:v>
                </c:pt>
                <c:pt idx="4997">
                  <c:v>344.79803968846397</c:v>
                </c:pt>
                <c:pt idx="4998">
                  <c:v>345.37192239753398</c:v>
                </c:pt>
                <c:pt idx="4999">
                  <c:v>346.094399816823</c:v>
                </c:pt>
                <c:pt idx="5000">
                  <c:v>345.18274800410001</c:v>
                </c:pt>
                <c:pt idx="5001">
                  <c:v>346.34591250537699</c:v>
                </c:pt>
                <c:pt idx="5002">
                  <c:v>348.13245192075698</c:v>
                </c:pt>
                <c:pt idx="5003">
                  <c:v>348.05577237185099</c:v>
                </c:pt>
                <c:pt idx="5004">
                  <c:v>348.86536058449701</c:v>
                </c:pt>
                <c:pt idx="5005">
                  <c:v>348.52035500980799</c:v>
                </c:pt>
                <c:pt idx="5006">
                  <c:v>351.95041752518398</c:v>
                </c:pt>
                <c:pt idx="5007">
                  <c:v>350.58479356256998</c:v>
                </c:pt>
                <c:pt idx="5008">
                  <c:v>353.028882342141</c:v>
                </c:pt>
                <c:pt idx="5009">
                  <c:v>351.07146034392701</c:v>
                </c:pt>
                <c:pt idx="5010">
                  <c:v>352.351366299002</c:v>
                </c:pt>
                <c:pt idx="5011">
                  <c:v>357.50319930257001</c:v>
                </c:pt>
                <c:pt idx="5012">
                  <c:v>357.639274443533</c:v>
                </c:pt>
                <c:pt idx="5013">
                  <c:v>358.18947664791</c:v>
                </c:pt>
                <c:pt idx="5014">
                  <c:v>357.94020517391999</c:v>
                </c:pt>
                <c:pt idx="5015">
                  <c:v>359.88249631345599</c:v>
                </c:pt>
                <c:pt idx="5016">
                  <c:v>361.11551518296</c:v>
                </c:pt>
                <c:pt idx="5017">
                  <c:v>362.13477615763497</c:v>
                </c:pt>
                <c:pt idx="5018">
                  <c:v>359.55782639837099</c:v>
                </c:pt>
                <c:pt idx="5019">
                  <c:v>358.96755418605102</c:v>
                </c:pt>
                <c:pt idx="5020">
                  <c:v>356.62177634093399</c:v>
                </c:pt>
                <c:pt idx="5021">
                  <c:v>356.46432161598</c:v>
                </c:pt>
                <c:pt idx="5022">
                  <c:v>357.171384580515</c:v>
                </c:pt>
                <c:pt idx="5023">
                  <c:v>356.55110309896799</c:v>
                </c:pt>
                <c:pt idx="5024">
                  <c:v>355.130614307999</c:v>
                </c:pt>
                <c:pt idx="5025">
                  <c:v>357.89699445335998</c:v>
                </c:pt>
                <c:pt idx="5026">
                  <c:v>356.58471959364499</c:v>
                </c:pt>
                <c:pt idx="5027">
                  <c:v>358.06753299328602</c:v>
                </c:pt>
                <c:pt idx="5028">
                  <c:v>361.12563524023602</c:v>
                </c:pt>
                <c:pt idx="5029">
                  <c:v>360.11830871535199</c:v>
                </c:pt>
                <c:pt idx="5030">
                  <c:v>360.74884530826898</c:v>
                </c:pt>
                <c:pt idx="5031">
                  <c:v>360.25574688365498</c:v>
                </c:pt>
                <c:pt idx="5032">
                  <c:v>364.878890272739</c:v>
                </c:pt>
                <c:pt idx="5033">
                  <c:v>362.182167039923</c:v>
                </c:pt>
                <c:pt idx="5034">
                  <c:v>365.82788153496398</c:v>
                </c:pt>
                <c:pt idx="5035">
                  <c:v>364.58335294332898</c:v>
                </c:pt>
                <c:pt idx="5036">
                  <c:v>362.34956646400201</c:v>
                </c:pt>
                <c:pt idx="5037">
                  <c:v>361.35792955502399</c:v>
                </c:pt>
                <c:pt idx="5038">
                  <c:v>362.219207653723</c:v>
                </c:pt>
                <c:pt idx="5039">
                  <c:v>364.22624995926498</c:v>
                </c:pt>
                <c:pt idx="5040">
                  <c:v>366.317708004981</c:v>
                </c:pt>
                <c:pt idx="5041">
                  <c:v>367.07882460714899</c:v>
                </c:pt>
                <c:pt idx="5042">
                  <c:v>367.79663986000202</c:v>
                </c:pt>
                <c:pt idx="5043">
                  <c:v>366.89513446206399</c:v>
                </c:pt>
                <c:pt idx="5044">
                  <c:v>365.24424995261899</c:v>
                </c:pt>
                <c:pt idx="5045">
                  <c:v>369.16774039376099</c:v>
                </c:pt>
                <c:pt idx="5046">
                  <c:v>371.76251034362701</c:v>
                </c:pt>
                <c:pt idx="5047">
                  <c:v>370.23711991447101</c:v>
                </c:pt>
                <c:pt idx="5048">
                  <c:v>369.99529544065302</c:v>
                </c:pt>
                <c:pt idx="5049">
                  <c:v>370.706261115735</c:v>
                </c:pt>
                <c:pt idx="5050">
                  <c:v>370.38621543748297</c:v>
                </c:pt>
                <c:pt idx="5051">
                  <c:v>368.53140814261599</c:v>
                </c:pt>
                <c:pt idx="5052">
                  <c:v>369.40055246863898</c:v>
                </c:pt>
                <c:pt idx="5053">
                  <c:v>370.55173745881899</c:v>
                </c:pt>
                <c:pt idx="5054">
                  <c:v>367.86157810208601</c:v>
                </c:pt>
                <c:pt idx="5055">
                  <c:v>371.51580772514001</c:v>
                </c:pt>
                <c:pt idx="5056">
                  <c:v>374.88795198571103</c:v>
                </c:pt>
                <c:pt idx="5057">
                  <c:v>377.138623507847</c:v>
                </c:pt>
                <c:pt idx="5058">
                  <c:v>380.39524978821402</c:v>
                </c:pt>
                <c:pt idx="5059">
                  <c:v>381.30360220315299</c:v>
                </c:pt>
                <c:pt idx="5060">
                  <c:v>382.70651735752398</c:v>
                </c:pt>
                <c:pt idx="5061">
                  <c:v>383.45266332236997</c:v>
                </c:pt>
                <c:pt idx="5062">
                  <c:v>385.945846863996</c:v>
                </c:pt>
                <c:pt idx="5063">
                  <c:v>389.464095403464</c:v>
                </c:pt>
                <c:pt idx="5064">
                  <c:v>387.82484369981898</c:v>
                </c:pt>
                <c:pt idx="5065">
                  <c:v>392.89608847439399</c:v>
                </c:pt>
                <c:pt idx="5066">
                  <c:v>392.92941511192902</c:v>
                </c:pt>
                <c:pt idx="5067">
                  <c:v>394.39292231714199</c:v>
                </c:pt>
                <c:pt idx="5068">
                  <c:v>396.97216364760902</c:v>
                </c:pt>
                <c:pt idx="5069">
                  <c:v>398.56053436063598</c:v>
                </c:pt>
                <c:pt idx="5070">
                  <c:v>398.33643970819298</c:v>
                </c:pt>
                <c:pt idx="5071">
                  <c:v>398.20834961309902</c:v>
                </c:pt>
                <c:pt idx="5072">
                  <c:v>402.60193239149999</c:v>
                </c:pt>
                <c:pt idx="5073">
                  <c:v>399.94173346775102</c:v>
                </c:pt>
                <c:pt idx="5074">
                  <c:v>395.47673491682502</c:v>
                </c:pt>
                <c:pt idx="5075">
                  <c:v>397.866618778641</c:v>
                </c:pt>
                <c:pt idx="5076">
                  <c:v>399.00104826959</c:v>
                </c:pt>
                <c:pt idx="5077">
                  <c:v>390.13057598938599</c:v>
                </c:pt>
                <c:pt idx="5078">
                  <c:v>372.90575351269001</c:v>
                </c:pt>
                <c:pt idx="5079">
                  <c:v>383.00354714137302</c:v>
                </c:pt>
                <c:pt idx="5080">
                  <c:v>381.13997048702402</c:v>
                </c:pt>
                <c:pt idx="5081">
                  <c:v>364.06035700923002</c:v>
                </c:pt>
                <c:pt idx="5082">
                  <c:v>371.554921332562</c:v>
                </c:pt>
                <c:pt idx="5083">
                  <c:v>378.16538056433399</c:v>
                </c:pt>
                <c:pt idx="5084">
                  <c:v>379.33477761274298</c:v>
                </c:pt>
                <c:pt idx="5085">
                  <c:v>386.93059188790897</c:v>
                </c:pt>
                <c:pt idx="5086">
                  <c:v>392.00305801008898</c:v>
                </c:pt>
                <c:pt idx="5087">
                  <c:v>390.866288203392</c:v>
                </c:pt>
                <c:pt idx="5088">
                  <c:v>390.44623523506903</c:v>
                </c:pt>
                <c:pt idx="5089">
                  <c:v>389.327784266354</c:v>
                </c:pt>
                <c:pt idx="5090">
                  <c:v>389.32683077814499</c:v>
                </c:pt>
                <c:pt idx="5091">
                  <c:v>395.93253071276001</c:v>
                </c:pt>
                <c:pt idx="5092">
                  <c:v>401.13548443108903</c:v>
                </c:pt>
                <c:pt idx="5093">
                  <c:v>397.49004982003902</c:v>
                </c:pt>
                <c:pt idx="5094">
                  <c:v>393.86028880881003</c:v>
                </c:pt>
                <c:pt idx="5095">
                  <c:v>387.14953263391601</c:v>
                </c:pt>
                <c:pt idx="5096">
                  <c:v>388.60050783161302</c:v>
                </c:pt>
                <c:pt idx="5097">
                  <c:v>393.59514477357999</c:v>
                </c:pt>
                <c:pt idx="5098">
                  <c:v>395.03564871127901</c:v>
                </c:pt>
                <c:pt idx="5099">
                  <c:v>396.03608796043198</c:v>
                </c:pt>
                <c:pt idx="5100">
                  <c:v>397.23285909759602</c:v>
                </c:pt>
                <c:pt idx="5101">
                  <c:v>405.91328907549303</c:v>
                </c:pt>
                <c:pt idx="5102">
                  <c:v>405.24126004035003</c:v>
                </c:pt>
                <c:pt idx="5103">
                  <c:v>400.862764881403</c:v>
                </c:pt>
                <c:pt idx="5104">
                  <c:v>398.42982103263199</c:v>
                </c:pt>
                <c:pt idx="5105">
                  <c:v>399.25260285572699</c:v>
                </c:pt>
                <c:pt idx="5106">
                  <c:v>400.03989454938602</c:v>
                </c:pt>
                <c:pt idx="5107">
                  <c:v>393.67583453262898</c:v>
                </c:pt>
                <c:pt idx="5108">
                  <c:v>396.65115708161898</c:v>
                </c:pt>
                <c:pt idx="5109">
                  <c:v>395.44002370315297</c:v>
                </c:pt>
                <c:pt idx="5110">
                  <c:v>382.271113788035</c:v>
                </c:pt>
                <c:pt idx="5111">
                  <c:v>373.87523081499103</c:v>
                </c:pt>
                <c:pt idx="5112">
                  <c:v>386.26204460670101</c:v>
                </c:pt>
                <c:pt idx="5113">
                  <c:v>375.21788840196899</c:v>
                </c:pt>
                <c:pt idx="5114">
                  <c:v>372.54114922401499</c:v>
                </c:pt>
                <c:pt idx="5115">
                  <c:v>379.13237975974198</c:v>
                </c:pt>
                <c:pt idx="5116">
                  <c:v>369.82996508393302</c:v>
                </c:pt>
                <c:pt idx="5117">
                  <c:v>374.070997431725</c:v>
                </c:pt>
                <c:pt idx="5118">
                  <c:v>378.47768486707002</c:v>
                </c:pt>
                <c:pt idx="5119">
                  <c:v>382.10041552045902</c:v>
                </c:pt>
                <c:pt idx="5120">
                  <c:v>372.26590077053203</c:v>
                </c:pt>
                <c:pt idx="5121">
                  <c:v>373.73284289389102</c:v>
                </c:pt>
                <c:pt idx="5122">
                  <c:v>381.24986017788501</c:v>
                </c:pt>
                <c:pt idx="5123">
                  <c:v>378.19453080742102</c:v>
                </c:pt>
                <c:pt idx="5124">
                  <c:v>382.79755810474001</c:v>
                </c:pt>
                <c:pt idx="5125">
                  <c:v>380.48001364413699</c:v>
                </c:pt>
                <c:pt idx="5126">
                  <c:v>383.34083596248502</c:v>
                </c:pt>
                <c:pt idx="5127">
                  <c:v>390.75353143551803</c:v>
                </c:pt>
                <c:pt idx="5128">
                  <c:v>392.126859297723</c:v>
                </c:pt>
                <c:pt idx="5129">
                  <c:v>392.11991377612901</c:v>
                </c:pt>
                <c:pt idx="5130">
                  <c:v>389.00273934773099</c:v>
                </c:pt>
                <c:pt idx="5131">
                  <c:v>388.00212364330901</c:v>
                </c:pt>
                <c:pt idx="5132">
                  <c:v>378.76672052102901</c:v>
                </c:pt>
                <c:pt idx="5133">
                  <c:v>378.70239005801</c:v>
                </c:pt>
                <c:pt idx="5134">
                  <c:v>386.259452504872</c:v>
                </c:pt>
                <c:pt idx="5135">
                  <c:v>386.721669259316</c:v>
                </c:pt>
                <c:pt idx="5136">
                  <c:v>383.82247383667499</c:v>
                </c:pt>
                <c:pt idx="5137">
                  <c:v>386.04714098897301</c:v>
                </c:pt>
                <c:pt idx="5138">
                  <c:v>382.83567922075201</c:v>
                </c:pt>
                <c:pt idx="5139">
                  <c:v>383.790993231632</c:v>
                </c:pt>
                <c:pt idx="5140">
                  <c:v>388.37777787528501</c:v>
                </c:pt>
                <c:pt idx="5141">
                  <c:v>390.95794750914899</c:v>
                </c:pt>
                <c:pt idx="5142">
                  <c:v>391.776415798708</c:v>
                </c:pt>
                <c:pt idx="5143">
                  <c:v>396.24972523597302</c:v>
                </c:pt>
                <c:pt idx="5144">
                  <c:v>399.72963874459799</c:v>
                </c:pt>
                <c:pt idx="5145">
                  <c:v>400.317967657118</c:v>
                </c:pt>
                <c:pt idx="5146">
                  <c:v>400.32815440131202</c:v>
                </c:pt>
                <c:pt idx="5147">
                  <c:v>396.18567108615002</c:v>
                </c:pt>
                <c:pt idx="5148">
                  <c:v>396.89453496356799</c:v>
                </c:pt>
                <c:pt idx="5149">
                  <c:v>396.21430753196103</c:v>
                </c:pt>
                <c:pt idx="5150">
                  <c:v>396.465857136583</c:v>
                </c:pt>
                <c:pt idx="5151">
                  <c:v>400.41347367136598</c:v>
                </c:pt>
                <c:pt idx="5152">
                  <c:v>398.09885318230101</c:v>
                </c:pt>
                <c:pt idx="5153">
                  <c:v>400.68053106845298</c:v>
                </c:pt>
                <c:pt idx="5154">
                  <c:v>400.15590039684702</c:v>
                </c:pt>
                <c:pt idx="5155">
                  <c:v>399.25355074947299</c:v>
                </c:pt>
                <c:pt idx="5156">
                  <c:v>394.53049300200502</c:v>
                </c:pt>
                <c:pt idx="5157">
                  <c:v>399.68102538173702</c:v>
                </c:pt>
                <c:pt idx="5158">
                  <c:v>397.81417846867402</c:v>
                </c:pt>
                <c:pt idx="5159">
                  <c:v>403.225716557098</c:v>
                </c:pt>
                <c:pt idx="5160">
                  <c:v>406.28543629573397</c:v>
                </c:pt>
                <c:pt idx="5161">
                  <c:v>407.54193253397199</c:v>
                </c:pt>
                <c:pt idx="5162">
                  <c:v>411.18081373997597</c:v>
                </c:pt>
                <c:pt idx="5163">
                  <c:v>408.81415323916201</c:v>
                </c:pt>
                <c:pt idx="5164">
                  <c:v>410.157396469633</c:v>
                </c:pt>
                <c:pt idx="5165">
                  <c:v>410.34913253758299</c:v>
                </c:pt>
                <c:pt idx="5166">
                  <c:v>411.51048844634403</c:v>
                </c:pt>
                <c:pt idx="5167">
                  <c:v>410.339955758781</c:v>
                </c:pt>
                <c:pt idx="5168">
                  <c:v>411.92920875908197</c:v>
                </c:pt>
                <c:pt idx="5169">
                  <c:v>410.73888256389898</c:v>
                </c:pt>
                <c:pt idx="5170">
                  <c:v>411.70448893956399</c:v>
                </c:pt>
                <c:pt idx="5171">
                  <c:v>408.820950005768</c:v>
                </c:pt>
                <c:pt idx="5172">
                  <c:v>410.145193147481</c:v>
                </c:pt>
                <c:pt idx="5173">
                  <c:v>407.04229948655097</c:v>
                </c:pt>
                <c:pt idx="5174">
                  <c:v>405.56422844909099</c:v>
                </c:pt>
                <c:pt idx="5175">
                  <c:v>397.533813155953</c:v>
                </c:pt>
                <c:pt idx="5176">
                  <c:v>399.18753050567699</c:v>
                </c:pt>
                <c:pt idx="5177">
                  <c:v>394.09168057199298</c:v>
                </c:pt>
                <c:pt idx="5178">
                  <c:v>398.14226581189098</c:v>
                </c:pt>
                <c:pt idx="5179">
                  <c:v>398.04923737945097</c:v>
                </c:pt>
                <c:pt idx="5180">
                  <c:v>400.53910583700002</c:v>
                </c:pt>
                <c:pt idx="5181">
                  <c:v>396.85195862250299</c:v>
                </c:pt>
                <c:pt idx="5182">
                  <c:v>400.60279005084999</c:v>
                </c:pt>
                <c:pt idx="5183">
                  <c:v>403.91066375115702</c:v>
                </c:pt>
                <c:pt idx="5184">
                  <c:v>408.96603238584601</c:v>
                </c:pt>
                <c:pt idx="5185">
                  <c:v>410.23282307918703</c:v>
                </c:pt>
                <c:pt idx="5186">
                  <c:v>408.559021298034</c:v>
                </c:pt>
                <c:pt idx="5187">
                  <c:v>414.64651908035199</c:v>
                </c:pt>
                <c:pt idx="5188">
                  <c:v>415.64124398177199</c:v>
                </c:pt>
                <c:pt idx="5189">
                  <c:v>415.51117607324898</c:v>
                </c:pt>
                <c:pt idx="5190">
                  <c:v>417.87500875101603</c:v>
                </c:pt>
                <c:pt idx="5191">
                  <c:v>419.47195887896203</c:v>
                </c:pt>
                <c:pt idx="5192">
                  <c:v>415.90206059331399</c:v>
                </c:pt>
                <c:pt idx="5193">
                  <c:v>416.817492972352</c:v>
                </c:pt>
                <c:pt idx="5194">
                  <c:v>417.81583677199598</c:v>
                </c:pt>
                <c:pt idx="5195">
                  <c:v>420.86463032794398</c:v>
                </c:pt>
                <c:pt idx="5196">
                  <c:v>426.304091609669</c:v>
                </c:pt>
                <c:pt idx="5197">
                  <c:v>421.01299677658898</c:v>
                </c:pt>
                <c:pt idx="5198">
                  <c:v>417.02497635783402</c:v>
                </c:pt>
                <c:pt idx="5199">
                  <c:v>410.43534512895502</c:v>
                </c:pt>
                <c:pt idx="5200">
                  <c:v>412.53187940625298</c:v>
                </c:pt>
                <c:pt idx="5201">
                  <c:v>412.53361964430297</c:v>
                </c:pt>
                <c:pt idx="5202">
                  <c:v>415.430224714362</c:v>
                </c:pt>
                <c:pt idx="5203">
                  <c:v>416.37296869452501</c:v>
                </c:pt>
                <c:pt idx="5204">
                  <c:v>418.55597166337702</c:v>
                </c:pt>
                <c:pt idx="5205">
                  <c:v>420.43368102898398</c:v>
                </c:pt>
                <c:pt idx="5206">
                  <c:v>421.35101644159198</c:v>
                </c:pt>
                <c:pt idx="5207">
                  <c:v>421.00248958328598</c:v>
                </c:pt>
                <c:pt idx="5208">
                  <c:v>418.01612921562503</c:v>
                </c:pt>
                <c:pt idx="5209">
                  <c:v>416.57153388833802</c:v>
                </c:pt>
                <c:pt idx="5210">
                  <c:v>419.74101989749403</c:v>
                </c:pt>
                <c:pt idx="5211">
                  <c:v>414.542181090241</c:v>
                </c:pt>
                <c:pt idx="5212">
                  <c:v>417.228455885014</c:v>
                </c:pt>
                <c:pt idx="5213">
                  <c:v>417.04646657199498</c:v>
                </c:pt>
                <c:pt idx="5214">
                  <c:v>417.77003105838997</c:v>
                </c:pt>
                <c:pt idx="5215">
                  <c:v>418.489124831651</c:v>
                </c:pt>
                <c:pt idx="5216">
                  <c:v>419.734071254772</c:v>
                </c:pt>
                <c:pt idx="5217">
                  <c:v>419.592758718634</c:v>
                </c:pt>
                <c:pt idx="5218">
                  <c:v>423.25262827345699</c:v>
                </c:pt>
                <c:pt idx="5219">
                  <c:v>427.76496226218399</c:v>
                </c:pt>
                <c:pt idx="5220">
                  <c:v>428.14902765253697</c:v>
                </c:pt>
                <c:pt idx="5221">
                  <c:v>432.07285898475999</c:v>
                </c:pt>
                <c:pt idx="5222">
                  <c:v>430.26441859334199</c:v>
                </c:pt>
                <c:pt idx="5223">
                  <c:v>429.800134564058</c:v>
                </c:pt>
                <c:pt idx="5224">
                  <c:v>429.78083352811399</c:v>
                </c:pt>
                <c:pt idx="5225">
                  <c:v>424.59373369720203</c:v>
                </c:pt>
                <c:pt idx="5226">
                  <c:v>424.035847044815</c:v>
                </c:pt>
                <c:pt idx="5227">
                  <c:v>423.12918017754998</c:v>
                </c:pt>
                <c:pt idx="5228">
                  <c:v>423.78135547059901</c:v>
                </c:pt>
                <c:pt idx="5229">
                  <c:v>427.29257502387998</c:v>
                </c:pt>
                <c:pt idx="5230">
                  <c:v>427.54812125643298</c:v>
                </c:pt>
                <c:pt idx="5231">
                  <c:v>430.20878171193198</c:v>
                </c:pt>
                <c:pt idx="5232">
                  <c:v>430.59190398199797</c:v>
                </c:pt>
                <c:pt idx="5233">
                  <c:v>426.21319497321701</c:v>
                </c:pt>
                <c:pt idx="5234">
                  <c:v>429.67780896640102</c:v>
                </c:pt>
                <c:pt idx="5235">
                  <c:v>429.91629606519302</c:v>
                </c:pt>
                <c:pt idx="5236">
                  <c:v>433.451120966541</c:v>
                </c:pt>
                <c:pt idx="5237">
                  <c:v>432.49029655508599</c:v>
                </c:pt>
                <c:pt idx="5238">
                  <c:v>433.35529376407499</c:v>
                </c:pt>
                <c:pt idx="5239">
                  <c:v>434.73584535351</c:v>
                </c:pt>
                <c:pt idx="5240">
                  <c:v>434.05277755110501</c:v>
                </c:pt>
                <c:pt idx="5241">
                  <c:v>435.72361633538799</c:v>
                </c:pt>
                <c:pt idx="5242">
                  <c:v>435.76874764565201</c:v>
                </c:pt>
                <c:pt idx="5243">
                  <c:v>439.03769196098801</c:v>
                </c:pt>
                <c:pt idx="5244">
                  <c:v>436.35893251472203</c:v>
                </c:pt>
                <c:pt idx="5245">
                  <c:v>436.90997171946799</c:v>
                </c:pt>
                <c:pt idx="5246">
                  <c:v>429.74120106911698</c:v>
                </c:pt>
                <c:pt idx="5247">
                  <c:v>426.13599119770703</c:v>
                </c:pt>
                <c:pt idx="5248">
                  <c:v>422.53028508258399</c:v>
                </c:pt>
                <c:pt idx="5249">
                  <c:v>422.80005794880498</c:v>
                </c:pt>
                <c:pt idx="5250">
                  <c:v>403.50705522809801</c:v>
                </c:pt>
                <c:pt idx="5251">
                  <c:v>397.018600045781</c:v>
                </c:pt>
                <c:pt idx="5252">
                  <c:v>407.12680743932401</c:v>
                </c:pt>
                <c:pt idx="5253">
                  <c:v>401.77385411327498</c:v>
                </c:pt>
                <c:pt idx="5254">
                  <c:v>413.62788186228801</c:v>
                </c:pt>
                <c:pt idx="5255">
                  <c:v>412.330920483939</c:v>
                </c:pt>
                <c:pt idx="5256">
                  <c:v>404.63784678745299</c:v>
                </c:pt>
                <c:pt idx="5257">
                  <c:v>401.18276506643599</c:v>
                </c:pt>
                <c:pt idx="5258">
                  <c:v>402.617446114779</c:v>
                </c:pt>
                <c:pt idx="5259">
                  <c:v>398.46277450627798</c:v>
                </c:pt>
                <c:pt idx="5260">
                  <c:v>382.96926343223902</c:v>
                </c:pt>
                <c:pt idx="5261">
                  <c:v>395.021824203336</c:v>
                </c:pt>
                <c:pt idx="5262">
                  <c:v>385.568608794971</c:v>
                </c:pt>
                <c:pt idx="5263">
                  <c:v>378.45752017759298</c:v>
                </c:pt>
                <c:pt idx="5264">
                  <c:v>383.57124182160101</c:v>
                </c:pt>
                <c:pt idx="5265">
                  <c:v>392.26094763355002</c:v>
                </c:pt>
                <c:pt idx="5266">
                  <c:v>396.862188103363</c:v>
                </c:pt>
                <c:pt idx="5267">
                  <c:v>395.03383505335302</c:v>
                </c:pt>
                <c:pt idx="5268">
                  <c:v>395.90445234503898</c:v>
                </c:pt>
                <c:pt idx="5269">
                  <c:v>397.821072362064</c:v>
                </c:pt>
                <c:pt idx="5270">
                  <c:v>411.09765707543698</c:v>
                </c:pt>
                <c:pt idx="5271">
                  <c:v>409.76974092290902</c:v>
                </c:pt>
                <c:pt idx="5272">
                  <c:v>404.31885868094901</c:v>
                </c:pt>
                <c:pt idx="5273">
                  <c:v>392.79811736923602</c:v>
                </c:pt>
                <c:pt idx="5274">
                  <c:v>391.63927574433802</c:v>
                </c:pt>
                <c:pt idx="5275">
                  <c:v>387.63124034561201</c:v>
                </c:pt>
                <c:pt idx="5276">
                  <c:v>393.20268464120898</c:v>
                </c:pt>
                <c:pt idx="5277">
                  <c:v>392.08620758169701</c:v>
                </c:pt>
                <c:pt idx="5278">
                  <c:v>379.21190469585298</c:v>
                </c:pt>
                <c:pt idx="5279">
                  <c:v>371.99693570937302</c:v>
                </c:pt>
                <c:pt idx="5280">
                  <c:v>374.63489658013498</c:v>
                </c:pt>
                <c:pt idx="5281">
                  <c:v>371.69751112094502</c:v>
                </c:pt>
                <c:pt idx="5282">
                  <c:v>380.23092307466101</c:v>
                </c:pt>
                <c:pt idx="5283">
                  <c:v>381.65761081441201</c:v>
                </c:pt>
                <c:pt idx="5284">
                  <c:v>395.77608920792602</c:v>
                </c:pt>
                <c:pt idx="5285">
                  <c:v>394.49551892029302</c:v>
                </c:pt>
                <c:pt idx="5286">
                  <c:v>398.21404961335298</c:v>
                </c:pt>
                <c:pt idx="5287">
                  <c:v>405.765447583754</c:v>
                </c:pt>
                <c:pt idx="5288">
                  <c:v>390.07788961805602</c:v>
                </c:pt>
                <c:pt idx="5289">
                  <c:v>390.93555172240201</c:v>
                </c:pt>
                <c:pt idx="5290">
                  <c:v>378.41162513878601</c:v>
                </c:pt>
                <c:pt idx="5291">
                  <c:v>380.59791494095299</c:v>
                </c:pt>
                <c:pt idx="5292">
                  <c:v>380.948530818503</c:v>
                </c:pt>
                <c:pt idx="5293">
                  <c:v>384.88649930108102</c:v>
                </c:pt>
                <c:pt idx="5294">
                  <c:v>384.36470117543797</c:v>
                </c:pt>
                <c:pt idx="5295">
                  <c:v>374.43798006558899</c:v>
                </c:pt>
                <c:pt idx="5296">
                  <c:v>365.02379258680003</c:v>
                </c:pt>
                <c:pt idx="5297">
                  <c:v>367.20492070559999</c:v>
                </c:pt>
                <c:pt idx="5298">
                  <c:v>361.357891211648</c:v>
                </c:pt>
                <c:pt idx="5299">
                  <c:v>353.91177190269298</c:v>
                </c:pt>
                <c:pt idx="5300">
                  <c:v>344.65525063433398</c:v>
                </c:pt>
                <c:pt idx="5301">
                  <c:v>335.82176126971501</c:v>
                </c:pt>
                <c:pt idx="5302">
                  <c:v>356.64532562312098</c:v>
                </c:pt>
                <c:pt idx="5303">
                  <c:v>359.98768579834001</c:v>
                </c:pt>
                <c:pt idx="5304">
                  <c:v>359.05004250498001</c:v>
                </c:pt>
                <c:pt idx="5305">
                  <c:v>363.36853724505499</c:v>
                </c:pt>
                <c:pt idx="5306">
                  <c:v>363.44668438966301</c:v>
                </c:pt>
                <c:pt idx="5307">
                  <c:v>352.29552558025802</c:v>
                </c:pt>
                <c:pt idx="5308">
                  <c:v>366.94920202182999</c:v>
                </c:pt>
                <c:pt idx="5309">
                  <c:v>371.519787626192</c:v>
                </c:pt>
                <c:pt idx="5310">
                  <c:v>375.69469470884798</c:v>
                </c:pt>
                <c:pt idx="5311">
                  <c:v>378.91732892311802</c:v>
                </c:pt>
                <c:pt idx="5312">
                  <c:v>380.51238805517801</c:v>
                </c:pt>
                <c:pt idx="5313">
                  <c:v>380.13908699025501</c:v>
                </c:pt>
                <c:pt idx="5314">
                  <c:v>377.583384954064</c:v>
                </c:pt>
                <c:pt idx="5315">
                  <c:v>383.62115132533199</c:v>
                </c:pt>
                <c:pt idx="5316">
                  <c:v>384.32568273765401</c:v>
                </c:pt>
                <c:pt idx="5317">
                  <c:v>387.11630068503598</c:v>
                </c:pt>
                <c:pt idx="5318">
                  <c:v>392.51912024357199</c:v>
                </c:pt>
                <c:pt idx="5319">
                  <c:v>385.69468031860202</c:v>
                </c:pt>
                <c:pt idx="5320">
                  <c:v>385.90007635115597</c:v>
                </c:pt>
                <c:pt idx="5321">
                  <c:v>387.41295622648499</c:v>
                </c:pt>
                <c:pt idx="5322">
                  <c:v>391.90148379338802</c:v>
                </c:pt>
                <c:pt idx="5323">
                  <c:v>387.02437078412999</c:v>
                </c:pt>
                <c:pt idx="5324">
                  <c:v>384.70750849621402</c:v>
                </c:pt>
                <c:pt idx="5325">
                  <c:v>393.23460565787701</c:v>
                </c:pt>
                <c:pt idx="5326">
                  <c:v>395.97485810316601</c:v>
                </c:pt>
                <c:pt idx="5327">
                  <c:v>394.95096446573001</c:v>
                </c:pt>
                <c:pt idx="5328">
                  <c:v>398.97331250846202</c:v>
                </c:pt>
                <c:pt idx="5329">
                  <c:v>401.82886123740502</c:v>
                </c:pt>
                <c:pt idx="5330">
                  <c:v>400.73962486133001</c:v>
                </c:pt>
                <c:pt idx="5331">
                  <c:v>396.07199827945902</c:v>
                </c:pt>
                <c:pt idx="5332">
                  <c:v>396.23553924711399</c:v>
                </c:pt>
                <c:pt idx="5333">
                  <c:v>396.68814934215698</c:v>
                </c:pt>
                <c:pt idx="5334">
                  <c:v>403.33725341368199</c:v>
                </c:pt>
                <c:pt idx="5335">
                  <c:v>404.42667332692099</c:v>
                </c:pt>
                <c:pt idx="5336">
                  <c:v>404.65317800088599</c:v>
                </c:pt>
                <c:pt idx="5337">
                  <c:v>408.88424617107398</c:v>
                </c:pt>
                <c:pt idx="5338">
                  <c:v>409.16337865043198</c:v>
                </c:pt>
                <c:pt idx="5339">
                  <c:v>409.41851490248501</c:v>
                </c:pt>
                <c:pt idx="5340">
                  <c:v>408.06009921196602</c:v>
                </c:pt>
                <c:pt idx="5341">
                  <c:v>412.07619956289398</c:v>
                </c:pt>
                <c:pt idx="5342">
                  <c:v>412.466723677299</c:v>
                </c:pt>
                <c:pt idx="5343">
                  <c:v>412.554100245303</c:v>
                </c:pt>
                <c:pt idx="5344">
                  <c:v>411.94301494934598</c:v>
                </c:pt>
                <c:pt idx="5345">
                  <c:v>410.95702582033198</c:v>
                </c:pt>
                <c:pt idx="5346">
                  <c:v>414.398782175554</c:v>
                </c:pt>
                <c:pt idx="5347">
                  <c:v>411.16827992785699</c:v>
                </c:pt>
                <c:pt idx="5348">
                  <c:v>410.56125241482499</c:v>
                </c:pt>
                <c:pt idx="5349">
                  <c:v>407.939102885853</c:v>
                </c:pt>
                <c:pt idx="5350">
                  <c:v>403.813699104421</c:v>
                </c:pt>
                <c:pt idx="5351">
                  <c:v>402.79033770493697</c:v>
                </c:pt>
                <c:pt idx="5352">
                  <c:v>409.50377172833299</c:v>
                </c:pt>
                <c:pt idx="5353">
                  <c:v>410.41881339919701</c:v>
                </c:pt>
                <c:pt idx="5354">
                  <c:v>413.88770861017099</c:v>
                </c:pt>
                <c:pt idx="5355">
                  <c:v>413.90073299136901</c:v>
                </c:pt>
                <c:pt idx="5356">
                  <c:v>416.51587090406099</c:v>
                </c:pt>
                <c:pt idx="5357">
                  <c:v>417.54530295549802</c:v>
                </c:pt>
                <c:pt idx="5358">
                  <c:v>418.35698502876198</c:v>
                </c:pt>
                <c:pt idx="5359">
                  <c:v>419.00134461989302</c:v>
                </c:pt>
                <c:pt idx="5360">
                  <c:v>424.11889340253498</c:v>
                </c:pt>
                <c:pt idx="5361">
                  <c:v>417.84033334000799</c:v>
                </c:pt>
                <c:pt idx="5362">
                  <c:v>418.92458279826502</c:v>
                </c:pt>
                <c:pt idx="5363">
                  <c:v>420.93674876506998</c:v>
                </c:pt>
                <c:pt idx="5364">
                  <c:v>417.983280676128</c:v>
                </c:pt>
                <c:pt idx="5365">
                  <c:v>419.57628733953999</c:v>
                </c:pt>
                <c:pt idx="5366">
                  <c:v>422.21593566222799</c:v>
                </c:pt>
                <c:pt idx="5367">
                  <c:v>424.75418076679699</c:v>
                </c:pt>
                <c:pt idx="5368">
                  <c:v>424.84460802681798</c:v>
                </c:pt>
                <c:pt idx="5369">
                  <c:v>425.22537407667602</c:v>
                </c:pt>
                <c:pt idx="5370">
                  <c:v>423.20720887087901</c:v>
                </c:pt>
                <c:pt idx="5371">
                  <c:v>425.27851502966502</c:v>
                </c:pt>
                <c:pt idx="5372">
                  <c:v>425.30733209188202</c:v>
                </c:pt>
                <c:pt idx="5373">
                  <c:v>424.072191609664</c:v>
                </c:pt>
                <c:pt idx="5374">
                  <c:v>425.45420014765199</c:v>
                </c:pt>
                <c:pt idx="5375">
                  <c:v>423.62928870138597</c:v>
                </c:pt>
                <c:pt idx="5376">
                  <c:v>422.65546632478402</c:v>
                </c:pt>
                <c:pt idx="5377">
                  <c:v>423.27522846380799</c:v>
                </c:pt>
                <c:pt idx="5378">
                  <c:v>419.34443915248198</c:v>
                </c:pt>
                <c:pt idx="5379">
                  <c:v>414.39765809040102</c:v>
                </c:pt>
                <c:pt idx="5380">
                  <c:v>415.74857146996698</c:v>
                </c:pt>
                <c:pt idx="5381">
                  <c:v>416.701450717961</c:v>
                </c:pt>
                <c:pt idx="5382">
                  <c:v>420.975181174596</c:v>
                </c:pt>
                <c:pt idx="5383">
                  <c:v>421.16136591924698</c:v>
                </c:pt>
                <c:pt idx="5384">
                  <c:v>421.28009727026699</c:v>
                </c:pt>
                <c:pt idx="5385">
                  <c:v>425.16773094320303</c:v>
                </c:pt>
                <c:pt idx="5386">
                  <c:v>423.34833969783199</c:v>
                </c:pt>
                <c:pt idx="5387">
                  <c:v>426.19483156311202</c:v>
                </c:pt>
                <c:pt idx="5388">
                  <c:v>422.49243445506602</c:v>
                </c:pt>
                <c:pt idx="5389">
                  <c:v>422.87428137646702</c:v>
                </c:pt>
                <c:pt idx="5390">
                  <c:v>426.36549541525301</c:v>
                </c:pt>
                <c:pt idx="5391">
                  <c:v>425.80418403008599</c:v>
                </c:pt>
                <c:pt idx="5392">
                  <c:v>419.33080958718102</c:v>
                </c:pt>
                <c:pt idx="5393">
                  <c:v>419.08763257573099</c:v>
                </c:pt>
                <c:pt idx="5394">
                  <c:v>418.24209468842599</c:v>
                </c:pt>
                <c:pt idx="5395">
                  <c:v>421.12026978834098</c:v>
                </c:pt>
                <c:pt idx="5396">
                  <c:v>414.212265797356</c:v>
                </c:pt>
                <c:pt idx="5397">
                  <c:v>416.52984274379997</c:v>
                </c:pt>
                <c:pt idx="5398">
                  <c:v>418.94723584567203</c:v>
                </c:pt>
                <c:pt idx="5399">
                  <c:v>424.26117978107402</c:v>
                </c:pt>
                <c:pt idx="5400">
                  <c:v>422.63072004594</c:v>
                </c:pt>
                <c:pt idx="5401">
                  <c:v>421.31114940462601</c:v>
                </c:pt>
                <c:pt idx="5402">
                  <c:v>423.88632043426003</c:v>
                </c:pt>
                <c:pt idx="5403">
                  <c:v>425.35843079853902</c:v>
                </c:pt>
                <c:pt idx="5404">
                  <c:v>421.15854587968403</c:v>
                </c:pt>
                <c:pt idx="5405">
                  <c:v>422.20263128568399</c:v>
                </c:pt>
                <c:pt idx="5406">
                  <c:v>419.51720484404098</c:v>
                </c:pt>
                <c:pt idx="5407">
                  <c:v>416.11633186290402</c:v>
                </c:pt>
                <c:pt idx="5408">
                  <c:v>418.37565584581</c:v>
                </c:pt>
                <c:pt idx="5409">
                  <c:v>414.50901880414</c:v>
                </c:pt>
                <c:pt idx="5410">
                  <c:v>411.58466981199598</c:v>
                </c:pt>
                <c:pt idx="5411">
                  <c:v>418.51726301926601</c:v>
                </c:pt>
                <c:pt idx="5412">
                  <c:v>424.71957395838001</c:v>
                </c:pt>
                <c:pt idx="5413">
                  <c:v>427.09315466326501</c:v>
                </c:pt>
                <c:pt idx="5414">
                  <c:v>431.82878190331098</c:v>
                </c:pt>
                <c:pt idx="5415">
                  <c:v>432.314302715883</c:v>
                </c:pt>
                <c:pt idx="5416">
                  <c:v>430.95558392756402</c:v>
                </c:pt>
                <c:pt idx="5417">
                  <c:v>431.84780248822699</c:v>
                </c:pt>
                <c:pt idx="5418">
                  <c:v>431.438342484538</c:v>
                </c:pt>
                <c:pt idx="5419">
                  <c:v>431.399216607852</c:v>
                </c:pt>
                <c:pt idx="5420">
                  <c:v>432.29874920612298</c:v>
                </c:pt>
                <c:pt idx="5421">
                  <c:v>434.49801512023703</c:v>
                </c:pt>
                <c:pt idx="5422">
                  <c:v>438.171546019034</c:v>
                </c:pt>
                <c:pt idx="5423">
                  <c:v>441.382654813746</c:v>
                </c:pt>
                <c:pt idx="5424">
                  <c:v>440.26943667413298</c:v>
                </c:pt>
                <c:pt idx="5425">
                  <c:v>440.09369011136198</c:v>
                </c:pt>
                <c:pt idx="5426">
                  <c:v>435.66552226116698</c:v>
                </c:pt>
                <c:pt idx="5427">
                  <c:v>431.78682556014201</c:v>
                </c:pt>
                <c:pt idx="5428">
                  <c:v>433.79807891466601</c:v>
                </c:pt>
                <c:pt idx="5429">
                  <c:v>434.72020857115302</c:v>
                </c:pt>
                <c:pt idx="5430">
                  <c:v>437.749464410592</c:v>
                </c:pt>
                <c:pt idx="5431">
                  <c:v>441.12308333199502</c:v>
                </c:pt>
                <c:pt idx="5432">
                  <c:v>445.62381931298103</c:v>
                </c:pt>
                <c:pt idx="5433">
                  <c:v>444.30692081899599</c:v>
                </c:pt>
                <c:pt idx="5434">
                  <c:v>443.29712860239601</c:v>
                </c:pt>
                <c:pt idx="5435">
                  <c:v>444.92351940136399</c:v>
                </c:pt>
                <c:pt idx="5436">
                  <c:v>448.01141421236201</c:v>
                </c:pt>
                <c:pt idx="5437">
                  <c:v>448.07052214704498</c:v>
                </c:pt>
                <c:pt idx="5438">
                  <c:v>447.81922347668598</c:v>
                </c:pt>
                <c:pt idx="5439">
                  <c:v>448.788171033384</c:v>
                </c:pt>
                <c:pt idx="5440">
                  <c:v>447.09660751576303</c:v>
                </c:pt>
                <c:pt idx="5441">
                  <c:v>445.92738681203099</c:v>
                </c:pt>
                <c:pt idx="5442">
                  <c:v>446.97479248720401</c:v>
                </c:pt>
                <c:pt idx="5443">
                  <c:v>442.25671669386003</c:v>
                </c:pt>
                <c:pt idx="5444">
                  <c:v>443.31197521181201</c:v>
                </c:pt>
                <c:pt idx="5445">
                  <c:v>443.90911470896498</c:v>
                </c:pt>
                <c:pt idx="5446">
                  <c:v>444.433904426531</c:v>
                </c:pt>
                <c:pt idx="5447">
                  <c:v>442.42004324648201</c:v>
                </c:pt>
                <c:pt idx="5448">
                  <c:v>445.08437452972998</c:v>
                </c:pt>
                <c:pt idx="5449">
                  <c:v>444.59110670874998</c:v>
                </c:pt>
                <c:pt idx="5450">
                  <c:v>442.77839682460399</c:v>
                </c:pt>
                <c:pt idx="5451">
                  <c:v>437.87935556152701</c:v>
                </c:pt>
                <c:pt idx="5452">
                  <c:v>436.45854631706197</c:v>
                </c:pt>
                <c:pt idx="5453">
                  <c:v>434.15016143872498</c:v>
                </c:pt>
                <c:pt idx="5454">
                  <c:v>422.37285571657401</c:v>
                </c:pt>
                <c:pt idx="5455">
                  <c:v>429.23852763350698</c:v>
                </c:pt>
                <c:pt idx="5456">
                  <c:v>429.92007613831203</c:v>
                </c:pt>
                <c:pt idx="5457">
                  <c:v>437.462225441783</c:v>
                </c:pt>
                <c:pt idx="5458">
                  <c:v>435.82637320128498</c:v>
                </c:pt>
                <c:pt idx="5459">
                  <c:v>431.25941014664198</c:v>
                </c:pt>
                <c:pt idx="5460">
                  <c:v>436.496125035239</c:v>
                </c:pt>
                <c:pt idx="5461">
                  <c:v>424.630897708867</c:v>
                </c:pt>
                <c:pt idx="5462">
                  <c:v>426.07520264097798</c:v>
                </c:pt>
                <c:pt idx="5463">
                  <c:v>430.43910816707898</c:v>
                </c:pt>
                <c:pt idx="5464">
                  <c:v>434.81656136169198</c:v>
                </c:pt>
                <c:pt idx="5465">
                  <c:v>431.17408638081298</c:v>
                </c:pt>
                <c:pt idx="5466">
                  <c:v>435.068350422111</c:v>
                </c:pt>
                <c:pt idx="5467">
                  <c:v>434.15047145013699</c:v>
                </c:pt>
                <c:pt idx="5468">
                  <c:v>425.20673425954402</c:v>
                </c:pt>
                <c:pt idx="5469">
                  <c:v>430.56984764506001</c:v>
                </c:pt>
                <c:pt idx="5470">
                  <c:v>429.44707520358702</c:v>
                </c:pt>
                <c:pt idx="5471">
                  <c:v>431.41657694449299</c:v>
                </c:pt>
                <c:pt idx="5472">
                  <c:v>435.778524185729</c:v>
                </c:pt>
                <c:pt idx="5473">
                  <c:v>434.99596370363503</c:v>
                </c:pt>
                <c:pt idx="5474">
                  <c:v>435.20674285406699</c:v>
                </c:pt>
                <c:pt idx="5475">
                  <c:v>437.27090083088899</c:v>
                </c:pt>
                <c:pt idx="5476">
                  <c:v>440.48140653964902</c:v>
                </c:pt>
                <c:pt idx="5477">
                  <c:v>440.41003085831602</c:v>
                </c:pt>
                <c:pt idx="5478">
                  <c:v>435.89025634376998</c:v>
                </c:pt>
                <c:pt idx="5479">
                  <c:v>432.05138565144398</c:v>
                </c:pt>
                <c:pt idx="5480">
                  <c:v>433.73476329095001</c:v>
                </c:pt>
                <c:pt idx="5481">
                  <c:v>435.54628723079099</c:v>
                </c:pt>
                <c:pt idx="5482">
                  <c:v>434.131532260678</c:v>
                </c:pt>
                <c:pt idx="5483">
                  <c:v>432.95288407741202</c:v>
                </c:pt>
                <c:pt idx="5484">
                  <c:v>435.86718131060098</c:v>
                </c:pt>
                <c:pt idx="5485">
                  <c:v>435.91076333181201</c:v>
                </c:pt>
                <c:pt idx="5486">
                  <c:v>436.78203082399301</c:v>
                </c:pt>
                <c:pt idx="5487">
                  <c:v>435.59045368759598</c:v>
                </c:pt>
                <c:pt idx="5488">
                  <c:v>436.29730389405302</c:v>
                </c:pt>
                <c:pt idx="5489">
                  <c:v>435.31376947364203</c:v>
                </c:pt>
                <c:pt idx="5490">
                  <c:v>436.37790431510598</c:v>
                </c:pt>
                <c:pt idx="5491">
                  <c:v>437.625048094509</c:v>
                </c:pt>
                <c:pt idx="5492">
                  <c:v>433.63664395495101</c:v>
                </c:pt>
                <c:pt idx="5493">
                  <c:v>435.96762568579402</c:v>
                </c:pt>
                <c:pt idx="5494">
                  <c:v>431.81899849812999</c:v>
                </c:pt>
                <c:pt idx="5495">
                  <c:v>424.66694841548201</c:v>
                </c:pt>
                <c:pt idx="5496">
                  <c:v>428.744829593536</c:v>
                </c:pt>
                <c:pt idx="5497">
                  <c:v>435.33733347223</c:v>
                </c:pt>
                <c:pt idx="5498">
                  <c:v>432.840928928712</c:v>
                </c:pt>
                <c:pt idx="5499">
                  <c:v>427.068498473087</c:v>
                </c:pt>
                <c:pt idx="5500">
                  <c:v>431.82895891883601</c:v>
                </c:pt>
                <c:pt idx="5501">
                  <c:v>432.89088778329301</c:v>
                </c:pt>
                <c:pt idx="5502">
                  <c:v>433.54118803660901</c:v>
                </c:pt>
                <c:pt idx="5503">
                  <c:v>432.61611098246698</c:v>
                </c:pt>
                <c:pt idx="5504">
                  <c:v>433.403303960134</c:v>
                </c:pt>
                <c:pt idx="5505">
                  <c:v>432.85117384652102</c:v>
                </c:pt>
                <c:pt idx="5506">
                  <c:v>433.20901192441499</c:v>
                </c:pt>
                <c:pt idx="5507">
                  <c:v>432.61067698422698</c:v>
                </c:pt>
                <c:pt idx="5508">
                  <c:v>433.67989027151702</c:v>
                </c:pt>
                <c:pt idx="5509">
                  <c:v>428.25160245867897</c:v>
                </c:pt>
                <c:pt idx="5510">
                  <c:v>428.89217572307899</c:v>
                </c:pt>
                <c:pt idx="5511">
                  <c:v>431.885900489081</c:v>
                </c:pt>
                <c:pt idx="5512">
                  <c:v>430.69143794964498</c:v>
                </c:pt>
                <c:pt idx="5513">
                  <c:v>431.63415970772002</c:v>
                </c:pt>
                <c:pt idx="5514">
                  <c:v>432.64717243060602</c:v>
                </c:pt>
                <c:pt idx="5515">
                  <c:v>436.161674524636</c:v>
                </c:pt>
                <c:pt idx="5516">
                  <c:v>434.94890996504301</c:v>
                </c:pt>
                <c:pt idx="5517">
                  <c:v>434.00530720513302</c:v>
                </c:pt>
                <c:pt idx="5518">
                  <c:v>429.35488094226599</c:v>
                </c:pt>
                <c:pt idx="5519">
                  <c:v>426.37933961793698</c:v>
                </c:pt>
                <c:pt idx="5520">
                  <c:v>429.06093431278799</c:v>
                </c:pt>
                <c:pt idx="5521">
                  <c:v>428.76929840231003</c:v>
                </c:pt>
                <c:pt idx="5522">
                  <c:v>429.84733175148898</c:v>
                </c:pt>
                <c:pt idx="5523">
                  <c:v>429.65761835668502</c:v>
                </c:pt>
                <c:pt idx="5524">
                  <c:v>431.28525258378698</c:v>
                </c:pt>
                <c:pt idx="5525">
                  <c:v>435.50117988691602</c:v>
                </c:pt>
                <c:pt idx="5526">
                  <c:v>435.96353200418798</c:v>
                </c:pt>
                <c:pt idx="5527">
                  <c:v>437.563453929037</c:v>
                </c:pt>
                <c:pt idx="5528">
                  <c:v>438.730021427537</c:v>
                </c:pt>
                <c:pt idx="5529">
                  <c:v>440.303445114716</c:v>
                </c:pt>
                <c:pt idx="5530">
                  <c:v>439.972114849805</c:v>
                </c:pt>
                <c:pt idx="5531">
                  <c:v>437.00772262927501</c:v>
                </c:pt>
                <c:pt idx="5532">
                  <c:v>436.33656730669702</c:v>
                </c:pt>
                <c:pt idx="5533">
                  <c:v>438.36856789654502</c:v>
                </c:pt>
                <c:pt idx="5534">
                  <c:v>442.60268397138498</c:v>
                </c:pt>
                <c:pt idx="5535">
                  <c:v>443.61096449007999</c:v>
                </c:pt>
                <c:pt idx="5536">
                  <c:v>442.54635057961701</c:v>
                </c:pt>
                <c:pt idx="5537">
                  <c:v>438.51101421580802</c:v>
                </c:pt>
                <c:pt idx="5538">
                  <c:v>438.15954738833699</c:v>
                </c:pt>
                <c:pt idx="5539">
                  <c:v>440.14337102091997</c:v>
                </c:pt>
                <c:pt idx="5540">
                  <c:v>440.25909536485398</c:v>
                </c:pt>
                <c:pt idx="5541">
                  <c:v>442.17789341065202</c:v>
                </c:pt>
                <c:pt idx="5542">
                  <c:v>440.997563905748</c:v>
                </c:pt>
                <c:pt idx="5543">
                  <c:v>440.36531062133503</c:v>
                </c:pt>
                <c:pt idx="5544">
                  <c:v>441.07537356596401</c:v>
                </c:pt>
                <c:pt idx="5545">
                  <c:v>442.58672647114298</c:v>
                </c:pt>
                <c:pt idx="5546">
                  <c:v>444.63227855830701</c:v>
                </c:pt>
                <c:pt idx="5547">
                  <c:v>446.87999248171502</c:v>
                </c:pt>
                <c:pt idx="5548">
                  <c:v>446.22796674796501</c:v>
                </c:pt>
                <c:pt idx="5549">
                  <c:v>445.76924435284599</c:v>
                </c:pt>
                <c:pt idx="5550">
                  <c:v>448.90814313805402</c:v>
                </c:pt>
                <c:pt idx="5551">
                  <c:v>451.86582463197698</c:v>
                </c:pt>
                <c:pt idx="5552">
                  <c:v>450.34263110949001</c:v>
                </c:pt>
                <c:pt idx="5553">
                  <c:v>450.77062583108301</c:v>
                </c:pt>
                <c:pt idx="5554">
                  <c:v>451.86716033119802</c:v>
                </c:pt>
                <c:pt idx="5555">
                  <c:v>452.91267251893697</c:v>
                </c:pt>
                <c:pt idx="5556">
                  <c:v>450.12887939657901</c:v>
                </c:pt>
                <c:pt idx="5557">
                  <c:v>451.31570658279998</c:v>
                </c:pt>
                <c:pt idx="5558">
                  <c:v>453.298487150298</c:v>
                </c:pt>
                <c:pt idx="5559">
                  <c:v>451.37240087126298</c:v>
                </c:pt>
                <c:pt idx="5560">
                  <c:v>451.97799526947699</c:v>
                </c:pt>
                <c:pt idx="5561">
                  <c:v>449.24318947622697</c:v>
                </c:pt>
                <c:pt idx="5562">
                  <c:v>451.98673932381899</c:v>
                </c:pt>
                <c:pt idx="5563">
                  <c:v>455.95587709886502</c:v>
                </c:pt>
                <c:pt idx="5564">
                  <c:v>455.67152274220899</c:v>
                </c:pt>
                <c:pt idx="5565">
                  <c:v>459.208798338137</c:v>
                </c:pt>
                <c:pt idx="5566">
                  <c:v>458.34564550036799</c:v>
                </c:pt>
                <c:pt idx="5567">
                  <c:v>462.05194936806402</c:v>
                </c:pt>
                <c:pt idx="5568">
                  <c:v>466.04656886960697</c:v>
                </c:pt>
                <c:pt idx="5569">
                  <c:v>468.86120026197199</c:v>
                </c:pt>
                <c:pt idx="5570">
                  <c:v>469.80499203742897</c:v>
                </c:pt>
                <c:pt idx="5571">
                  <c:v>470.65676525579198</c:v>
                </c:pt>
                <c:pt idx="5572">
                  <c:v>470.84197186320199</c:v>
                </c:pt>
                <c:pt idx="5573">
                  <c:v>468.41911437784302</c:v>
                </c:pt>
                <c:pt idx="5574">
                  <c:v>463.85583743046999</c:v>
                </c:pt>
                <c:pt idx="5575">
                  <c:v>467.35253005128999</c:v>
                </c:pt>
                <c:pt idx="5576">
                  <c:v>466.87948582036199</c:v>
                </c:pt>
                <c:pt idx="5577">
                  <c:v>471.77547546540302</c:v>
                </c:pt>
                <c:pt idx="5578">
                  <c:v>463.95013494165403</c:v>
                </c:pt>
                <c:pt idx="5579">
                  <c:v>468.58546024295498</c:v>
                </c:pt>
                <c:pt idx="5580">
                  <c:v>474.05260121865302</c:v>
                </c:pt>
                <c:pt idx="5581">
                  <c:v>474.33866196267201</c:v>
                </c:pt>
                <c:pt idx="5582">
                  <c:v>476.367362134274</c:v>
                </c:pt>
                <c:pt idx="5583">
                  <c:v>474.51479585555899</c:v>
                </c:pt>
                <c:pt idx="5584">
                  <c:v>479.37717413050302</c:v>
                </c:pt>
                <c:pt idx="5585">
                  <c:v>478.97790667875699</c:v>
                </c:pt>
                <c:pt idx="5586">
                  <c:v>480.27221089863201</c:v>
                </c:pt>
                <c:pt idx="5587">
                  <c:v>481.43762904542598</c:v>
                </c:pt>
                <c:pt idx="5588">
                  <c:v>484.71025676144501</c:v>
                </c:pt>
                <c:pt idx="5589">
                  <c:v>485.06294118374598</c:v>
                </c:pt>
                <c:pt idx="5590">
                  <c:v>485.206931682125</c:v>
                </c:pt>
                <c:pt idx="5591">
                  <c:v>483.36676391336499</c:v>
                </c:pt>
                <c:pt idx="5592">
                  <c:v>479.29721416746003</c:v>
                </c:pt>
                <c:pt idx="5593">
                  <c:v>466.12912984983598</c:v>
                </c:pt>
                <c:pt idx="5594">
                  <c:v>454.01375874770901</c:v>
                </c:pt>
                <c:pt idx="5595">
                  <c:v>451.79036143587399</c:v>
                </c:pt>
                <c:pt idx="5596">
                  <c:v>430.96030237730099</c:v>
                </c:pt>
                <c:pt idx="5597">
                  <c:v>426.112221011001</c:v>
                </c:pt>
                <c:pt idx="5598">
                  <c:v>448.88141022573899</c:v>
                </c:pt>
                <c:pt idx="5599">
                  <c:v>438.304556241581</c:v>
                </c:pt>
                <c:pt idx="5600">
                  <c:v>457.76115995388199</c:v>
                </c:pt>
                <c:pt idx="5601">
                  <c:v>445.39333715125201</c:v>
                </c:pt>
                <c:pt idx="5602">
                  <c:v>440.45121588375298</c:v>
                </c:pt>
                <c:pt idx="5603">
                  <c:v>413.841540055439</c:v>
                </c:pt>
                <c:pt idx="5604">
                  <c:v>432.33944491689101</c:v>
                </c:pt>
                <c:pt idx="5605">
                  <c:v>411.03283767512301</c:v>
                </c:pt>
                <c:pt idx="5606">
                  <c:v>373.84612027308401</c:v>
                </c:pt>
                <c:pt idx="5607">
                  <c:v>407.51759793732703</c:v>
                </c:pt>
                <c:pt idx="5608">
                  <c:v>359.78081565765001</c:v>
                </c:pt>
                <c:pt idx="5609">
                  <c:v>383.19358982204801</c:v>
                </c:pt>
                <c:pt idx="5610">
                  <c:v>365.702776042886</c:v>
                </c:pt>
                <c:pt idx="5611">
                  <c:v>364.57075004977003</c:v>
                </c:pt>
                <c:pt idx="5612">
                  <c:v>346.546327472624</c:v>
                </c:pt>
                <c:pt idx="5613">
                  <c:v>331.99203319595102</c:v>
                </c:pt>
                <c:pt idx="5614">
                  <c:v>365.51693833630497</c:v>
                </c:pt>
                <c:pt idx="5615">
                  <c:v>369.50196524479901</c:v>
                </c:pt>
                <c:pt idx="5616">
                  <c:v>392.73325804971603</c:v>
                </c:pt>
                <c:pt idx="5617">
                  <c:v>382.98996318860998</c:v>
                </c:pt>
                <c:pt idx="5618">
                  <c:v>398.265023397481</c:v>
                </c:pt>
                <c:pt idx="5619">
                  <c:v>387.57934479148997</c:v>
                </c:pt>
                <c:pt idx="5620">
                  <c:v>371.54732902299497</c:v>
                </c:pt>
                <c:pt idx="5621">
                  <c:v>382.70311739424602</c:v>
                </c:pt>
                <c:pt idx="5622">
                  <c:v>377.45137068207401</c:v>
                </c:pt>
                <c:pt idx="5623">
                  <c:v>404.24238065887101</c:v>
                </c:pt>
                <c:pt idx="5624">
                  <c:v>399.93140840530202</c:v>
                </c:pt>
                <c:pt idx="5625">
                  <c:v>413.30311733175802</c:v>
                </c:pt>
                <c:pt idx="5626">
                  <c:v>420.64847167938001</c:v>
                </c:pt>
                <c:pt idx="5627">
                  <c:v>413.57047597794502</c:v>
                </c:pt>
                <c:pt idx="5628">
                  <c:v>427.44857695560199</c:v>
                </c:pt>
                <c:pt idx="5629">
                  <c:v>418.12579228832698</c:v>
                </c:pt>
                <c:pt idx="5630">
                  <c:v>422.13445125441098</c:v>
                </c:pt>
                <c:pt idx="5631">
                  <c:v>433.50409566314801</c:v>
                </c:pt>
                <c:pt idx="5632">
                  <c:v>423.56436813217198</c:v>
                </c:pt>
                <c:pt idx="5633">
                  <c:v>411.49322534418502</c:v>
                </c:pt>
                <c:pt idx="5634">
                  <c:v>423.15830549303502</c:v>
                </c:pt>
                <c:pt idx="5635">
                  <c:v>419.196857441254</c:v>
                </c:pt>
                <c:pt idx="5636">
                  <c:v>423.23843230845802</c:v>
                </c:pt>
                <c:pt idx="5637">
                  <c:v>428.40485278460199</c:v>
                </c:pt>
                <c:pt idx="5638">
                  <c:v>424.80074163179899</c:v>
                </c:pt>
                <c:pt idx="5639">
                  <c:v>433.54612101913</c:v>
                </c:pt>
                <c:pt idx="5640">
                  <c:v>429.59842975683102</c:v>
                </c:pt>
                <c:pt idx="5641">
                  <c:v>421.71503338990601</c:v>
                </c:pt>
                <c:pt idx="5642">
                  <c:v>425.649961686822</c:v>
                </c:pt>
                <c:pt idx="5643">
                  <c:v>431.39381463298997</c:v>
                </c:pt>
                <c:pt idx="5644">
                  <c:v>428.85749564978602</c:v>
                </c:pt>
                <c:pt idx="5645">
                  <c:v>432.83241176911298</c:v>
                </c:pt>
                <c:pt idx="5646">
                  <c:v>439.90876865415299</c:v>
                </c:pt>
                <c:pt idx="5647">
                  <c:v>441.73833376785598</c:v>
                </c:pt>
                <c:pt idx="5648">
                  <c:v>433.50110087523501</c:v>
                </c:pt>
                <c:pt idx="5649">
                  <c:v>428.41274224711799</c:v>
                </c:pt>
                <c:pt idx="5650">
                  <c:v>432.87647037930799</c:v>
                </c:pt>
                <c:pt idx="5651">
                  <c:v>434.90869454046299</c:v>
                </c:pt>
                <c:pt idx="5652">
                  <c:v>446.86054321238203</c:v>
                </c:pt>
                <c:pt idx="5653">
                  <c:v>442.89245860251901</c:v>
                </c:pt>
                <c:pt idx="5654">
                  <c:v>448.18581775300902</c:v>
                </c:pt>
                <c:pt idx="5655">
                  <c:v>443.43625330178003</c:v>
                </c:pt>
                <c:pt idx="5656">
                  <c:v>446.640238460982</c:v>
                </c:pt>
                <c:pt idx="5657">
                  <c:v>447.08085076821999</c:v>
                </c:pt>
                <c:pt idx="5658">
                  <c:v>451.192744849299</c:v>
                </c:pt>
                <c:pt idx="5659">
                  <c:v>454.34530936912199</c:v>
                </c:pt>
                <c:pt idx="5660">
                  <c:v>458.25962179431002</c:v>
                </c:pt>
                <c:pt idx="5661">
                  <c:v>460.14284581822898</c:v>
                </c:pt>
                <c:pt idx="5662">
                  <c:v>462.65394308235699</c:v>
                </c:pt>
                <c:pt idx="5663">
                  <c:v>465.94653488631701</c:v>
                </c:pt>
                <c:pt idx="5664">
                  <c:v>460.31460645066602</c:v>
                </c:pt>
                <c:pt idx="5665">
                  <c:v>470.12193620046099</c:v>
                </c:pt>
                <c:pt idx="5666">
                  <c:v>472.92546901872402</c:v>
                </c:pt>
                <c:pt idx="5667">
                  <c:v>472.88943852070702</c:v>
                </c:pt>
                <c:pt idx="5668">
                  <c:v>476.97676850671598</c:v>
                </c:pt>
                <c:pt idx="5669">
                  <c:v>451.72870159398298</c:v>
                </c:pt>
                <c:pt idx="5670">
                  <c:v>456.831031968736</c:v>
                </c:pt>
                <c:pt idx="5671">
                  <c:v>460.48128186442102</c:v>
                </c:pt>
                <c:pt idx="5672">
                  <c:v>467.73421460145403</c:v>
                </c:pt>
                <c:pt idx="5673">
                  <c:v>468.237303928004</c:v>
                </c:pt>
                <c:pt idx="5674">
                  <c:v>468.95597122237302</c:v>
                </c:pt>
                <c:pt idx="5675">
                  <c:v>465.73253474361798</c:v>
                </c:pt>
                <c:pt idx="5676">
                  <c:v>471.14663597168902</c:v>
                </c:pt>
                <c:pt idx="5677">
                  <c:v>472.13194480366201</c:v>
                </c:pt>
                <c:pt idx="5678">
                  <c:v>461.77572809971298</c:v>
                </c:pt>
                <c:pt idx="5679">
                  <c:v>466.15559021338601</c:v>
                </c:pt>
                <c:pt idx="5680">
                  <c:v>456.47717513991199</c:v>
                </c:pt>
                <c:pt idx="5681">
                  <c:v>462.41495075270899</c:v>
                </c:pt>
                <c:pt idx="5682">
                  <c:v>469.95436103886402</c:v>
                </c:pt>
                <c:pt idx="5683">
                  <c:v>472.74299923961502</c:v>
                </c:pt>
                <c:pt idx="5684">
                  <c:v>474.38989205293097</c:v>
                </c:pt>
                <c:pt idx="5685">
                  <c:v>480.504932481803</c:v>
                </c:pt>
                <c:pt idx="5686">
                  <c:v>477.97940020879099</c:v>
                </c:pt>
                <c:pt idx="5687">
                  <c:v>483.60318404030602</c:v>
                </c:pt>
                <c:pt idx="5688">
                  <c:v>482.81744752948202</c:v>
                </c:pt>
                <c:pt idx="5689">
                  <c:v>485.16099611022298</c:v>
                </c:pt>
                <c:pt idx="5690">
                  <c:v>477.80527776810101</c:v>
                </c:pt>
                <c:pt idx="5691">
                  <c:v>485.472742144672</c:v>
                </c:pt>
                <c:pt idx="5692">
                  <c:v>487.50943824328499</c:v>
                </c:pt>
                <c:pt idx="5693">
                  <c:v>485.20581350189002</c:v>
                </c:pt>
                <c:pt idx="5694">
                  <c:v>489.33471325796597</c:v>
                </c:pt>
                <c:pt idx="5695">
                  <c:v>495.52374782954001</c:v>
                </c:pt>
                <c:pt idx="5696">
                  <c:v>493.87370023291402</c:v>
                </c:pt>
                <c:pt idx="5697">
                  <c:v>499.48934767053998</c:v>
                </c:pt>
                <c:pt idx="5698">
                  <c:v>491.75587030508098</c:v>
                </c:pt>
                <c:pt idx="5699">
                  <c:v>490.66022316477699</c:v>
                </c:pt>
                <c:pt idx="5700">
                  <c:v>495.50261600962199</c:v>
                </c:pt>
                <c:pt idx="5701">
                  <c:v>492.658689878448</c:v>
                </c:pt>
                <c:pt idx="5702">
                  <c:v>499.39204456444998</c:v>
                </c:pt>
                <c:pt idx="5703">
                  <c:v>500.59173406717201</c:v>
                </c:pt>
                <c:pt idx="5704">
                  <c:v>506.62282803409602</c:v>
                </c:pt>
                <c:pt idx="5705">
                  <c:v>512.14136859861003</c:v>
                </c:pt>
                <c:pt idx="5706">
                  <c:v>515.46187600255303</c:v>
                </c:pt>
                <c:pt idx="5707">
                  <c:v>516.55626178947296</c:v>
                </c:pt>
                <c:pt idx="5708">
                  <c:v>521.03821169862101</c:v>
                </c:pt>
                <c:pt idx="5709">
                  <c:v>518.55035916620795</c:v>
                </c:pt>
                <c:pt idx="5710">
                  <c:v>516.81488646849198</c:v>
                </c:pt>
                <c:pt idx="5711">
                  <c:v>509.42581092928401</c:v>
                </c:pt>
                <c:pt idx="5712">
                  <c:v>520.09997670058203</c:v>
                </c:pt>
                <c:pt idx="5713">
                  <c:v>521.29142404271101</c:v>
                </c:pt>
                <c:pt idx="5714">
                  <c:v>520.52278695236703</c:v>
                </c:pt>
                <c:pt idx="5715">
                  <c:v>525.31793941532396</c:v>
                </c:pt>
                <c:pt idx="5716">
                  <c:v>526.38762710745095</c:v>
                </c:pt>
                <c:pt idx="5717">
                  <c:v>524.25408982528404</c:v>
                </c:pt>
                <c:pt idx="5718">
                  <c:v>527.81349257751799</c:v>
                </c:pt>
                <c:pt idx="5719">
                  <c:v>532.36225991747597</c:v>
                </c:pt>
                <c:pt idx="5720">
                  <c:v>535.41785482785701</c:v>
                </c:pt>
                <c:pt idx="5721">
                  <c:v>536.85540566401801</c:v>
                </c:pt>
                <c:pt idx="5722">
                  <c:v>542.14791412104398</c:v>
                </c:pt>
                <c:pt idx="5723">
                  <c:v>541.57704567065196</c:v>
                </c:pt>
                <c:pt idx="5724">
                  <c:v>546.73671797822306</c:v>
                </c:pt>
                <c:pt idx="5725">
                  <c:v>547.48862927374898</c:v>
                </c:pt>
                <c:pt idx="5726">
                  <c:v>553.14399929615399</c:v>
                </c:pt>
                <c:pt idx="5727">
                  <c:v>561.27439865806502</c:v>
                </c:pt>
                <c:pt idx="5728">
                  <c:v>535.97751274885604</c:v>
                </c:pt>
                <c:pt idx="5729">
                  <c:v>529.67401618737904</c:v>
                </c:pt>
                <c:pt idx="5730">
                  <c:v>513.23104211987697</c:v>
                </c:pt>
                <c:pt idx="5731">
                  <c:v>527.32565486661304</c:v>
                </c:pt>
                <c:pt idx="5732">
                  <c:v>517.348768629456</c:v>
                </c:pt>
                <c:pt idx="5733">
                  <c:v>516.48784973508202</c:v>
                </c:pt>
                <c:pt idx="5734">
                  <c:v>525.61136038435598</c:v>
                </c:pt>
                <c:pt idx="5735">
                  <c:v>530.92959990979796</c:v>
                </c:pt>
                <c:pt idx="5736">
                  <c:v>524.94763125270595</c:v>
                </c:pt>
                <c:pt idx="5737">
                  <c:v>520.65819287263196</c:v>
                </c:pt>
                <c:pt idx="5738">
                  <c:v>513.96116123638205</c:v>
                </c:pt>
                <c:pt idx="5739">
                  <c:v>516.513952487903</c:v>
                </c:pt>
                <c:pt idx="5740">
                  <c:v>525.83808842639905</c:v>
                </c:pt>
                <c:pt idx="5741">
                  <c:v>511.35267864050502</c:v>
                </c:pt>
                <c:pt idx="5742">
                  <c:v>513.72869919400603</c:v>
                </c:pt>
                <c:pt idx="5743">
                  <c:v>524.580609050303</c:v>
                </c:pt>
                <c:pt idx="5744">
                  <c:v>532.444931703772</c:v>
                </c:pt>
                <c:pt idx="5745">
                  <c:v>532.86232537066405</c:v>
                </c:pt>
                <c:pt idx="5746">
                  <c:v>537.409547796997</c:v>
                </c:pt>
                <c:pt idx="5747">
                  <c:v>542.65668962766597</c:v>
                </c:pt>
                <c:pt idx="5748">
                  <c:v>530.96934515997395</c:v>
                </c:pt>
                <c:pt idx="5749">
                  <c:v>543.23882033047903</c:v>
                </c:pt>
                <c:pt idx="5750">
                  <c:v>533.65787829110195</c:v>
                </c:pt>
                <c:pt idx="5751">
                  <c:v>543.61444333877796</c:v>
                </c:pt>
                <c:pt idx="5752">
                  <c:v>545.09280754364897</c:v>
                </c:pt>
                <c:pt idx="5753">
                  <c:v>551.96654989210595</c:v>
                </c:pt>
                <c:pt idx="5754">
                  <c:v>564.26312760933695</c:v>
                </c:pt>
                <c:pt idx="5755">
                  <c:v>564.71385867927199</c:v>
                </c:pt>
                <c:pt idx="5756">
                  <c:v>559.16928704332997</c:v>
                </c:pt>
                <c:pt idx="5757">
                  <c:v>555.22538331932003</c:v>
                </c:pt>
                <c:pt idx="5758">
                  <c:v>554.20731328795603</c:v>
                </c:pt>
                <c:pt idx="5759">
                  <c:v>544.66870226579795</c:v>
                </c:pt>
                <c:pt idx="5760">
                  <c:v>546.84947696444306</c:v>
                </c:pt>
                <c:pt idx="5761">
                  <c:v>545.39756173228602</c:v>
                </c:pt>
                <c:pt idx="5762">
                  <c:v>542.42714604156799</c:v>
                </c:pt>
                <c:pt idx="5763">
                  <c:v>545.72992429928001</c:v>
                </c:pt>
                <c:pt idx="5764">
                  <c:v>538.47305872967797</c:v>
                </c:pt>
                <c:pt idx="5765">
                  <c:v>541.56976085846895</c:v>
                </c:pt>
                <c:pt idx="5766">
                  <c:v>522.65506343983395</c:v>
                </c:pt>
                <c:pt idx="5767">
                  <c:v>529.86861105105095</c:v>
                </c:pt>
                <c:pt idx="5768">
                  <c:v>516.95338060989695</c:v>
                </c:pt>
                <c:pt idx="5769">
                  <c:v>520.32356461129098</c:v>
                </c:pt>
                <c:pt idx="5770">
                  <c:v>528.35968630635398</c:v>
                </c:pt>
                <c:pt idx="5771">
                  <c:v>551.64077505267005</c:v>
                </c:pt>
                <c:pt idx="5772">
                  <c:v>564.27271252532898</c:v>
                </c:pt>
                <c:pt idx="5773">
                  <c:v>566.08731204261801</c:v>
                </c:pt>
                <c:pt idx="5774">
                  <c:v>545.08499367762295</c:v>
                </c:pt>
                <c:pt idx="5775">
                  <c:v>536.31966311720805</c:v>
                </c:pt>
                <c:pt idx="5776">
                  <c:v>549.00678382052502</c:v>
                </c:pt>
                <c:pt idx="5777">
                  <c:v>545.834734141166</c:v>
                </c:pt>
                <c:pt idx="5778">
                  <c:v>548.847135486772</c:v>
                </c:pt>
                <c:pt idx="5779">
                  <c:v>550.52360179859204</c:v>
                </c:pt>
                <c:pt idx="5780">
                  <c:v>547.65409977417198</c:v>
                </c:pt>
                <c:pt idx="5781">
                  <c:v>540.74944770229502</c:v>
                </c:pt>
                <c:pt idx="5782">
                  <c:v>544.09176369474699</c:v>
                </c:pt>
                <c:pt idx="5783">
                  <c:v>541.39165710055295</c:v>
                </c:pt>
                <c:pt idx="5784">
                  <c:v>539.72799206854097</c:v>
                </c:pt>
                <c:pt idx="5785">
                  <c:v>542.06053406317199</c:v>
                </c:pt>
                <c:pt idx="5786">
                  <c:v>546.25567760007596</c:v>
                </c:pt>
                <c:pt idx="5787">
                  <c:v>549.90298764942804</c:v>
                </c:pt>
                <c:pt idx="5788">
                  <c:v>553.02332915207296</c:v>
                </c:pt>
                <c:pt idx="5789">
                  <c:v>558.94711192217005</c:v>
                </c:pt>
                <c:pt idx="5790">
                  <c:v>557.01393140055495</c:v>
                </c:pt>
                <c:pt idx="5791">
                  <c:v>554.31164268640305</c:v>
                </c:pt>
                <c:pt idx="5792">
                  <c:v>556.824881646569</c:v>
                </c:pt>
                <c:pt idx="5793">
                  <c:v>558.98230987988495</c:v>
                </c:pt>
                <c:pt idx="5794">
                  <c:v>559.501813397913</c:v>
                </c:pt>
                <c:pt idx="5795">
                  <c:v>550.74323067553496</c:v>
                </c:pt>
                <c:pt idx="5796">
                  <c:v>551.80332052476797</c:v>
                </c:pt>
                <c:pt idx="5797">
                  <c:v>551.05498507406196</c:v>
                </c:pt>
                <c:pt idx="5798">
                  <c:v>554.25198026919998</c:v>
                </c:pt>
                <c:pt idx="5799">
                  <c:v>559.99078777743603</c:v>
                </c:pt>
                <c:pt idx="5800">
                  <c:v>563.75562264132896</c:v>
                </c:pt>
                <c:pt idx="5801">
                  <c:v>567.97052099782695</c:v>
                </c:pt>
                <c:pt idx="5802">
                  <c:v>567.32346585467496</c:v>
                </c:pt>
                <c:pt idx="5803">
                  <c:v>566.18830978667597</c:v>
                </c:pt>
                <c:pt idx="5804">
                  <c:v>567.68138625028098</c:v>
                </c:pt>
                <c:pt idx="5805">
                  <c:v>563.49790958043104</c:v>
                </c:pt>
                <c:pt idx="5806">
                  <c:v>565.39419867529</c:v>
                </c:pt>
                <c:pt idx="5807">
                  <c:v>570.09943495112498</c:v>
                </c:pt>
                <c:pt idx="5808">
                  <c:v>569.73574850438797</c:v>
                </c:pt>
                <c:pt idx="5809">
                  <c:v>568.58698734054497</c:v>
                </c:pt>
                <c:pt idx="5810">
                  <c:v>571.07115253494499</c:v>
                </c:pt>
                <c:pt idx="5811">
                  <c:v>562.87368536770202</c:v>
                </c:pt>
                <c:pt idx="5812">
                  <c:v>567.29323901498003</c:v>
                </c:pt>
                <c:pt idx="5813">
                  <c:v>558.72394861057205</c:v>
                </c:pt>
                <c:pt idx="5814">
                  <c:v>570.34580093832403</c:v>
                </c:pt>
                <c:pt idx="5815">
                  <c:v>574.72807272621003</c:v>
                </c:pt>
                <c:pt idx="5816">
                  <c:v>571.23410482644499</c:v>
                </c:pt>
                <c:pt idx="5817">
                  <c:v>567.80170031878799</c:v>
                </c:pt>
                <c:pt idx="5818">
                  <c:v>571.33952195286099</c:v>
                </c:pt>
                <c:pt idx="5819">
                  <c:v>566.43193738611205</c:v>
                </c:pt>
                <c:pt idx="5820">
                  <c:v>564.85842321545704</c:v>
                </c:pt>
                <c:pt idx="5821">
                  <c:v>571.57772876405102</c:v>
                </c:pt>
                <c:pt idx="5822">
                  <c:v>584.31941752838202</c:v>
                </c:pt>
                <c:pt idx="5823">
                  <c:v>588.65831243375396</c:v>
                </c:pt>
                <c:pt idx="5824">
                  <c:v>589.36359979037104</c:v>
                </c:pt>
                <c:pt idx="5825">
                  <c:v>593.41911475052405</c:v>
                </c:pt>
                <c:pt idx="5826">
                  <c:v>592.77124785590001</c:v>
                </c:pt>
                <c:pt idx="5827">
                  <c:v>574.93648847716497</c:v>
                </c:pt>
                <c:pt idx="5828">
                  <c:v>579.00714681283205</c:v>
                </c:pt>
                <c:pt idx="5829">
                  <c:v>570.00062476578603</c:v>
                </c:pt>
                <c:pt idx="5830">
                  <c:v>580.54358274182005</c:v>
                </c:pt>
                <c:pt idx="5831">
                  <c:v>587.42104228226697</c:v>
                </c:pt>
                <c:pt idx="5832">
                  <c:v>583.53809903196304</c:v>
                </c:pt>
                <c:pt idx="5833">
                  <c:v>588.10508509268504</c:v>
                </c:pt>
                <c:pt idx="5834">
                  <c:v>589.471880818616</c:v>
                </c:pt>
                <c:pt idx="5835">
                  <c:v>594.14039083826901</c:v>
                </c:pt>
                <c:pt idx="5836">
                  <c:v>593.72958426817502</c:v>
                </c:pt>
                <c:pt idx="5837">
                  <c:v>594.40225506459501</c:v>
                </c:pt>
                <c:pt idx="5838">
                  <c:v>596.514844109617</c:v>
                </c:pt>
                <c:pt idx="5839">
                  <c:v>599.67977004394902</c:v>
                </c:pt>
                <c:pt idx="5840">
                  <c:v>597.469309490559</c:v>
                </c:pt>
                <c:pt idx="5841">
                  <c:v>595.42094952750995</c:v>
                </c:pt>
                <c:pt idx="5842">
                  <c:v>592.16604149401905</c:v>
                </c:pt>
                <c:pt idx="5843">
                  <c:v>586.89213507655995</c:v>
                </c:pt>
                <c:pt idx="5844">
                  <c:v>574.39251150050995</c:v>
                </c:pt>
                <c:pt idx="5845">
                  <c:v>572.10799203083002</c:v>
                </c:pt>
                <c:pt idx="5846">
                  <c:v>574.03391783700397</c:v>
                </c:pt>
                <c:pt idx="5847">
                  <c:v>557.29392294210095</c:v>
                </c:pt>
                <c:pt idx="5848">
                  <c:v>560.32458579087904</c:v>
                </c:pt>
                <c:pt idx="5849">
                  <c:v>573.23596821173805</c:v>
                </c:pt>
                <c:pt idx="5850">
                  <c:v>565.35399915608605</c:v>
                </c:pt>
                <c:pt idx="5851">
                  <c:v>549.26832021181201</c:v>
                </c:pt>
                <c:pt idx="5852">
                  <c:v>539.54980475872105</c:v>
                </c:pt>
                <c:pt idx="5853">
                  <c:v>547.47436186566097</c:v>
                </c:pt>
                <c:pt idx="5854">
                  <c:v>534.92139962125304</c:v>
                </c:pt>
                <c:pt idx="5855">
                  <c:v>552.37564705737998</c:v>
                </c:pt>
                <c:pt idx="5856">
                  <c:v>551.39374572151598</c:v>
                </c:pt>
                <c:pt idx="5857">
                  <c:v>562.92283660976102</c:v>
                </c:pt>
                <c:pt idx="5858">
                  <c:v>560.03196393303404</c:v>
                </c:pt>
                <c:pt idx="5859">
                  <c:v>565.22380177497496</c:v>
                </c:pt>
                <c:pt idx="5860">
                  <c:v>568.48835365310504</c:v>
                </c:pt>
                <c:pt idx="5861">
                  <c:v>567.90364094138602</c:v>
                </c:pt>
                <c:pt idx="5862">
                  <c:v>554.47325984188603</c:v>
                </c:pt>
                <c:pt idx="5863">
                  <c:v>559.363736232527</c:v>
                </c:pt>
                <c:pt idx="5864">
                  <c:v>568.58698726773002</c:v>
                </c:pt>
                <c:pt idx="5865">
                  <c:v>564.15560154156606</c:v>
                </c:pt>
                <c:pt idx="5866">
                  <c:v>553.75328106267102</c:v>
                </c:pt>
                <c:pt idx="5867">
                  <c:v>553.87768588680399</c:v>
                </c:pt>
                <c:pt idx="5868">
                  <c:v>563.87222155767597</c:v>
                </c:pt>
                <c:pt idx="5869">
                  <c:v>561.57668549539903</c:v>
                </c:pt>
                <c:pt idx="5870">
                  <c:v>560.84098667610203</c:v>
                </c:pt>
                <c:pt idx="5871">
                  <c:v>571.01338524989899</c:v>
                </c:pt>
                <c:pt idx="5872">
                  <c:v>579.38938127002598</c:v>
                </c:pt>
                <c:pt idx="5873">
                  <c:v>590.07488046502897</c:v>
                </c:pt>
                <c:pt idx="5874">
                  <c:v>589.78413879667801</c:v>
                </c:pt>
                <c:pt idx="5875">
                  <c:v>589.81696616282397</c:v>
                </c:pt>
                <c:pt idx="5876">
                  <c:v>596.63886679945404</c:v>
                </c:pt>
                <c:pt idx="5877">
                  <c:v>601.37047280670504</c:v>
                </c:pt>
                <c:pt idx="5878">
                  <c:v>604.00617804379601</c:v>
                </c:pt>
                <c:pt idx="5879">
                  <c:v>613.94021482706398</c:v>
                </c:pt>
                <c:pt idx="5880">
                  <c:v>604.70856102167204</c:v>
                </c:pt>
                <c:pt idx="5881">
                  <c:v>615.492139521323</c:v>
                </c:pt>
                <c:pt idx="5882">
                  <c:v>615.67186213291598</c:v>
                </c:pt>
                <c:pt idx="5883">
                  <c:v>608.58781969876395</c:v>
                </c:pt>
                <c:pt idx="5884">
                  <c:v>602.94162516704796</c:v>
                </c:pt>
                <c:pt idx="5885">
                  <c:v>609.74520872699998</c:v>
                </c:pt>
                <c:pt idx="5886">
                  <c:v>601.748605233538</c:v>
                </c:pt>
                <c:pt idx="5887">
                  <c:v>610.563758125145</c:v>
                </c:pt>
                <c:pt idx="5888">
                  <c:v>615.61366040624102</c:v>
                </c:pt>
                <c:pt idx="5889">
                  <c:v>612.37143539936096</c:v>
                </c:pt>
                <c:pt idx="5890">
                  <c:v>608.32566982912999</c:v>
                </c:pt>
                <c:pt idx="5891">
                  <c:v>606.088266535206</c:v>
                </c:pt>
                <c:pt idx="5892">
                  <c:v>602.47539588669099</c:v>
                </c:pt>
                <c:pt idx="5893">
                  <c:v>599.23461616973304</c:v>
                </c:pt>
                <c:pt idx="5894">
                  <c:v>589.50697702110006</c:v>
                </c:pt>
                <c:pt idx="5895">
                  <c:v>590.08543988309998</c:v>
                </c:pt>
                <c:pt idx="5896">
                  <c:v>594.38768103670895</c:v>
                </c:pt>
                <c:pt idx="5897">
                  <c:v>599.89811779713398</c:v>
                </c:pt>
                <c:pt idx="5898">
                  <c:v>584.42699186343998</c:v>
                </c:pt>
                <c:pt idx="5899">
                  <c:v>583.74711672619503</c:v>
                </c:pt>
                <c:pt idx="5900">
                  <c:v>566.55606557540602</c:v>
                </c:pt>
                <c:pt idx="5901">
                  <c:v>570.444718881467</c:v>
                </c:pt>
                <c:pt idx="5902">
                  <c:v>581.74129837043699</c:v>
                </c:pt>
                <c:pt idx="5903">
                  <c:v>578.58401495735995</c:v>
                </c:pt>
                <c:pt idx="5904">
                  <c:v>574.28225963546095</c:v>
                </c:pt>
                <c:pt idx="5905">
                  <c:v>573.85709041417203</c:v>
                </c:pt>
                <c:pt idx="5906">
                  <c:v>584.54211488465103</c:v>
                </c:pt>
                <c:pt idx="5907">
                  <c:v>582.04586761296196</c:v>
                </c:pt>
                <c:pt idx="5908">
                  <c:v>591.46582530365902</c:v>
                </c:pt>
                <c:pt idx="5909">
                  <c:v>592.12234169866997</c:v>
                </c:pt>
                <c:pt idx="5910">
                  <c:v>594.37746250367604</c:v>
                </c:pt>
                <c:pt idx="5911">
                  <c:v>594.61982621293896</c:v>
                </c:pt>
                <c:pt idx="5912">
                  <c:v>596.247177216708</c:v>
                </c:pt>
                <c:pt idx="5913">
                  <c:v>592.589716704887</c:v>
                </c:pt>
                <c:pt idx="5914">
                  <c:v>592.86047509626201</c:v>
                </c:pt>
                <c:pt idx="5915">
                  <c:v>587.10987793824404</c:v>
                </c:pt>
                <c:pt idx="5916">
                  <c:v>596.503447261774</c:v>
                </c:pt>
                <c:pt idx="5917">
                  <c:v>597.24187198551294</c:v>
                </c:pt>
                <c:pt idx="5918">
                  <c:v>597.73746016650796</c:v>
                </c:pt>
                <c:pt idx="5919">
                  <c:v>596.72802603426396</c:v>
                </c:pt>
                <c:pt idx="5920">
                  <c:v>602.82300222518302</c:v>
                </c:pt>
                <c:pt idx="5921">
                  <c:v>604.88444024411103</c:v>
                </c:pt>
                <c:pt idx="5922">
                  <c:v>609.86337796951898</c:v>
                </c:pt>
                <c:pt idx="5923">
                  <c:v>605.17895204255501</c:v>
                </c:pt>
                <c:pt idx="5924">
                  <c:v>604.24013093719304</c:v>
                </c:pt>
                <c:pt idx="5925">
                  <c:v>612.29250839013105</c:v>
                </c:pt>
                <c:pt idx="5926">
                  <c:v>609.06922240303004</c:v>
                </c:pt>
                <c:pt idx="5927">
                  <c:v>613.11981776203595</c:v>
                </c:pt>
                <c:pt idx="5928">
                  <c:v>619.60904461087705</c:v>
                </c:pt>
                <c:pt idx="5929">
                  <c:v>622.90930090404902</c:v>
                </c:pt>
                <c:pt idx="5930">
                  <c:v>628.27065863228302</c:v>
                </c:pt>
                <c:pt idx="5931">
                  <c:v>626.82788171937204</c:v>
                </c:pt>
                <c:pt idx="5932">
                  <c:v>636.410393589009</c:v>
                </c:pt>
                <c:pt idx="5933">
                  <c:v>639.38315377105505</c:v>
                </c:pt>
                <c:pt idx="5934">
                  <c:v>638.78138718652201</c:v>
                </c:pt>
                <c:pt idx="5935">
                  <c:v>639.28435770824001</c:v>
                </c:pt>
                <c:pt idx="5936">
                  <c:v>645.89749936918497</c:v>
                </c:pt>
                <c:pt idx="5937">
                  <c:v>648.73320889612796</c:v>
                </c:pt>
                <c:pt idx="5938">
                  <c:v>649.51366715592496</c:v>
                </c:pt>
                <c:pt idx="5939">
                  <c:v>645.60407002901604</c:v>
                </c:pt>
                <c:pt idx="5940">
                  <c:v>651.00086811842004</c:v>
                </c:pt>
                <c:pt idx="5941">
                  <c:v>655.62085914499005</c:v>
                </c:pt>
                <c:pt idx="5942">
                  <c:v>652.82400313441997</c:v>
                </c:pt>
                <c:pt idx="5943">
                  <c:v>651.54439204760104</c:v>
                </c:pt>
                <c:pt idx="5944">
                  <c:v>646.07145452914597</c:v>
                </c:pt>
                <c:pt idx="5945">
                  <c:v>639.45816710251495</c:v>
                </c:pt>
                <c:pt idx="5946">
                  <c:v>636.35111581044998</c:v>
                </c:pt>
                <c:pt idx="5947">
                  <c:v>643.93057780723802</c:v>
                </c:pt>
                <c:pt idx="5948">
                  <c:v>648.69403684593601</c:v>
                </c:pt>
                <c:pt idx="5949">
                  <c:v>652.86717382168104</c:v>
                </c:pt>
                <c:pt idx="5950">
                  <c:v>658.82973186973504</c:v>
                </c:pt>
                <c:pt idx="5951">
                  <c:v>658.80566973625901</c:v>
                </c:pt>
                <c:pt idx="5952">
                  <c:v>651.09498114663995</c:v>
                </c:pt>
                <c:pt idx="5953">
                  <c:v>653.61377501510901</c:v>
                </c:pt>
                <c:pt idx="5954">
                  <c:v>658.24635104730396</c:v>
                </c:pt>
                <c:pt idx="5955">
                  <c:v>653.90072890703198</c:v>
                </c:pt>
                <c:pt idx="5956">
                  <c:v>654.955853040889</c:v>
                </c:pt>
                <c:pt idx="5957">
                  <c:v>660.62126862904199</c:v>
                </c:pt>
                <c:pt idx="5958">
                  <c:v>662.03787053790097</c:v>
                </c:pt>
                <c:pt idx="5959">
                  <c:v>665.22869184212504</c:v>
                </c:pt>
                <c:pt idx="5960">
                  <c:v>661.778354980892</c:v>
                </c:pt>
                <c:pt idx="5961">
                  <c:v>662.03285064986005</c:v>
                </c:pt>
                <c:pt idx="5962">
                  <c:v>658.98317061247803</c:v>
                </c:pt>
                <c:pt idx="5963">
                  <c:v>658.69131842434797</c:v>
                </c:pt>
                <c:pt idx="5964">
                  <c:v>662.01721066213997</c:v>
                </c:pt>
                <c:pt idx="5965">
                  <c:v>664.12002024402398</c:v>
                </c:pt>
                <c:pt idx="5966">
                  <c:v>664.41626480011996</c:v>
                </c:pt>
                <c:pt idx="5967">
                  <c:v>656.28974870576803</c:v>
                </c:pt>
                <c:pt idx="5968">
                  <c:v>650.47698594770804</c:v>
                </c:pt>
                <c:pt idx="5969">
                  <c:v>653.99417506441102</c:v>
                </c:pt>
                <c:pt idx="5970">
                  <c:v>661.72003794004297</c:v>
                </c:pt>
                <c:pt idx="5971">
                  <c:v>671.09823596397405</c:v>
                </c:pt>
                <c:pt idx="5972">
                  <c:v>671.85146163974503</c:v>
                </c:pt>
                <c:pt idx="5973">
                  <c:v>673.10661819337304</c:v>
                </c:pt>
                <c:pt idx="5974">
                  <c:v>669.37406713939799</c:v>
                </c:pt>
                <c:pt idx="5975">
                  <c:v>676.08309195684797</c:v>
                </c:pt>
                <c:pt idx="5976">
                  <c:v>684.85657020567805</c:v>
                </c:pt>
                <c:pt idx="5977">
                  <c:v>683.10098407678004</c:v>
                </c:pt>
                <c:pt idx="5978">
                  <c:v>683.28537666385296</c:v>
                </c:pt>
                <c:pt idx="5979">
                  <c:v>684.998008260809</c:v>
                </c:pt>
                <c:pt idx="5980">
                  <c:v>687.76429837696298</c:v>
                </c:pt>
                <c:pt idx="5981">
                  <c:v>687.71046258636704</c:v>
                </c:pt>
                <c:pt idx="5982">
                  <c:v>685.07105621396602</c:v>
                </c:pt>
                <c:pt idx="5983">
                  <c:v>680.32308309803898</c:v>
                </c:pt>
                <c:pt idx="5984">
                  <c:v>676.88656378116195</c:v>
                </c:pt>
                <c:pt idx="5985">
                  <c:v>674.20304831492797</c:v>
                </c:pt>
                <c:pt idx="5986">
                  <c:v>673.16680834942201</c:v>
                </c:pt>
                <c:pt idx="5987">
                  <c:v>678.54413605490095</c:v>
                </c:pt>
                <c:pt idx="5988">
                  <c:v>678.904516101171</c:v>
                </c:pt>
                <c:pt idx="5989">
                  <c:v>673.25873213202397</c:v>
                </c:pt>
                <c:pt idx="5990">
                  <c:v>660.79353655744501</c:v>
                </c:pt>
                <c:pt idx="5991">
                  <c:v>660.38692378435599</c:v>
                </c:pt>
                <c:pt idx="5992">
                  <c:v>669.89923521089395</c:v>
                </c:pt>
                <c:pt idx="5993">
                  <c:v>682.05705373347496</c:v>
                </c:pt>
                <c:pt idx="5994">
                  <c:v>680.24056799858397</c:v>
                </c:pt>
                <c:pt idx="5995">
                  <c:v>679.23465167967902</c:v>
                </c:pt>
                <c:pt idx="5996">
                  <c:v>663.08970054782606</c:v>
                </c:pt>
                <c:pt idx="5997">
                  <c:v>660.31886992491604</c:v>
                </c:pt>
                <c:pt idx="5998">
                  <c:v>650.09417471372501</c:v>
                </c:pt>
                <c:pt idx="5999">
                  <c:v>657.77185076410899</c:v>
                </c:pt>
                <c:pt idx="6000">
                  <c:v>649.33335719285299</c:v>
                </c:pt>
                <c:pt idx="6001">
                  <c:v>658.27950310250299</c:v>
                </c:pt>
                <c:pt idx="6002">
                  <c:v>656.93856742334401</c:v>
                </c:pt>
                <c:pt idx="6003">
                  <c:v>664.92972408304001</c:v>
                </c:pt>
                <c:pt idx="6004">
                  <c:v>664.319095006098</c:v>
                </c:pt>
                <c:pt idx="6005">
                  <c:v>659.13939607627401</c:v>
                </c:pt>
                <c:pt idx="6006">
                  <c:v>658.31765355855396</c:v>
                </c:pt>
                <c:pt idx="6007">
                  <c:v>660.90270211441396</c:v>
                </c:pt>
                <c:pt idx="6008">
                  <c:v>673.08273483801997</c:v>
                </c:pt>
                <c:pt idx="6009">
                  <c:v>678.416412200943</c:v>
                </c:pt>
                <c:pt idx="6010">
                  <c:v>683.65942689467204</c:v>
                </c:pt>
                <c:pt idx="6011">
                  <c:v>686.58178886164205</c:v>
                </c:pt>
                <c:pt idx="6012">
                  <c:v>687.85717340572501</c:v>
                </c:pt>
                <c:pt idx="6013">
                  <c:v>689.46728479023795</c:v>
                </c:pt>
                <c:pt idx="6014">
                  <c:v>688.77381782683096</c:v>
                </c:pt>
                <c:pt idx="6015">
                  <c:v>692.20045364211899</c:v>
                </c:pt>
                <c:pt idx="6016">
                  <c:v>691.52182606172596</c:v>
                </c:pt>
                <c:pt idx="6017">
                  <c:v>689.14513501286797</c:v>
                </c:pt>
                <c:pt idx="6018">
                  <c:v>696.82056673387899</c:v>
                </c:pt>
                <c:pt idx="6019">
                  <c:v>697.44392208103204</c:v>
                </c:pt>
                <c:pt idx="6020">
                  <c:v>696.313995710261</c:v>
                </c:pt>
                <c:pt idx="6021">
                  <c:v>701.690221060407</c:v>
                </c:pt>
                <c:pt idx="6022">
                  <c:v>703.31751105101205</c:v>
                </c:pt>
                <c:pt idx="6023">
                  <c:v>701.72689211576198</c:v>
                </c:pt>
                <c:pt idx="6024">
                  <c:v>702.00804636366797</c:v>
                </c:pt>
                <c:pt idx="6025">
                  <c:v>704.95764204705995</c:v>
                </c:pt>
                <c:pt idx="6026">
                  <c:v>703.93475999441296</c:v>
                </c:pt>
                <c:pt idx="6027">
                  <c:v>695.19822653048698</c:v>
                </c:pt>
                <c:pt idx="6028">
                  <c:v>697.78322962454399</c:v>
                </c:pt>
                <c:pt idx="6029">
                  <c:v>705.05623176777499</c:v>
                </c:pt>
                <c:pt idx="6030">
                  <c:v>704.46415267689997</c:v>
                </c:pt>
                <c:pt idx="6031">
                  <c:v>705.71658720276298</c:v>
                </c:pt>
                <c:pt idx="6032">
                  <c:v>701.50745018091402</c:v>
                </c:pt>
                <c:pt idx="6033">
                  <c:v>702.75000842081499</c:v>
                </c:pt>
                <c:pt idx="6034">
                  <c:v>700.52221575189003</c:v>
                </c:pt>
                <c:pt idx="6035">
                  <c:v>701.11876542883897</c:v>
                </c:pt>
                <c:pt idx="6036">
                  <c:v>702.847081932984</c:v>
                </c:pt>
                <c:pt idx="6037">
                  <c:v>703.28603652587105</c:v>
                </c:pt>
                <c:pt idx="6038">
                  <c:v>687.22597367468597</c:v>
                </c:pt>
                <c:pt idx="6039">
                  <c:v>697.09030231383701</c:v>
                </c:pt>
                <c:pt idx="6040">
                  <c:v>677.91341314742294</c:v>
                </c:pt>
                <c:pt idx="6041">
                  <c:v>669.06025713067299</c:v>
                </c:pt>
                <c:pt idx="6042">
                  <c:v>683.87630988191802</c:v>
                </c:pt>
                <c:pt idx="6043">
                  <c:v>677.33769997017498</c:v>
                </c:pt>
                <c:pt idx="6044">
                  <c:v>681.74475000616405</c:v>
                </c:pt>
                <c:pt idx="6045">
                  <c:v>698.67508939587196</c:v>
                </c:pt>
                <c:pt idx="6046">
                  <c:v>698.462329461531</c:v>
                </c:pt>
                <c:pt idx="6047">
                  <c:v>693.45900763954398</c:v>
                </c:pt>
                <c:pt idx="6048">
                  <c:v>698.915267257663</c:v>
                </c:pt>
                <c:pt idx="6049">
                  <c:v>689.52174472794104</c:v>
                </c:pt>
                <c:pt idx="6050">
                  <c:v>685.78515440496903</c:v>
                </c:pt>
                <c:pt idx="6051">
                  <c:v>693.05037735808799</c:v>
                </c:pt>
                <c:pt idx="6052">
                  <c:v>690.43959083028699</c:v>
                </c:pt>
                <c:pt idx="6053">
                  <c:v>679.23908635398402</c:v>
                </c:pt>
                <c:pt idx="6054">
                  <c:v>666.811349847727</c:v>
                </c:pt>
                <c:pt idx="6055">
                  <c:v>680.84804182786797</c:v>
                </c:pt>
                <c:pt idx="6056">
                  <c:v>686.30417391512401</c:v>
                </c:pt>
                <c:pt idx="6057">
                  <c:v>690.62063828828298</c:v>
                </c:pt>
                <c:pt idx="6058">
                  <c:v>698.91908945857699</c:v>
                </c:pt>
                <c:pt idx="6059">
                  <c:v>696.70803120324001</c:v>
                </c:pt>
                <c:pt idx="6060">
                  <c:v>698.21491199027798</c:v>
                </c:pt>
                <c:pt idx="6061">
                  <c:v>696.79134331651096</c:v>
                </c:pt>
                <c:pt idx="6062">
                  <c:v>695.81391123554999</c:v>
                </c:pt>
                <c:pt idx="6063">
                  <c:v>696.26603392167203</c:v>
                </c:pt>
                <c:pt idx="6064">
                  <c:v>705.73000761786795</c:v>
                </c:pt>
                <c:pt idx="6065">
                  <c:v>688.26689022982396</c:v>
                </c:pt>
                <c:pt idx="6066">
                  <c:v>691.99219784068805</c:v>
                </c:pt>
                <c:pt idx="6067">
                  <c:v>689.48898826320794</c:v>
                </c:pt>
                <c:pt idx="6068">
                  <c:v>688.57068400220396</c:v>
                </c:pt>
                <c:pt idx="6069">
                  <c:v>693.97730870938994</c:v>
                </c:pt>
                <c:pt idx="6070">
                  <c:v>696.69188791499198</c:v>
                </c:pt>
                <c:pt idx="6071">
                  <c:v>689.53665227383897</c:v>
                </c:pt>
                <c:pt idx="6072">
                  <c:v>687.14149946524299</c:v>
                </c:pt>
                <c:pt idx="6073">
                  <c:v>670.02314111963597</c:v>
                </c:pt>
                <c:pt idx="6074">
                  <c:v>659.81597446012995</c:v>
                </c:pt>
                <c:pt idx="6075">
                  <c:v>651.41327724057896</c:v>
                </c:pt>
                <c:pt idx="6076">
                  <c:v>638.32312962205197</c:v>
                </c:pt>
                <c:pt idx="6077">
                  <c:v>641.54154555237801</c:v>
                </c:pt>
                <c:pt idx="6078">
                  <c:v>633.047617398385</c:v>
                </c:pt>
                <c:pt idx="6079">
                  <c:v>632.18073007768396</c:v>
                </c:pt>
                <c:pt idx="6080">
                  <c:v>628.051717230093</c:v>
                </c:pt>
                <c:pt idx="6081">
                  <c:v>639.56408507078095</c:v>
                </c:pt>
                <c:pt idx="6082">
                  <c:v>650.83964520526899</c:v>
                </c:pt>
                <c:pt idx="6083">
                  <c:v>659.11214265623903</c:v>
                </c:pt>
                <c:pt idx="6084">
                  <c:v>671.71875166051598</c:v>
                </c:pt>
                <c:pt idx="6085">
                  <c:v>656.64843512125697</c:v>
                </c:pt>
                <c:pt idx="6086">
                  <c:v>657.63709183752997</c:v>
                </c:pt>
                <c:pt idx="6087">
                  <c:v>654.99636607909395</c:v>
                </c:pt>
                <c:pt idx="6088">
                  <c:v>661.68612925583204</c:v>
                </c:pt>
                <c:pt idx="6089">
                  <c:v>674.79416671719196</c:v>
                </c:pt>
                <c:pt idx="6090">
                  <c:v>664.12346724618101</c:v>
                </c:pt>
                <c:pt idx="6091">
                  <c:v>649.01176439944197</c:v>
                </c:pt>
                <c:pt idx="6092">
                  <c:v>644.32165970708002</c:v>
                </c:pt>
                <c:pt idx="6093">
                  <c:v>655.06934885638304</c:v>
                </c:pt>
                <c:pt idx="6094">
                  <c:v>657.48854923671399</c:v>
                </c:pt>
                <c:pt idx="6095">
                  <c:v>638.28466186146898</c:v>
                </c:pt>
                <c:pt idx="6096">
                  <c:v>633.07906190818301</c:v>
                </c:pt>
                <c:pt idx="6097">
                  <c:v>626.11324565877203</c:v>
                </c:pt>
                <c:pt idx="6098">
                  <c:v>613.69176386248796</c:v>
                </c:pt>
                <c:pt idx="6099">
                  <c:v>624.18832570776397</c:v>
                </c:pt>
                <c:pt idx="6100">
                  <c:v>640.06086688554296</c:v>
                </c:pt>
                <c:pt idx="6101">
                  <c:v>637.57287752072796</c:v>
                </c:pt>
                <c:pt idx="6102">
                  <c:v>622.98124236966396</c:v>
                </c:pt>
                <c:pt idx="6103">
                  <c:v>636.85785530010196</c:v>
                </c:pt>
                <c:pt idx="6104">
                  <c:v>633.48652196775595</c:v>
                </c:pt>
                <c:pt idx="6105">
                  <c:v>622.24179575865799</c:v>
                </c:pt>
                <c:pt idx="6106">
                  <c:v>596.01789867155003</c:v>
                </c:pt>
                <c:pt idx="6107">
                  <c:v>596.21547836172397</c:v>
                </c:pt>
                <c:pt idx="6108">
                  <c:v>618.62121385562705</c:v>
                </c:pt>
                <c:pt idx="6109">
                  <c:v>615.96150142522799</c:v>
                </c:pt>
                <c:pt idx="6110">
                  <c:v>608.86361162001901</c:v>
                </c:pt>
                <c:pt idx="6111">
                  <c:v>603.42654518300105</c:v>
                </c:pt>
                <c:pt idx="6112">
                  <c:v>614.02827035375003</c:v>
                </c:pt>
                <c:pt idx="6113">
                  <c:v>633.15677241062303</c:v>
                </c:pt>
                <c:pt idx="6114">
                  <c:v>641.14002128754305</c:v>
                </c:pt>
                <c:pt idx="6115">
                  <c:v>648.88888514981898</c:v>
                </c:pt>
                <c:pt idx="6116">
                  <c:v>652.92990200313</c:v>
                </c:pt>
                <c:pt idx="6117">
                  <c:v>657.61981798668796</c:v>
                </c:pt>
                <c:pt idx="6118">
                  <c:v>651.49379279752895</c:v>
                </c:pt>
                <c:pt idx="6119">
                  <c:v>661.56277980592301</c:v>
                </c:pt>
                <c:pt idx="6120">
                  <c:v>667.05264639265499</c:v>
                </c:pt>
                <c:pt idx="6121">
                  <c:v>666.53587597943897</c:v>
                </c:pt>
                <c:pt idx="6122">
                  <c:v>669.79816424300202</c:v>
                </c:pt>
                <c:pt idx="6123">
                  <c:v>667.86253288706803</c:v>
                </c:pt>
                <c:pt idx="6124">
                  <c:v>657.29515389282199</c:v>
                </c:pt>
                <c:pt idx="6125">
                  <c:v>659.67976388751299</c:v>
                </c:pt>
                <c:pt idx="6126">
                  <c:v>660.66095187868802</c:v>
                </c:pt>
                <c:pt idx="6127">
                  <c:v>654.82788624845102</c:v>
                </c:pt>
                <c:pt idx="6128">
                  <c:v>654.30347920771305</c:v>
                </c:pt>
                <c:pt idx="6129">
                  <c:v>658.79829927139497</c:v>
                </c:pt>
                <c:pt idx="6130">
                  <c:v>661.15950813154097</c:v>
                </c:pt>
                <c:pt idx="6131">
                  <c:v>648.55175044363</c:v>
                </c:pt>
                <c:pt idx="6132">
                  <c:v>646.99837954792099</c:v>
                </c:pt>
                <c:pt idx="6133">
                  <c:v>651.28038364633198</c:v>
                </c:pt>
                <c:pt idx="6134">
                  <c:v>645.90241944539105</c:v>
                </c:pt>
                <c:pt idx="6135">
                  <c:v>647.24522952019095</c:v>
                </c:pt>
                <c:pt idx="6136">
                  <c:v>653.31614306555605</c:v>
                </c:pt>
                <c:pt idx="6137">
                  <c:v>656.64987778933403</c:v>
                </c:pt>
                <c:pt idx="6138">
                  <c:v>644.55544044163503</c:v>
                </c:pt>
                <c:pt idx="6139">
                  <c:v>624.90130509104802</c:v>
                </c:pt>
                <c:pt idx="6140">
                  <c:v>625.97587755432505</c:v>
                </c:pt>
                <c:pt idx="6141">
                  <c:v>614.25186620484601</c:v>
                </c:pt>
                <c:pt idx="6142">
                  <c:v>612.68297097627703</c:v>
                </c:pt>
                <c:pt idx="6143">
                  <c:v>625.75219540659396</c:v>
                </c:pt>
                <c:pt idx="6144">
                  <c:v>603.50258052113202</c:v>
                </c:pt>
                <c:pt idx="6145">
                  <c:v>604.58092258561601</c:v>
                </c:pt>
                <c:pt idx="6146">
                  <c:v>609.68942980571001</c:v>
                </c:pt>
                <c:pt idx="6147">
                  <c:v>627.71154952114603</c:v>
                </c:pt>
                <c:pt idx="6148">
                  <c:v>609.32648606208602</c:v>
                </c:pt>
                <c:pt idx="6149">
                  <c:v>610.13244962013198</c:v>
                </c:pt>
                <c:pt idx="6150">
                  <c:v>588.07198872521496</c:v>
                </c:pt>
                <c:pt idx="6151">
                  <c:v>589.908408815646</c:v>
                </c:pt>
                <c:pt idx="6152">
                  <c:v>586.80411206925601</c:v>
                </c:pt>
                <c:pt idx="6153">
                  <c:v>584.44879663142797</c:v>
                </c:pt>
                <c:pt idx="6154">
                  <c:v>597.38987839249205</c:v>
                </c:pt>
                <c:pt idx="6155">
                  <c:v>597.81934336370102</c:v>
                </c:pt>
                <c:pt idx="6156">
                  <c:v>606.78411251217096</c:v>
                </c:pt>
                <c:pt idx="6157">
                  <c:v>581.94101891077798</c:v>
                </c:pt>
                <c:pt idx="6158">
                  <c:v>578.48418212445199</c:v>
                </c:pt>
                <c:pt idx="6159">
                  <c:v>578.27302898701305</c:v>
                </c:pt>
                <c:pt idx="6160">
                  <c:v>590.527255059602</c:v>
                </c:pt>
                <c:pt idx="6161">
                  <c:v>587.69618310550595</c:v>
                </c:pt>
                <c:pt idx="6162">
                  <c:v>593.48564907468199</c:v>
                </c:pt>
                <c:pt idx="6163">
                  <c:v>603.96914450392001</c:v>
                </c:pt>
                <c:pt idx="6164">
                  <c:v>616.22465930443605</c:v>
                </c:pt>
                <c:pt idx="6165">
                  <c:v>610.75210095081502</c:v>
                </c:pt>
                <c:pt idx="6166">
                  <c:v>607.82770534834799</c:v>
                </c:pt>
                <c:pt idx="6167">
                  <c:v>616.76657666701794</c:v>
                </c:pt>
                <c:pt idx="6168">
                  <c:v>610.58255773222004</c:v>
                </c:pt>
                <c:pt idx="6169">
                  <c:v>612.44697056412394</c:v>
                </c:pt>
                <c:pt idx="6170">
                  <c:v>620.255569137473</c:v>
                </c:pt>
                <c:pt idx="6171">
                  <c:v>614.34082470177805</c:v>
                </c:pt>
                <c:pt idx="6172">
                  <c:v>600.934697268018</c:v>
                </c:pt>
                <c:pt idx="6173">
                  <c:v>586.48590193895905</c:v>
                </c:pt>
                <c:pt idx="6174">
                  <c:v>563.71645203460503</c:v>
                </c:pt>
                <c:pt idx="6175">
                  <c:v>560.89568866606101</c:v>
                </c:pt>
                <c:pt idx="6176">
                  <c:v>565.01431148735696</c:v>
                </c:pt>
                <c:pt idx="6177">
                  <c:v>547.77193885799102</c:v>
                </c:pt>
                <c:pt idx="6178">
                  <c:v>542.78781774263098</c:v>
                </c:pt>
                <c:pt idx="6179">
                  <c:v>560.86192312618095</c:v>
                </c:pt>
                <c:pt idx="6180">
                  <c:v>558.093685337333</c:v>
                </c:pt>
                <c:pt idx="6181">
                  <c:v>558.22021683670005</c:v>
                </c:pt>
                <c:pt idx="6182">
                  <c:v>574.36016445440202</c:v>
                </c:pt>
                <c:pt idx="6183">
                  <c:v>574.92772241248497</c:v>
                </c:pt>
                <c:pt idx="6184">
                  <c:v>568.90973752783395</c:v>
                </c:pt>
                <c:pt idx="6185">
                  <c:v>565.08726516667195</c:v>
                </c:pt>
                <c:pt idx="6186">
                  <c:v>559.80686127500496</c:v>
                </c:pt>
                <c:pt idx="6187">
                  <c:v>564.58451383461602</c:v>
                </c:pt>
                <c:pt idx="6188">
                  <c:v>561.16322432452</c:v>
                </c:pt>
                <c:pt idx="6189">
                  <c:v>562.024409506707</c:v>
                </c:pt>
                <c:pt idx="6190">
                  <c:v>571.46913936519297</c:v>
                </c:pt>
                <c:pt idx="6191">
                  <c:v>572.21622414648596</c:v>
                </c:pt>
                <c:pt idx="6192">
                  <c:v>565.93710589788896</c:v>
                </c:pt>
                <c:pt idx="6193">
                  <c:v>560.399317180617</c:v>
                </c:pt>
                <c:pt idx="6194">
                  <c:v>555.94125464119702</c:v>
                </c:pt>
                <c:pt idx="6195">
                  <c:v>551.51953012225397</c:v>
                </c:pt>
                <c:pt idx="6196">
                  <c:v>563.27529197133504</c:v>
                </c:pt>
                <c:pt idx="6197">
                  <c:v>559.64678160414303</c:v>
                </c:pt>
                <c:pt idx="6198">
                  <c:v>576.00169217853397</c:v>
                </c:pt>
                <c:pt idx="6199">
                  <c:v>576.48092827516996</c:v>
                </c:pt>
                <c:pt idx="6200">
                  <c:v>578.54337304267801</c:v>
                </c:pt>
                <c:pt idx="6201">
                  <c:v>572.74698303472405</c:v>
                </c:pt>
                <c:pt idx="6202">
                  <c:v>578.05345689277794</c:v>
                </c:pt>
                <c:pt idx="6203">
                  <c:v>572.76238496085205</c:v>
                </c:pt>
                <c:pt idx="6204">
                  <c:v>587.05077848997098</c:v>
                </c:pt>
                <c:pt idx="6205">
                  <c:v>594.22283290826999</c:v>
                </c:pt>
                <c:pt idx="6206">
                  <c:v>602.42548093204005</c:v>
                </c:pt>
                <c:pt idx="6207">
                  <c:v>598.42899775359501</c:v>
                </c:pt>
                <c:pt idx="6208">
                  <c:v>595.06109034401504</c:v>
                </c:pt>
                <c:pt idx="6209">
                  <c:v>599.53805996575704</c:v>
                </c:pt>
                <c:pt idx="6210">
                  <c:v>594.75046654734001</c:v>
                </c:pt>
                <c:pt idx="6211">
                  <c:v>597.02985745196895</c:v>
                </c:pt>
                <c:pt idx="6212">
                  <c:v>595.97552874058704</c:v>
                </c:pt>
                <c:pt idx="6213">
                  <c:v>597.17139913987296</c:v>
                </c:pt>
                <c:pt idx="6214">
                  <c:v>606.582087529982</c:v>
                </c:pt>
                <c:pt idx="6215">
                  <c:v>609.59419557303295</c:v>
                </c:pt>
                <c:pt idx="6216">
                  <c:v>620.20995598474997</c:v>
                </c:pt>
                <c:pt idx="6217">
                  <c:v>620.60470117276304</c:v>
                </c:pt>
                <c:pt idx="6218">
                  <c:v>621.75653939691995</c:v>
                </c:pt>
                <c:pt idx="6219">
                  <c:v>618.22694241606996</c:v>
                </c:pt>
                <c:pt idx="6220">
                  <c:v>622.11453373967504</c:v>
                </c:pt>
                <c:pt idx="6221">
                  <c:v>615.14773005036704</c:v>
                </c:pt>
                <c:pt idx="6222">
                  <c:v>604.76197734613197</c:v>
                </c:pt>
                <c:pt idx="6223">
                  <c:v>605.65597334751703</c:v>
                </c:pt>
                <c:pt idx="6224">
                  <c:v>608.06021811394999</c:v>
                </c:pt>
                <c:pt idx="6225">
                  <c:v>616.520331425824</c:v>
                </c:pt>
                <c:pt idx="6226">
                  <c:v>597.756171233072</c:v>
                </c:pt>
                <c:pt idx="6227">
                  <c:v>596.19842001760003</c:v>
                </c:pt>
                <c:pt idx="6228">
                  <c:v>588.63335536042905</c:v>
                </c:pt>
                <c:pt idx="6229">
                  <c:v>582.89551110384798</c:v>
                </c:pt>
                <c:pt idx="6230">
                  <c:v>583.03592409281896</c:v>
                </c:pt>
                <c:pt idx="6231">
                  <c:v>578.63192595647797</c:v>
                </c:pt>
                <c:pt idx="6232">
                  <c:v>576.32184727083995</c:v>
                </c:pt>
                <c:pt idx="6233">
                  <c:v>584.18909900282597</c:v>
                </c:pt>
                <c:pt idx="6234">
                  <c:v>588.39947073685505</c:v>
                </c:pt>
                <c:pt idx="6235">
                  <c:v>596.21856564553195</c:v>
                </c:pt>
                <c:pt idx="6236">
                  <c:v>601.32289479881899</c:v>
                </c:pt>
                <c:pt idx="6237">
                  <c:v>578.21897213808904</c:v>
                </c:pt>
                <c:pt idx="6238">
                  <c:v>580.43354200393901</c:v>
                </c:pt>
                <c:pt idx="6239">
                  <c:v>575.50146871034201</c:v>
                </c:pt>
                <c:pt idx="6240">
                  <c:v>572.28464957646202</c:v>
                </c:pt>
                <c:pt idx="6241">
                  <c:v>573.85145218502805</c:v>
                </c:pt>
                <c:pt idx="6242">
                  <c:v>569.71840337126002</c:v>
                </c:pt>
                <c:pt idx="6243">
                  <c:v>561.85816108455504</c:v>
                </c:pt>
                <c:pt idx="6244">
                  <c:v>562.63832283010095</c:v>
                </c:pt>
                <c:pt idx="6245">
                  <c:v>547.322966013523</c:v>
                </c:pt>
                <c:pt idx="6246">
                  <c:v>539.508589192469</c:v>
                </c:pt>
                <c:pt idx="6247">
                  <c:v>540.18623519457299</c:v>
                </c:pt>
                <c:pt idx="6248">
                  <c:v>554.07552983496703</c:v>
                </c:pt>
                <c:pt idx="6249">
                  <c:v>547.96561343796304</c:v>
                </c:pt>
                <c:pt idx="6250">
                  <c:v>541.24896569069404</c:v>
                </c:pt>
                <c:pt idx="6251">
                  <c:v>558.55335986150897</c:v>
                </c:pt>
                <c:pt idx="6252">
                  <c:v>572.99840177839997</c:v>
                </c:pt>
                <c:pt idx="6253">
                  <c:v>574.86704361348802</c:v>
                </c:pt>
                <c:pt idx="6254">
                  <c:v>572.71855676012206</c:v>
                </c:pt>
                <c:pt idx="6255">
                  <c:v>563.63392596342101</c:v>
                </c:pt>
                <c:pt idx="6256">
                  <c:v>559.71409478838905</c:v>
                </c:pt>
                <c:pt idx="6257">
                  <c:v>559.74203307869004</c:v>
                </c:pt>
                <c:pt idx="6258">
                  <c:v>557.99176574070202</c:v>
                </c:pt>
                <c:pt idx="6259">
                  <c:v>574.390549640367</c:v>
                </c:pt>
                <c:pt idx="6260">
                  <c:v>561.97443261232797</c:v>
                </c:pt>
                <c:pt idx="6261">
                  <c:v>570.33411991615299</c:v>
                </c:pt>
                <c:pt idx="6262">
                  <c:v>576.17795494440395</c:v>
                </c:pt>
                <c:pt idx="6263">
                  <c:v>577.91040907653996</c:v>
                </c:pt>
                <c:pt idx="6264">
                  <c:v>575.53452221682198</c:v>
                </c:pt>
                <c:pt idx="6265">
                  <c:v>589.82406954492899</c:v>
                </c:pt>
                <c:pt idx="6266">
                  <c:v>597.80608952653097</c:v>
                </c:pt>
                <c:pt idx="6267">
                  <c:v>599.82785762367303</c:v>
                </c:pt>
                <c:pt idx="6268">
                  <c:v>604.95296621057503</c:v>
                </c:pt>
                <c:pt idx="6269">
                  <c:v>606.13452732347196</c:v>
                </c:pt>
                <c:pt idx="6270">
                  <c:v>615.99981767905194</c:v>
                </c:pt>
                <c:pt idx="6271">
                  <c:v>615.00908829738796</c:v>
                </c:pt>
                <c:pt idx="6272">
                  <c:v>615.62415888422595</c:v>
                </c:pt>
                <c:pt idx="6273">
                  <c:v>605.72386424757997</c:v>
                </c:pt>
                <c:pt idx="6274">
                  <c:v>609.60231496664903</c:v>
                </c:pt>
                <c:pt idx="6275">
                  <c:v>611.67958213225904</c:v>
                </c:pt>
                <c:pt idx="6276">
                  <c:v>617.27275195339405</c:v>
                </c:pt>
                <c:pt idx="6277">
                  <c:v>620.97579465192905</c:v>
                </c:pt>
                <c:pt idx="6278">
                  <c:v>605.77455436461003</c:v>
                </c:pt>
                <c:pt idx="6279">
                  <c:v>619.019173793714</c:v>
                </c:pt>
                <c:pt idx="6280">
                  <c:v>616.81669591836805</c:v>
                </c:pt>
                <c:pt idx="6281">
                  <c:v>615.74096979885906</c:v>
                </c:pt>
                <c:pt idx="6282">
                  <c:v>617.51278273744504</c:v>
                </c:pt>
                <c:pt idx="6283">
                  <c:v>614.33408981441403</c:v>
                </c:pt>
                <c:pt idx="6284">
                  <c:v>616.22434577356205</c:v>
                </c:pt>
                <c:pt idx="6285">
                  <c:v>619.88228185781395</c:v>
                </c:pt>
                <c:pt idx="6286">
                  <c:v>618.67025778058303</c:v>
                </c:pt>
                <c:pt idx="6287">
                  <c:v>628.92072736777402</c:v>
                </c:pt>
                <c:pt idx="6288">
                  <c:v>628.03756939695995</c:v>
                </c:pt>
                <c:pt idx="6289">
                  <c:v>630.13032495501795</c:v>
                </c:pt>
                <c:pt idx="6290">
                  <c:v>621.43657460140798</c:v>
                </c:pt>
                <c:pt idx="6291">
                  <c:v>622.97474398748795</c:v>
                </c:pt>
                <c:pt idx="6292">
                  <c:v>632.88305369954003</c:v>
                </c:pt>
                <c:pt idx="6293">
                  <c:v>629.16132995944804</c:v>
                </c:pt>
                <c:pt idx="6294">
                  <c:v>629.26660646788798</c:v>
                </c:pt>
                <c:pt idx="6295">
                  <c:v>619.403738207635</c:v>
                </c:pt>
                <c:pt idx="6296">
                  <c:v>612.28289921953694</c:v>
                </c:pt>
                <c:pt idx="6297">
                  <c:v>613.43032555182401</c:v>
                </c:pt>
                <c:pt idx="6298">
                  <c:v>615.139789137599</c:v>
                </c:pt>
                <c:pt idx="6299">
                  <c:v>606.35501739496306</c:v>
                </c:pt>
                <c:pt idx="6300">
                  <c:v>615.91998825433097</c:v>
                </c:pt>
                <c:pt idx="6301">
                  <c:v>616.39507119401503</c:v>
                </c:pt>
                <c:pt idx="6302">
                  <c:v>614.96432619325105</c:v>
                </c:pt>
                <c:pt idx="6303">
                  <c:v>606.09305100394204</c:v>
                </c:pt>
                <c:pt idx="6304">
                  <c:v>599.932337828551</c:v>
                </c:pt>
                <c:pt idx="6305">
                  <c:v>599.32922363898103</c:v>
                </c:pt>
                <c:pt idx="6306">
                  <c:v>601.72512041702998</c:v>
                </c:pt>
                <c:pt idx="6307">
                  <c:v>610.44388285814296</c:v>
                </c:pt>
                <c:pt idx="6308">
                  <c:v>603.92810425342202</c:v>
                </c:pt>
                <c:pt idx="6309">
                  <c:v>612.09701306221802</c:v>
                </c:pt>
                <c:pt idx="6310">
                  <c:v>614.10327687715596</c:v>
                </c:pt>
                <c:pt idx="6311">
                  <c:v>606.78220881368895</c:v>
                </c:pt>
                <c:pt idx="6312">
                  <c:v>610.68544008731396</c:v>
                </c:pt>
                <c:pt idx="6313">
                  <c:v>610.65893452248497</c:v>
                </c:pt>
                <c:pt idx="6314">
                  <c:v>601.21284446007803</c:v>
                </c:pt>
                <c:pt idx="6315">
                  <c:v>600.39887537822801</c:v>
                </c:pt>
                <c:pt idx="6316">
                  <c:v>599.23794222024503</c:v>
                </c:pt>
                <c:pt idx="6317">
                  <c:v>609.69069947341802</c:v>
                </c:pt>
                <c:pt idx="6318">
                  <c:v>603.04028335906605</c:v>
                </c:pt>
                <c:pt idx="6319">
                  <c:v>603.98941353127702</c:v>
                </c:pt>
                <c:pt idx="6320">
                  <c:v>607.92949709332299</c:v>
                </c:pt>
                <c:pt idx="6321">
                  <c:v>609.47934470725102</c:v>
                </c:pt>
                <c:pt idx="6322">
                  <c:v>609.89987837907904</c:v>
                </c:pt>
                <c:pt idx="6323">
                  <c:v>607.99819566300903</c:v>
                </c:pt>
                <c:pt idx="6324">
                  <c:v>596.76000858031296</c:v>
                </c:pt>
                <c:pt idx="6325">
                  <c:v>597.74519682913694</c:v>
                </c:pt>
                <c:pt idx="6326">
                  <c:v>603.115162571018</c:v>
                </c:pt>
                <c:pt idx="6327">
                  <c:v>603.27153481235598</c:v>
                </c:pt>
                <c:pt idx="6328">
                  <c:v>603.96673069236601</c:v>
                </c:pt>
                <c:pt idx="6329">
                  <c:v>604.93103655962204</c:v>
                </c:pt>
                <c:pt idx="6330">
                  <c:v>612.09505808738902</c:v>
                </c:pt>
                <c:pt idx="6331">
                  <c:v>605.00305247837605</c:v>
                </c:pt>
                <c:pt idx="6332">
                  <c:v>599.59649425112104</c:v>
                </c:pt>
                <c:pt idx="6333">
                  <c:v>607.10271245870001</c:v>
                </c:pt>
                <c:pt idx="6334">
                  <c:v>602.86781287601195</c:v>
                </c:pt>
                <c:pt idx="6335">
                  <c:v>592.88073763884097</c:v>
                </c:pt>
                <c:pt idx="6336">
                  <c:v>590.32497434682296</c:v>
                </c:pt>
                <c:pt idx="6337">
                  <c:v>590.73580131420101</c:v>
                </c:pt>
                <c:pt idx="6338">
                  <c:v>598.12287654500096</c:v>
                </c:pt>
                <c:pt idx="6339">
                  <c:v>594.47562180875605</c:v>
                </c:pt>
                <c:pt idx="6340">
                  <c:v>592.88126596040297</c:v>
                </c:pt>
                <c:pt idx="6341">
                  <c:v>605.22656694494299</c:v>
                </c:pt>
                <c:pt idx="6342">
                  <c:v>606.73896589607295</c:v>
                </c:pt>
                <c:pt idx="6343">
                  <c:v>604.21630574706398</c:v>
                </c:pt>
                <c:pt idx="6344">
                  <c:v>599.84077948186302</c:v>
                </c:pt>
                <c:pt idx="6345">
                  <c:v>594.49061011014101</c:v>
                </c:pt>
                <c:pt idx="6346">
                  <c:v>591.59532599681199</c:v>
                </c:pt>
                <c:pt idx="6347">
                  <c:v>587.05175216002101</c:v>
                </c:pt>
                <c:pt idx="6348">
                  <c:v>585.03641990746598</c:v>
                </c:pt>
                <c:pt idx="6349">
                  <c:v>587.86055120971901</c:v>
                </c:pt>
                <c:pt idx="6350">
                  <c:v>585.05980743200496</c:v>
                </c:pt>
                <c:pt idx="6351">
                  <c:v>584.90286427735305</c:v>
                </c:pt>
                <c:pt idx="6352">
                  <c:v>578.40036091395405</c:v>
                </c:pt>
                <c:pt idx="6353">
                  <c:v>580.15250452305202</c:v>
                </c:pt>
                <c:pt idx="6354">
                  <c:v>584.05379662718406</c:v>
                </c:pt>
                <c:pt idx="6355">
                  <c:v>588.73539769071397</c:v>
                </c:pt>
                <c:pt idx="6356">
                  <c:v>591.40626351248704</c:v>
                </c:pt>
                <c:pt idx="6357">
                  <c:v>582.79651157319404</c:v>
                </c:pt>
                <c:pt idx="6358">
                  <c:v>579.896277784527</c:v>
                </c:pt>
                <c:pt idx="6359">
                  <c:v>572.63649800860401</c:v>
                </c:pt>
                <c:pt idx="6360">
                  <c:v>567.32168998804104</c:v>
                </c:pt>
                <c:pt idx="6361">
                  <c:v>565.84017181736897</c:v>
                </c:pt>
                <c:pt idx="6362">
                  <c:v>570.33812631818205</c:v>
                </c:pt>
                <c:pt idx="6363">
                  <c:v>560.33127009115503</c:v>
                </c:pt>
                <c:pt idx="6364">
                  <c:v>564.98985603044002</c:v>
                </c:pt>
                <c:pt idx="6365">
                  <c:v>557.50661298999398</c:v>
                </c:pt>
                <c:pt idx="6366">
                  <c:v>567.33249669406302</c:v>
                </c:pt>
                <c:pt idx="6367">
                  <c:v>574.92794854604495</c:v>
                </c:pt>
                <c:pt idx="6368">
                  <c:v>565.40153757070095</c:v>
                </c:pt>
                <c:pt idx="6369">
                  <c:v>562.51223546494703</c:v>
                </c:pt>
                <c:pt idx="6370">
                  <c:v>567.21856729584601</c:v>
                </c:pt>
                <c:pt idx="6371">
                  <c:v>573.06392101572396</c:v>
                </c:pt>
                <c:pt idx="6372">
                  <c:v>576.003609460642</c:v>
                </c:pt>
                <c:pt idx="6373">
                  <c:v>580.61448550134105</c:v>
                </c:pt>
                <c:pt idx="6374">
                  <c:v>582.89190172410395</c:v>
                </c:pt>
                <c:pt idx="6375">
                  <c:v>587.52558477597495</c:v>
                </c:pt>
                <c:pt idx="6376">
                  <c:v>600.22458998925697</c:v>
                </c:pt>
                <c:pt idx="6377">
                  <c:v>593.77516550416101</c:v>
                </c:pt>
                <c:pt idx="6378">
                  <c:v>600.95296430296503</c:v>
                </c:pt>
                <c:pt idx="6379">
                  <c:v>599.57296165082698</c:v>
                </c:pt>
                <c:pt idx="6380">
                  <c:v>601.75200553309901</c:v>
                </c:pt>
                <c:pt idx="6381">
                  <c:v>604.11321490531805</c:v>
                </c:pt>
                <c:pt idx="6382">
                  <c:v>605.45913117300904</c:v>
                </c:pt>
                <c:pt idx="6383">
                  <c:v>609.46074369020403</c:v>
                </c:pt>
                <c:pt idx="6384">
                  <c:v>607.65991699391998</c:v>
                </c:pt>
                <c:pt idx="6385">
                  <c:v>606.59007884878099</c:v>
                </c:pt>
                <c:pt idx="6386">
                  <c:v>607.56557977445595</c:v>
                </c:pt>
                <c:pt idx="6387">
                  <c:v>605.26971969940098</c:v>
                </c:pt>
                <c:pt idx="6388">
                  <c:v>604.88060417489396</c:v>
                </c:pt>
                <c:pt idx="6389">
                  <c:v>605.04606299246097</c:v>
                </c:pt>
                <c:pt idx="6390">
                  <c:v>609.12564748304999</c:v>
                </c:pt>
                <c:pt idx="6391">
                  <c:v>604.333705967323</c:v>
                </c:pt>
                <c:pt idx="6392">
                  <c:v>594.217091070724</c:v>
                </c:pt>
                <c:pt idx="6393">
                  <c:v>600.20528560057699</c:v>
                </c:pt>
                <c:pt idx="6394">
                  <c:v>604.25173463050101</c:v>
                </c:pt>
                <c:pt idx="6395">
                  <c:v>604.88498969902105</c:v>
                </c:pt>
                <c:pt idx="6396">
                  <c:v>594.31077415687503</c:v>
                </c:pt>
                <c:pt idx="6397">
                  <c:v>591.06734336439695</c:v>
                </c:pt>
                <c:pt idx="6398">
                  <c:v>585.796547588056</c:v>
                </c:pt>
                <c:pt idx="6399">
                  <c:v>595.58213851602397</c:v>
                </c:pt>
                <c:pt idx="6400">
                  <c:v>596.48719835741497</c:v>
                </c:pt>
                <c:pt idx="6401">
                  <c:v>595.57564707081201</c:v>
                </c:pt>
                <c:pt idx="6402">
                  <c:v>594.94536692682902</c:v>
                </c:pt>
                <c:pt idx="6403">
                  <c:v>591.72329887791795</c:v>
                </c:pt>
                <c:pt idx="6404">
                  <c:v>592.45607845533505</c:v>
                </c:pt>
                <c:pt idx="6405">
                  <c:v>592.35725342279795</c:v>
                </c:pt>
                <c:pt idx="6406">
                  <c:v>584.06110574849299</c:v>
                </c:pt>
                <c:pt idx="6407">
                  <c:v>588.69327149101798</c:v>
                </c:pt>
                <c:pt idx="6408">
                  <c:v>588.59905537295504</c:v>
                </c:pt>
                <c:pt idx="6409">
                  <c:v>591.37826566263595</c:v>
                </c:pt>
                <c:pt idx="6410">
                  <c:v>587.986134364789</c:v>
                </c:pt>
                <c:pt idx="6411">
                  <c:v>584.36668904326996</c:v>
                </c:pt>
                <c:pt idx="6412">
                  <c:v>583.139092528486</c:v>
                </c:pt>
                <c:pt idx="6413">
                  <c:v>577.64658111956101</c:v>
                </c:pt>
                <c:pt idx="6414">
                  <c:v>575.49699605047499</c:v>
                </c:pt>
                <c:pt idx="6415">
                  <c:v>572.47170016636505</c:v>
                </c:pt>
                <c:pt idx="6416">
                  <c:v>569.65463537852202</c:v>
                </c:pt>
                <c:pt idx="6417">
                  <c:v>573.90603784556299</c:v>
                </c:pt>
                <c:pt idx="6418">
                  <c:v>585.321793854764</c:v>
                </c:pt>
                <c:pt idx="6419">
                  <c:v>585.57909772333596</c:v>
                </c:pt>
                <c:pt idx="6420">
                  <c:v>584.38128335202396</c:v>
                </c:pt>
                <c:pt idx="6421">
                  <c:v>588.03778238873701</c:v>
                </c:pt>
                <c:pt idx="6422">
                  <c:v>591.20595211934994</c:v>
                </c:pt>
                <c:pt idx="6423">
                  <c:v>590.65295787501304</c:v>
                </c:pt>
                <c:pt idx="6424">
                  <c:v>589.94222166280201</c:v>
                </c:pt>
                <c:pt idx="6425">
                  <c:v>593.32988689885599</c:v>
                </c:pt>
                <c:pt idx="6426">
                  <c:v>587.16242810682297</c:v>
                </c:pt>
                <c:pt idx="6427">
                  <c:v>594.47030875592202</c:v>
                </c:pt>
                <c:pt idx="6428">
                  <c:v>593.65900784461098</c:v>
                </c:pt>
                <c:pt idx="6429">
                  <c:v>588.61452013363999</c:v>
                </c:pt>
                <c:pt idx="6430">
                  <c:v>592.18191724694395</c:v>
                </c:pt>
                <c:pt idx="6431">
                  <c:v>592.17099806518502</c:v>
                </c:pt>
                <c:pt idx="6432">
                  <c:v>589.12243942642101</c:v>
                </c:pt>
                <c:pt idx="6433">
                  <c:v>590.70566026448603</c:v>
                </c:pt>
                <c:pt idx="6434">
                  <c:v>592.97752038173803</c:v>
                </c:pt>
                <c:pt idx="6435">
                  <c:v>591.79825835961697</c:v>
                </c:pt>
                <c:pt idx="6436">
                  <c:v>597.05570568414601</c:v>
                </c:pt>
                <c:pt idx="6437">
                  <c:v>602.83879076614596</c:v>
                </c:pt>
                <c:pt idx="6438">
                  <c:v>602.16758123423597</c:v>
                </c:pt>
                <c:pt idx="6439">
                  <c:v>600.62670269066803</c:v>
                </c:pt>
                <c:pt idx="6440">
                  <c:v>592.96113629840795</c:v>
                </c:pt>
                <c:pt idx="6441">
                  <c:v>591.94418488644703</c:v>
                </c:pt>
                <c:pt idx="6442">
                  <c:v>595.77326870357695</c:v>
                </c:pt>
                <c:pt idx="6443">
                  <c:v>599.83020153719394</c:v>
                </c:pt>
                <c:pt idx="6444">
                  <c:v>599.953572205098</c:v>
                </c:pt>
                <c:pt idx="6445">
                  <c:v>597.07522808469503</c:v>
                </c:pt>
                <c:pt idx="6446">
                  <c:v>595.52703807142495</c:v>
                </c:pt>
                <c:pt idx="6447">
                  <c:v>596.47408203146597</c:v>
                </c:pt>
                <c:pt idx="6448">
                  <c:v>599.39000792801096</c:v>
                </c:pt>
                <c:pt idx="6449">
                  <c:v>601.29841267655502</c:v>
                </c:pt>
                <c:pt idx="6450">
                  <c:v>609.018665937018</c:v>
                </c:pt>
                <c:pt idx="6451">
                  <c:v>611.68885207952599</c:v>
                </c:pt>
                <c:pt idx="6452">
                  <c:v>613.33165302575196</c:v>
                </c:pt>
                <c:pt idx="6453">
                  <c:v>613.43518272000699</c:v>
                </c:pt>
                <c:pt idx="6454">
                  <c:v>611.58958662548798</c:v>
                </c:pt>
                <c:pt idx="6455">
                  <c:v>608.51417655495004</c:v>
                </c:pt>
                <c:pt idx="6456">
                  <c:v>609.89326423652301</c:v>
                </c:pt>
                <c:pt idx="6457">
                  <c:v>613.21392129518597</c:v>
                </c:pt>
                <c:pt idx="6458">
                  <c:v>612.17631398255298</c:v>
                </c:pt>
                <c:pt idx="6459">
                  <c:v>610.56059710493196</c:v>
                </c:pt>
                <c:pt idx="6460">
                  <c:v>610.36296274647395</c:v>
                </c:pt>
                <c:pt idx="6461">
                  <c:v>608.17779780901299</c:v>
                </c:pt>
                <c:pt idx="6462">
                  <c:v>613.71731518311901</c:v>
                </c:pt>
                <c:pt idx="6463">
                  <c:v>621.08684330927804</c:v>
                </c:pt>
                <c:pt idx="6464">
                  <c:v>624.36265901635295</c:v>
                </c:pt>
                <c:pt idx="6465">
                  <c:v>624.03289271344397</c:v>
                </c:pt>
                <c:pt idx="6466">
                  <c:v>630.23755166573005</c:v>
                </c:pt>
                <c:pt idx="6467">
                  <c:v>631.69617484125899</c:v>
                </c:pt>
                <c:pt idx="6468">
                  <c:v>624.63195780109595</c:v>
                </c:pt>
                <c:pt idx="6469">
                  <c:v>622.17095473270103</c:v>
                </c:pt>
                <c:pt idx="6470">
                  <c:v>619.72695807256002</c:v>
                </c:pt>
                <c:pt idx="6471">
                  <c:v>623.49096560541</c:v>
                </c:pt>
                <c:pt idx="6472">
                  <c:v>623.42104419730003</c:v>
                </c:pt>
                <c:pt idx="6473">
                  <c:v>619.960989884676</c:v>
                </c:pt>
                <c:pt idx="6474">
                  <c:v>622.42856200617996</c:v>
                </c:pt>
                <c:pt idx="6475">
                  <c:v>617.66254864174903</c:v>
                </c:pt>
                <c:pt idx="6476">
                  <c:v>621.74890604468305</c:v>
                </c:pt>
                <c:pt idx="6477">
                  <c:v>623.70134432123098</c:v>
                </c:pt>
                <c:pt idx="6478">
                  <c:v>627.10325941610995</c:v>
                </c:pt>
                <c:pt idx="6479">
                  <c:v>628.07602849150101</c:v>
                </c:pt>
                <c:pt idx="6480">
                  <c:v>625.558730652642</c:v>
                </c:pt>
                <c:pt idx="6481">
                  <c:v>631.76264818399102</c:v>
                </c:pt>
                <c:pt idx="6482">
                  <c:v>628.18989794537504</c:v>
                </c:pt>
                <c:pt idx="6483">
                  <c:v>626.83308957699705</c:v>
                </c:pt>
                <c:pt idx="6484">
                  <c:v>630.73039337553905</c:v>
                </c:pt>
                <c:pt idx="6485">
                  <c:v>635.25229252139002</c:v>
                </c:pt>
                <c:pt idx="6486">
                  <c:v>635.02756556054703</c:v>
                </c:pt>
                <c:pt idx="6487">
                  <c:v>639.45992113062505</c:v>
                </c:pt>
                <c:pt idx="6488">
                  <c:v>636.98395944179799</c:v>
                </c:pt>
                <c:pt idx="6489">
                  <c:v>642.33835743289296</c:v>
                </c:pt>
                <c:pt idx="6490">
                  <c:v>634.78639895877404</c:v>
                </c:pt>
                <c:pt idx="6491">
                  <c:v>635.521119378854</c:v>
                </c:pt>
                <c:pt idx="6492">
                  <c:v>634.43374237168496</c:v>
                </c:pt>
                <c:pt idx="6493">
                  <c:v>627.82617295845898</c:v>
                </c:pt>
                <c:pt idx="6494">
                  <c:v>616.33666093495401</c:v>
                </c:pt>
                <c:pt idx="6495">
                  <c:v>617.95028818966</c:v>
                </c:pt>
                <c:pt idx="6496">
                  <c:v>621.04563333846204</c:v>
                </c:pt>
                <c:pt idx="6497">
                  <c:v>613.69374342017898</c:v>
                </c:pt>
                <c:pt idx="6498">
                  <c:v>615.83301371907703</c:v>
                </c:pt>
                <c:pt idx="6499">
                  <c:v>621.59839926735003</c:v>
                </c:pt>
                <c:pt idx="6500">
                  <c:v>616.52131896521303</c:v>
                </c:pt>
                <c:pt idx="6501">
                  <c:v>617.08383043495496</c:v>
                </c:pt>
                <c:pt idx="6502">
                  <c:v>607.55102620030402</c:v>
                </c:pt>
                <c:pt idx="6503">
                  <c:v>612.935219981758</c:v>
                </c:pt>
                <c:pt idx="6504">
                  <c:v>612.83225277382098</c:v>
                </c:pt>
                <c:pt idx="6505">
                  <c:v>623.77245411791705</c:v>
                </c:pt>
                <c:pt idx="6506">
                  <c:v>626.52642617885795</c:v>
                </c:pt>
                <c:pt idx="6507">
                  <c:v>631.37873645804098</c:v>
                </c:pt>
                <c:pt idx="6508">
                  <c:v>636.61952902822395</c:v>
                </c:pt>
                <c:pt idx="6509">
                  <c:v>633.77301444452803</c:v>
                </c:pt>
                <c:pt idx="6510">
                  <c:v>627.009363339777</c:v>
                </c:pt>
                <c:pt idx="6511">
                  <c:v>634.17233465947504</c:v>
                </c:pt>
                <c:pt idx="6512">
                  <c:v>632.69698700005699</c:v>
                </c:pt>
                <c:pt idx="6513">
                  <c:v>621.86232219176702</c:v>
                </c:pt>
                <c:pt idx="6514">
                  <c:v>616.93629523803202</c:v>
                </c:pt>
                <c:pt idx="6515">
                  <c:v>608.82180950059205</c:v>
                </c:pt>
                <c:pt idx="6516">
                  <c:v>611.99797463380298</c:v>
                </c:pt>
                <c:pt idx="6517">
                  <c:v>617.77648621424396</c:v>
                </c:pt>
                <c:pt idx="6518">
                  <c:v>606.19486944674804</c:v>
                </c:pt>
                <c:pt idx="6519">
                  <c:v>598.74077141072496</c:v>
                </c:pt>
                <c:pt idx="6520">
                  <c:v>596.60593999933894</c:v>
                </c:pt>
                <c:pt idx="6521">
                  <c:v>603.11917856376999</c:v>
                </c:pt>
                <c:pt idx="6522">
                  <c:v>604.02878229986504</c:v>
                </c:pt>
                <c:pt idx="6523">
                  <c:v>613.46962527760502</c:v>
                </c:pt>
                <c:pt idx="6524">
                  <c:v>624.50363379033001</c:v>
                </c:pt>
                <c:pt idx="6525">
                  <c:v>631.162756262264</c:v>
                </c:pt>
                <c:pt idx="6526">
                  <c:v>635.01427667232599</c:v>
                </c:pt>
                <c:pt idx="6527">
                  <c:v>635.64747212846805</c:v>
                </c:pt>
                <c:pt idx="6528">
                  <c:v>639.596105029412</c:v>
                </c:pt>
                <c:pt idx="6529">
                  <c:v>636.43922865752495</c:v>
                </c:pt>
                <c:pt idx="6530">
                  <c:v>649.45823970920003</c:v>
                </c:pt>
                <c:pt idx="6531">
                  <c:v>651.98407460371402</c:v>
                </c:pt>
                <c:pt idx="6532">
                  <c:v>663.18588760898501</c:v>
                </c:pt>
                <c:pt idx="6533">
                  <c:v>659.53865149664</c:v>
                </c:pt>
                <c:pt idx="6534">
                  <c:v>659.55122405788097</c:v>
                </c:pt>
                <c:pt idx="6535">
                  <c:v>662.86817353900506</c:v>
                </c:pt>
                <c:pt idx="6536">
                  <c:v>669.67380676471601</c:v>
                </c:pt>
                <c:pt idx="6537">
                  <c:v>667.12827495215902</c:v>
                </c:pt>
                <c:pt idx="6538">
                  <c:v>667.17000724155002</c:v>
                </c:pt>
                <c:pt idx="6539">
                  <c:v>667.19426053912696</c:v>
                </c:pt>
                <c:pt idx="6540">
                  <c:v>664.47176108325004</c:v>
                </c:pt>
                <c:pt idx="6541">
                  <c:v>662.34661416472602</c:v>
                </c:pt>
                <c:pt idx="6542">
                  <c:v>661.65743467028994</c:v>
                </c:pt>
                <c:pt idx="6543">
                  <c:v>662.16044011486997</c:v>
                </c:pt>
                <c:pt idx="6544">
                  <c:v>665.12094944675096</c:v>
                </c:pt>
                <c:pt idx="6545">
                  <c:v>660.90048700095497</c:v>
                </c:pt>
                <c:pt idx="6546">
                  <c:v>659.222940064726</c:v>
                </c:pt>
                <c:pt idx="6547">
                  <c:v>655.61986684853503</c:v>
                </c:pt>
                <c:pt idx="6548">
                  <c:v>660.95211272883103</c:v>
                </c:pt>
                <c:pt idx="6549">
                  <c:v>667.92231099424203</c:v>
                </c:pt>
                <c:pt idx="6550">
                  <c:v>673.583044153071</c:v>
                </c:pt>
                <c:pt idx="6551">
                  <c:v>679.343303734497</c:v>
                </c:pt>
                <c:pt idx="6552">
                  <c:v>687.44929164259395</c:v>
                </c:pt>
                <c:pt idx="6553">
                  <c:v>688.91193461100897</c:v>
                </c:pt>
                <c:pt idx="6554">
                  <c:v>690.98428270203397</c:v>
                </c:pt>
                <c:pt idx="6555">
                  <c:v>697.20196201174701</c:v>
                </c:pt>
                <c:pt idx="6556">
                  <c:v>702.28179827142196</c:v>
                </c:pt>
                <c:pt idx="6557">
                  <c:v>690.77335904515201</c:v>
                </c:pt>
                <c:pt idx="6558">
                  <c:v>699.53295372788602</c:v>
                </c:pt>
                <c:pt idx="6559">
                  <c:v>700.03600982638898</c:v>
                </c:pt>
                <c:pt idx="6560">
                  <c:v>704.15154291528404</c:v>
                </c:pt>
                <c:pt idx="6561">
                  <c:v>706.22603844117896</c:v>
                </c:pt>
                <c:pt idx="6562">
                  <c:v>706.25369280488906</c:v>
                </c:pt>
                <c:pt idx="6563">
                  <c:v>704.69790425649001</c:v>
                </c:pt>
                <c:pt idx="6564">
                  <c:v>697.87409799791999</c:v>
                </c:pt>
                <c:pt idx="6565">
                  <c:v>692.83208144943296</c:v>
                </c:pt>
                <c:pt idx="6566">
                  <c:v>693.87356649482695</c:v>
                </c:pt>
                <c:pt idx="6567">
                  <c:v>697.43319760892405</c:v>
                </c:pt>
                <c:pt idx="6568">
                  <c:v>708.21461126362203</c:v>
                </c:pt>
                <c:pt idx="6569">
                  <c:v>708.42509740641299</c:v>
                </c:pt>
                <c:pt idx="6570">
                  <c:v>715.27332967113796</c:v>
                </c:pt>
                <c:pt idx="6571">
                  <c:v>718.40891705889305</c:v>
                </c:pt>
                <c:pt idx="6572">
                  <c:v>719.47288586705395</c:v>
                </c:pt>
                <c:pt idx="6573">
                  <c:v>716.77156463863901</c:v>
                </c:pt>
                <c:pt idx="6574">
                  <c:v>713.13310244475304</c:v>
                </c:pt>
                <c:pt idx="6575">
                  <c:v>722.93365932230904</c:v>
                </c:pt>
                <c:pt idx="6576">
                  <c:v>734.80382669906703</c:v>
                </c:pt>
                <c:pt idx="6577">
                  <c:v>736.47093705390603</c:v>
                </c:pt>
                <c:pt idx="6578">
                  <c:v>736.95813771986002</c:v>
                </c:pt>
                <c:pt idx="6579">
                  <c:v>742.81121904301301</c:v>
                </c:pt>
                <c:pt idx="6580">
                  <c:v>747.43366295910005</c:v>
                </c:pt>
                <c:pt idx="6581">
                  <c:v>746.18657837065996</c:v>
                </c:pt>
                <c:pt idx="6582">
                  <c:v>752.99389910194202</c:v>
                </c:pt>
                <c:pt idx="6583">
                  <c:v>753.96917335509499</c:v>
                </c:pt>
                <c:pt idx="6584">
                  <c:v>745.44827805263606</c:v>
                </c:pt>
                <c:pt idx="6585">
                  <c:v>757.82489052971596</c:v>
                </c:pt>
                <c:pt idx="6586">
                  <c:v>780.75837255309204</c:v>
                </c:pt>
                <c:pt idx="6587">
                  <c:v>783.86302275600303</c:v>
                </c:pt>
                <c:pt idx="6588">
                  <c:v>781.34330654528105</c:v>
                </c:pt>
                <c:pt idx="6589">
                  <c:v>792.72949298861795</c:v>
                </c:pt>
                <c:pt idx="6590">
                  <c:v>793.73037552583503</c:v>
                </c:pt>
                <c:pt idx="6591">
                  <c:v>798.43611708852404</c:v>
                </c:pt>
                <c:pt idx="6592">
                  <c:v>797.816041659642</c:v>
                </c:pt>
                <c:pt idx="6593">
                  <c:v>790.43786175392995</c:v>
                </c:pt>
                <c:pt idx="6594">
                  <c:v>802.20655865112201</c:v>
                </c:pt>
                <c:pt idx="6595">
                  <c:v>807.63181204822195</c:v>
                </c:pt>
                <c:pt idx="6596">
                  <c:v>804.60076996320595</c:v>
                </c:pt>
                <c:pt idx="6597">
                  <c:v>795.84733961297502</c:v>
                </c:pt>
                <c:pt idx="6598">
                  <c:v>791.55118366602801</c:v>
                </c:pt>
                <c:pt idx="6599">
                  <c:v>822.13560540369804</c:v>
                </c:pt>
                <c:pt idx="6600">
                  <c:v>822.37640104144896</c:v>
                </c:pt>
                <c:pt idx="6601">
                  <c:v>823.86684783199496</c:v>
                </c:pt>
                <c:pt idx="6602">
                  <c:v>825.29542603115999</c:v>
                </c:pt>
                <c:pt idx="6603">
                  <c:v>823.89781147299198</c:v>
                </c:pt>
                <c:pt idx="6604">
                  <c:v>828.02728636827396</c:v>
                </c:pt>
                <c:pt idx="6605">
                  <c:v>845.45447428089005</c:v>
                </c:pt>
                <c:pt idx="6606">
                  <c:v>849.39345282483498</c:v>
                </c:pt>
                <c:pt idx="6607">
                  <c:v>841.21818844100505</c:v>
                </c:pt>
                <c:pt idx="6608">
                  <c:v>849.44964619965799</c:v>
                </c:pt>
                <c:pt idx="6609">
                  <c:v>864.72070508018498</c:v>
                </c:pt>
                <c:pt idx="6610">
                  <c:v>848.83482995498105</c:v>
                </c:pt>
                <c:pt idx="6611">
                  <c:v>838.48717083336999</c:v>
                </c:pt>
                <c:pt idx="6612">
                  <c:v>856.26410296892004</c:v>
                </c:pt>
                <c:pt idx="6613">
                  <c:v>853.50098073728395</c:v>
                </c:pt>
                <c:pt idx="6614">
                  <c:v>846.407703515751</c:v>
                </c:pt>
                <c:pt idx="6615">
                  <c:v>843.57862062109905</c:v>
                </c:pt>
                <c:pt idx="6616">
                  <c:v>849.99893384425002</c:v>
                </c:pt>
                <c:pt idx="6617">
                  <c:v>855.63224898501801</c:v>
                </c:pt>
                <c:pt idx="6618">
                  <c:v>865.35508037178397</c:v>
                </c:pt>
                <c:pt idx="6619">
                  <c:v>868.44675195117804</c:v>
                </c:pt>
                <c:pt idx="6620">
                  <c:v>870.36392291564005</c:v>
                </c:pt>
                <c:pt idx="6621">
                  <c:v>866.50720828850399</c:v>
                </c:pt>
                <c:pt idx="6622">
                  <c:v>861.52624170197805</c:v>
                </c:pt>
                <c:pt idx="6623">
                  <c:v>863.37225363212099</c:v>
                </c:pt>
                <c:pt idx="6624">
                  <c:v>861.78050466477305</c:v>
                </c:pt>
                <c:pt idx="6625">
                  <c:v>861.66148283813004</c:v>
                </c:pt>
                <c:pt idx="6626">
                  <c:v>856.83198551426801</c:v>
                </c:pt>
                <c:pt idx="6627">
                  <c:v>861.64350575240701</c:v>
                </c:pt>
                <c:pt idx="6628">
                  <c:v>849.09726296255701</c:v>
                </c:pt>
                <c:pt idx="6629">
                  <c:v>865.13169874020002</c:v>
                </c:pt>
                <c:pt idx="6630">
                  <c:v>860.98495704286404</c:v>
                </c:pt>
                <c:pt idx="6631">
                  <c:v>857.98288429632203</c:v>
                </c:pt>
                <c:pt idx="6632">
                  <c:v>854.79669422224197</c:v>
                </c:pt>
                <c:pt idx="6633">
                  <c:v>867.35966145223597</c:v>
                </c:pt>
                <c:pt idx="6634">
                  <c:v>853.10256374374796</c:v>
                </c:pt>
                <c:pt idx="6635">
                  <c:v>838.70831897657797</c:v>
                </c:pt>
                <c:pt idx="6636">
                  <c:v>840.00184217206504</c:v>
                </c:pt>
                <c:pt idx="6637">
                  <c:v>829.41014159158999</c:v>
                </c:pt>
                <c:pt idx="6638">
                  <c:v>825.67695787389005</c:v>
                </c:pt>
                <c:pt idx="6639">
                  <c:v>804.66033220687905</c:v>
                </c:pt>
                <c:pt idx="6640">
                  <c:v>813.57854572536803</c:v>
                </c:pt>
                <c:pt idx="6641">
                  <c:v>828.47476899416404</c:v>
                </c:pt>
                <c:pt idx="6642">
                  <c:v>825.043268355029</c:v>
                </c:pt>
                <c:pt idx="6643">
                  <c:v>817.44358368339795</c:v>
                </c:pt>
                <c:pt idx="6644">
                  <c:v>828.92827122296796</c:v>
                </c:pt>
                <c:pt idx="6645">
                  <c:v>829.16920951659699</c:v>
                </c:pt>
                <c:pt idx="6646">
                  <c:v>816.78207898196501</c:v>
                </c:pt>
                <c:pt idx="6647">
                  <c:v>812.48707201704099</c:v>
                </c:pt>
                <c:pt idx="6648">
                  <c:v>821.36647922113798</c:v>
                </c:pt>
                <c:pt idx="6649">
                  <c:v>837.25097738944896</c:v>
                </c:pt>
                <c:pt idx="6650">
                  <c:v>851.68831826883297</c:v>
                </c:pt>
                <c:pt idx="6651">
                  <c:v>851.57989049791502</c:v>
                </c:pt>
                <c:pt idx="6652">
                  <c:v>852.63830296387198</c:v>
                </c:pt>
                <c:pt idx="6653">
                  <c:v>854.04306310650998</c:v>
                </c:pt>
                <c:pt idx="6654">
                  <c:v>855.65230366608898</c:v>
                </c:pt>
                <c:pt idx="6655">
                  <c:v>853.631073815175</c:v>
                </c:pt>
                <c:pt idx="6656">
                  <c:v>858.80753580468604</c:v>
                </c:pt>
                <c:pt idx="6657">
                  <c:v>874.45259973823602</c:v>
                </c:pt>
                <c:pt idx="6658">
                  <c:v>869.36956968168704</c:v>
                </c:pt>
                <c:pt idx="6659">
                  <c:v>868.26611389174002</c:v>
                </c:pt>
                <c:pt idx="6660">
                  <c:v>872.79990820434898</c:v>
                </c:pt>
                <c:pt idx="6661">
                  <c:v>875.22629740804496</c:v>
                </c:pt>
                <c:pt idx="6662">
                  <c:v>874.20660171916404</c:v>
                </c:pt>
                <c:pt idx="6663">
                  <c:v>875.87914352998303</c:v>
                </c:pt>
                <c:pt idx="6664">
                  <c:v>885.05563437466697</c:v>
                </c:pt>
                <c:pt idx="6665">
                  <c:v>890.80874471179504</c:v>
                </c:pt>
                <c:pt idx="6666">
                  <c:v>886.749716761439</c:v>
                </c:pt>
                <c:pt idx="6667">
                  <c:v>873.37852051300297</c:v>
                </c:pt>
                <c:pt idx="6668">
                  <c:v>874.35137306518197</c:v>
                </c:pt>
                <c:pt idx="6669">
                  <c:v>880.53966355256603</c:v>
                </c:pt>
                <c:pt idx="6670">
                  <c:v>882.73120957815399</c:v>
                </c:pt>
                <c:pt idx="6671">
                  <c:v>902.15930655336695</c:v>
                </c:pt>
                <c:pt idx="6672">
                  <c:v>901.16338435062403</c:v>
                </c:pt>
                <c:pt idx="6673">
                  <c:v>902.82416185452905</c:v>
                </c:pt>
                <c:pt idx="6674">
                  <c:v>908.005129629669</c:v>
                </c:pt>
                <c:pt idx="6675">
                  <c:v>914.73101257012297</c:v>
                </c:pt>
                <c:pt idx="6676">
                  <c:v>926.82664818488399</c:v>
                </c:pt>
                <c:pt idx="6677">
                  <c:v>935.50924475028796</c:v>
                </c:pt>
                <c:pt idx="6678">
                  <c:v>939.94153131181099</c:v>
                </c:pt>
                <c:pt idx="6679">
                  <c:v>949.75713588872395</c:v>
                </c:pt>
                <c:pt idx="6680">
                  <c:v>952.45910227892796</c:v>
                </c:pt>
                <c:pt idx="6681">
                  <c:v>945.53089971153702</c:v>
                </c:pt>
                <c:pt idx="6682">
                  <c:v>939.08208722033396</c:v>
                </c:pt>
                <c:pt idx="6683">
                  <c:v>927.63800427032697</c:v>
                </c:pt>
                <c:pt idx="6684">
                  <c:v>939.62930658775201</c:v>
                </c:pt>
                <c:pt idx="6685">
                  <c:v>943.77115544687604</c:v>
                </c:pt>
                <c:pt idx="6686">
                  <c:v>946.30356988633298</c:v>
                </c:pt>
                <c:pt idx="6687">
                  <c:v>940.55602622952404</c:v>
                </c:pt>
                <c:pt idx="6688">
                  <c:v>946.97086421130405</c:v>
                </c:pt>
                <c:pt idx="6689">
                  <c:v>952.50164777484201</c:v>
                </c:pt>
                <c:pt idx="6690">
                  <c:v>960.577799497098</c:v>
                </c:pt>
                <c:pt idx="6691">
                  <c:v>969.96721239770397</c:v>
                </c:pt>
                <c:pt idx="6692">
                  <c:v>972.68625956600295</c:v>
                </c:pt>
                <c:pt idx="6693">
                  <c:v>974.63683882615999</c:v>
                </c:pt>
                <c:pt idx="6694">
                  <c:v>985.19520710314896</c:v>
                </c:pt>
                <c:pt idx="6695">
                  <c:v>965.175618141163</c:v>
                </c:pt>
                <c:pt idx="6696">
                  <c:v>968.68961251827</c:v>
                </c:pt>
                <c:pt idx="6697">
                  <c:v>971.15938783673198</c:v>
                </c:pt>
                <c:pt idx="6698">
                  <c:v>970.87783053684495</c:v>
                </c:pt>
                <c:pt idx="6699">
                  <c:v>938.31983661516904</c:v>
                </c:pt>
                <c:pt idx="6700">
                  <c:v>933.90271269613504</c:v>
                </c:pt>
                <c:pt idx="6701">
                  <c:v>928.45248688078095</c:v>
                </c:pt>
                <c:pt idx="6702">
                  <c:v>943.30137424919701</c:v>
                </c:pt>
                <c:pt idx="6703">
                  <c:v>945.92567980676802</c:v>
                </c:pt>
                <c:pt idx="6704">
                  <c:v>911.67775075856298</c:v>
                </c:pt>
                <c:pt idx="6705">
                  <c:v>901.80365052545403</c:v>
                </c:pt>
                <c:pt idx="6706">
                  <c:v>911.16108801594203</c:v>
                </c:pt>
                <c:pt idx="6707">
                  <c:v>909.39046796921605</c:v>
                </c:pt>
                <c:pt idx="6708">
                  <c:v>896.52540861501404</c:v>
                </c:pt>
                <c:pt idx="6709">
                  <c:v>925.05148653169704</c:v>
                </c:pt>
                <c:pt idx="6710">
                  <c:v>908.45410449488895</c:v>
                </c:pt>
                <c:pt idx="6711">
                  <c:v>885.35617745600905</c:v>
                </c:pt>
                <c:pt idx="6712">
                  <c:v>857.25685368745303</c:v>
                </c:pt>
                <c:pt idx="6713">
                  <c:v>871.56683074797297</c:v>
                </c:pt>
                <c:pt idx="6714">
                  <c:v>860.99324096815894</c:v>
                </c:pt>
                <c:pt idx="6715">
                  <c:v>890.75254299323899</c:v>
                </c:pt>
                <c:pt idx="6716">
                  <c:v>899.61854489984103</c:v>
                </c:pt>
                <c:pt idx="6717">
                  <c:v>903.23590342624402</c:v>
                </c:pt>
                <c:pt idx="6718">
                  <c:v>924.51188355424097</c:v>
                </c:pt>
                <c:pt idx="6719">
                  <c:v>930.65726021202499</c:v>
                </c:pt>
                <c:pt idx="6720">
                  <c:v>951.04240441035802</c:v>
                </c:pt>
                <c:pt idx="6721">
                  <c:v>950.31625010505695</c:v>
                </c:pt>
                <c:pt idx="6722">
                  <c:v>961.83555474934099</c:v>
                </c:pt>
                <c:pt idx="6723">
                  <c:v>960.84518602229605</c:v>
                </c:pt>
                <c:pt idx="6724">
                  <c:v>966.26405306276502</c:v>
                </c:pt>
                <c:pt idx="6725">
                  <c:v>953.539307476506</c:v>
                </c:pt>
                <c:pt idx="6726">
                  <c:v>963.85206207690305</c:v>
                </c:pt>
                <c:pt idx="6727">
                  <c:v>955.24928325679605</c:v>
                </c:pt>
                <c:pt idx="6728">
                  <c:v>959.23109918057605</c:v>
                </c:pt>
                <c:pt idx="6729">
                  <c:v>950.63790191427097</c:v>
                </c:pt>
                <c:pt idx="6730">
                  <c:v>946.79328798632503</c:v>
                </c:pt>
                <c:pt idx="6731">
                  <c:v>959.63405993363097</c:v>
                </c:pt>
                <c:pt idx="6732">
                  <c:v>929.15813942004002</c:v>
                </c:pt>
                <c:pt idx="6733">
                  <c:v>926.21201487871804</c:v>
                </c:pt>
                <c:pt idx="6734">
                  <c:v>923.48867399881499</c:v>
                </c:pt>
                <c:pt idx="6735">
                  <c:v>901.36887296441603</c:v>
                </c:pt>
                <c:pt idx="6736">
                  <c:v>914.76954109457904</c:v>
                </c:pt>
                <c:pt idx="6737">
                  <c:v>921.57638840051197</c:v>
                </c:pt>
                <c:pt idx="6738">
                  <c:v>943.51395875927199</c:v>
                </c:pt>
                <c:pt idx="6739">
                  <c:v>954.81507846044701</c:v>
                </c:pt>
                <c:pt idx="6740">
                  <c:v>957.51243224183395</c:v>
                </c:pt>
                <c:pt idx="6741">
                  <c:v>954.11691714609503</c:v>
                </c:pt>
                <c:pt idx="6742">
                  <c:v>952.90130909589004</c:v>
                </c:pt>
                <c:pt idx="6743">
                  <c:v>949.42700274387903</c:v>
                </c:pt>
                <c:pt idx="6744">
                  <c:v>973.21685409600798</c:v>
                </c:pt>
                <c:pt idx="6745">
                  <c:v>973.13078921509998</c:v>
                </c:pt>
                <c:pt idx="6746">
                  <c:v>977.71479634194395</c:v>
                </c:pt>
                <c:pt idx="6747">
                  <c:v>979.854671337279</c:v>
                </c:pt>
                <c:pt idx="6748">
                  <c:v>981.080681040179</c:v>
                </c:pt>
                <c:pt idx="6749">
                  <c:v>979.25570426673698</c:v>
                </c:pt>
                <c:pt idx="6750">
                  <c:v>971.80416119343795</c:v>
                </c:pt>
                <c:pt idx="6751">
                  <c:v>975.31679910336402</c:v>
                </c:pt>
                <c:pt idx="6752">
                  <c:v>968.21449305722001</c:v>
                </c:pt>
                <c:pt idx="6753">
                  <c:v>971.406214163605</c:v>
                </c:pt>
                <c:pt idx="6754">
                  <c:v>971.75078334541001</c:v>
                </c:pt>
                <c:pt idx="6755">
                  <c:v>985.71760935417103</c:v>
                </c:pt>
                <c:pt idx="6756">
                  <c:v>977.76126527287602</c:v>
                </c:pt>
                <c:pt idx="6757">
                  <c:v>990.193466193159</c:v>
                </c:pt>
                <c:pt idx="6758">
                  <c:v>998.70945886487505</c:v>
                </c:pt>
                <c:pt idx="6759">
                  <c:v>995.97921264360798</c:v>
                </c:pt>
                <c:pt idx="6760">
                  <c:v>1006.35425497266</c:v>
                </c:pt>
                <c:pt idx="6761">
                  <c:v>1011.74974219513</c:v>
                </c:pt>
                <c:pt idx="6762">
                  <c:v>1001.18035977565</c:v>
                </c:pt>
                <c:pt idx="6763">
                  <c:v>1007.17007704804</c:v>
                </c:pt>
                <c:pt idx="6764">
                  <c:v>1010.43912041223</c:v>
                </c:pt>
                <c:pt idx="6765">
                  <c:v>1011.59149955292</c:v>
                </c:pt>
                <c:pt idx="6766">
                  <c:v>1011.38440459222</c:v>
                </c:pt>
                <c:pt idx="6767">
                  <c:v>1008.73533432378</c:v>
                </c:pt>
                <c:pt idx="6768">
                  <c:v>999.15932443954102</c:v>
                </c:pt>
                <c:pt idx="6769">
                  <c:v>998.45623644442401</c:v>
                </c:pt>
                <c:pt idx="6770">
                  <c:v>996.14524979084399</c:v>
                </c:pt>
                <c:pt idx="6771">
                  <c:v>999.149252207877</c:v>
                </c:pt>
                <c:pt idx="6772">
                  <c:v>1003.11496430975</c:v>
                </c:pt>
                <c:pt idx="6773">
                  <c:v>996.26359937543805</c:v>
                </c:pt>
                <c:pt idx="6774">
                  <c:v>976.39212924054004</c:v>
                </c:pt>
                <c:pt idx="6775">
                  <c:v>982.54448400613796</c:v>
                </c:pt>
                <c:pt idx="6776">
                  <c:v>977.171586626725</c:v>
                </c:pt>
                <c:pt idx="6777">
                  <c:v>993.35677567451705</c:v>
                </c:pt>
                <c:pt idx="6778">
                  <c:v>1025.0447421369499</c:v>
                </c:pt>
                <c:pt idx="6779">
                  <c:v>1031.7863270287901</c:v>
                </c:pt>
                <c:pt idx="6780">
                  <c:v>1040.7680654681301</c:v>
                </c:pt>
                <c:pt idx="6781">
                  <c:v>1038.69237239363</c:v>
                </c:pt>
                <c:pt idx="6782">
                  <c:v>1036.80766912224</c:v>
                </c:pt>
                <c:pt idx="6783">
                  <c:v>1036.92049816027</c:v>
                </c:pt>
                <c:pt idx="6784">
                  <c:v>1025.7957933902601</c:v>
                </c:pt>
                <c:pt idx="6785">
                  <c:v>1008.41292834746</c:v>
                </c:pt>
                <c:pt idx="6786">
                  <c:v>1008.64851872671</c:v>
                </c:pt>
                <c:pt idx="6787">
                  <c:v>1016.0767897545001</c:v>
                </c:pt>
                <c:pt idx="6788">
                  <c:v>1017.30685825416</c:v>
                </c:pt>
                <c:pt idx="6789">
                  <c:v>1025.5406691902399</c:v>
                </c:pt>
                <c:pt idx="6790">
                  <c:v>1026.7347847277299</c:v>
                </c:pt>
                <c:pt idx="6791">
                  <c:v>1025.8585642368801</c:v>
                </c:pt>
                <c:pt idx="6792">
                  <c:v>1038.4498370784099</c:v>
                </c:pt>
                <c:pt idx="6793">
                  <c:v>1031.9228637753699</c:v>
                </c:pt>
                <c:pt idx="6794">
                  <c:v>1039.71148771311</c:v>
                </c:pt>
                <c:pt idx="6795">
                  <c:v>1039.48907996909</c:v>
                </c:pt>
                <c:pt idx="6796">
                  <c:v>1044.5650473348901</c:v>
                </c:pt>
                <c:pt idx="6797">
                  <c:v>1054.49029695944</c:v>
                </c:pt>
                <c:pt idx="6798">
                  <c:v>1053.51569592139</c:v>
                </c:pt>
                <c:pt idx="6799">
                  <c:v>1059.9796317114401</c:v>
                </c:pt>
                <c:pt idx="6800">
                  <c:v>1042.06809602771</c:v>
                </c:pt>
                <c:pt idx="6801">
                  <c:v>1034.6521124492499</c:v>
                </c:pt>
                <c:pt idx="6802">
                  <c:v>1046.2937697958801</c:v>
                </c:pt>
                <c:pt idx="6803">
                  <c:v>1038.56628353117</c:v>
                </c:pt>
                <c:pt idx="6804">
                  <c:v>1049.3982336761601</c:v>
                </c:pt>
                <c:pt idx="6805">
                  <c:v>1057.5896877840501</c:v>
                </c:pt>
                <c:pt idx="6806">
                  <c:v>1046.61543813862</c:v>
                </c:pt>
                <c:pt idx="6807">
                  <c:v>1013.38782953464</c:v>
                </c:pt>
                <c:pt idx="6808">
                  <c:v>1014.0204988972</c:v>
                </c:pt>
                <c:pt idx="6809">
                  <c:v>1024.75768759535</c:v>
                </c:pt>
                <c:pt idx="6810">
                  <c:v>1036.77345651722</c:v>
                </c:pt>
                <c:pt idx="6811">
                  <c:v>1049.21491166018</c:v>
                </c:pt>
                <c:pt idx="6812">
                  <c:v>1049.3955817820699</c:v>
                </c:pt>
                <c:pt idx="6813">
                  <c:v>1037.6705544772999</c:v>
                </c:pt>
                <c:pt idx="6814">
                  <c:v>1027.0852777678101</c:v>
                </c:pt>
                <c:pt idx="6815">
                  <c:v>1021.13598752647</c:v>
                </c:pt>
                <c:pt idx="6816">
                  <c:v>1027.27549400576</c:v>
                </c:pt>
                <c:pt idx="6817">
                  <c:v>1041.58090944183</c:v>
                </c:pt>
                <c:pt idx="6818">
                  <c:v>1048.40055453029</c:v>
                </c:pt>
                <c:pt idx="6819">
                  <c:v>1035.1850765732499</c:v>
                </c:pt>
                <c:pt idx="6820">
                  <c:v>1039.00524834571</c:v>
                </c:pt>
                <c:pt idx="6821">
                  <c:v>1026.9271168612499</c:v>
                </c:pt>
                <c:pt idx="6822">
                  <c:v>1025.97980302411</c:v>
                </c:pt>
                <c:pt idx="6823">
                  <c:v>1025.9737079561</c:v>
                </c:pt>
                <c:pt idx="6824">
                  <c:v>1045.42411667583</c:v>
                </c:pt>
                <c:pt idx="6825">
                  <c:v>1048.26524257245</c:v>
                </c:pt>
                <c:pt idx="6826">
                  <c:v>1059.88460561026</c:v>
                </c:pt>
                <c:pt idx="6827">
                  <c:v>1074.99604813974</c:v>
                </c:pt>
                <c:pt idx="6828">
                  <c:v>1082.60513108344</c:v>
                </c:pt>
                <c:pt idx="6829">
                  <c:v>1089.90342434887</c:v>
                </c:pt>
                <c:pt idx="6830">
                  <c:v>1089.0965199868001</c:v>
                </c:pt>
                <c:pt idx="6831">
                  <c:v>1054.7003562501</c:v>
                </c:pt>
                <c:pt idx="6832">
                  <c:v>1067.8746392460901</c:v>
                </c:pt>
                <c:pt idx="6833">
                  <c:v>1064.88605204034</c:v>
                </c:pt>
                <c:pt idx="6834">
                  <c:v>1081.47773984471</c:v>
                </c:pt>
                <c:pt idx="6835">
                  <c:v>1075.5955165662299</c:v>
                </c:pt>
                <c:pt idx="6836">
                  <c:v>1073.5430303478599</c:v>
                </c:pt>
                <c:pt idx="6837">
                  <c:v>1081.0883274252201</c:v>
                </c:pt>
                <c:pt idx="6838">
                  <c:v>1095.3339636390899</c:v>
                </c:pt>
                <c:pt idx="6839">
                  <c:v>1104.5396098122401</c:v>
                </c:pt>
                <c:pt idx="6840">
                  <c:v>1095.45286480306</c:v>
                </c:pt>
                <c:pt idx="6841">
                  <c:v>1104.0561903302701</c:v>
                </c:pt>
                <c:pt idx="6842">
                  <c:v>1104.0763385487701</c:v>
                </c:pt>
                <c:pt idx="6843">
                  <c:v>1099.67688527427</c:v>
                </c:pt>
                <c:pt idx="6844">
                  <c:v>1109.17200396986</c:v>
                </c:pt>
                <c:pt idx="6845">
                  <c:v>1107.1667325277101</c:v>
                </c:pt>
                <c:pt idx="6846">
                  <c:v>1106.65511926726</c:v>
                </c:pt>
                <c:pt idx="6847">
                  <c:v>1106.7715374847601</c:v>
                </c:pt>
                <c:pt idx="6848">
                  <c:v>1094.0335140886</c:v>
                </c:pt>
                <c:pt idx="6849">
                  <c:v>1072.60941420325</c:v>
                </c:pt>
                <c:pt idx="6850">
                  <c:v>1064.1499360309799</c:v>
                </c:pt>
                <c:pt idx="6851">
                  <c:v>1062.1714938896801</c:v>
                </c:pt>
                <c:pt idx="6852">
                  <c:v>1072.29615013597</c:v>
                </c:pt>
                <c:pt idx="6853">
                  <c:v>1052.1276216757301</c:v>
                </c:pt>
                <c:pt idx="6854">
                  <c:v>1072.2054578085999</c:v>
                </c:pt>
                <c:pt idx="6855">
                  <c:v>1048.8077480245099</c:v>
                </c:pt>
                <c:pt idx="6856">
                  <c:v>1031.95416457181</c:v>
                </c:pt>
                <c:pt idx="6857">
                  <c:v>1044.70385741626</c:v>
                </c:pt>
                <c:pt idx="6858">
                  <c:v>1015.79850072926</c:v>
                </c:pt>
                <c:pt idx="6859">
                  <c:v>1015.54685527581</c:v>
                </c:pt>
                <c:pt idx="6860">
                  <c:v>988.47002211692995</c:v>
                </c:pt>
                <c:pt idx="6861">
                  <c:v>988.73466090212401</c:v>
                </c:pt>
                <c:pt idx="6862">
                  <c:v>997.92712450521105</c:v>
                </c:pt>
                <c:pt idx="6863">
                  <c:v>984.89526741624195</c:v>
                </c:pt>
                <c:pt idx="6864">
                  <c:v>1007.76447887325</c:v>
                </c:pt>
                <c:pt idx="6865">
                  <c:v>1014.56659542823</c:v>
                </c:pt>
                <c:pt idx="6866">
                  <c:v>1000.76536518314</c:v>
                </c:pt>
                <c:pt idx="6867">
                  <c:v>1014.34662447047</c:v>
                </c:pt>
                <c:pt idx="6868">
                  <c:v>1012.3824614049</c:v>
                </c:pt>
                <c:pt idx="6869">
                  <c:v>1011.9881890148901</c:v>
                </c:pt>
                <c:pt idx="6870">
                  <c:v>1041.35872115539</c:v>
                </c:pt>
                <c:pt idx="6871">
                  <c:v>1045.3671675363701</c:v>
                </c:pt>
                <c:pt idx="6872">
                  <c:v>1023.79272838861</c:v>
                </c:pt>
                <c:pt idx="6873">
                  <c:v>1014.40686161003</c:v>
                </c:pt>
                <c:pt idx="6874">
                  <c:v>991.24585736060601</c:v>
                </c:pt>
                <c:pt idx="6875">
                  <c:v>994.26350628687305</c:v>
                </c:pt>
                <c:pt idx="6876">
                  <c:v>1002.45663013642</c:v>
                </c:pt>
                <c:pt idx="6877">
                  <c:v>1013.86934604152</c:v>
                </c:pt>
                <c:pt idx="6878">
                  <c:v>951.75835613456195</c:v>
                </c:pt>
                <c:pt idx="6879">
                  <c:v>885.62219838335102</c:v>
                </c:pt>
                <c:pt idx="6880">
                  <c:v>897.77346654145595</c:v>
                </c:pt>
                <c:pt idx="6881">
                  <c:v>888.42186465268696</c:v>
                </c:pt>
                <c:pt idx="6882">
                  <c:v>988.65335145251402</c:v>
                </c:pt>
                <c:pt idx="6883">
                  <c:v>949.79214522027996</c:v>
                </c:pt>
                <c:pt idx="6884">
                  <c:v>964.62102152284297</c:v>
                </c:pt>
                <c:pt idx="6885">
                  <c:v>968.65873929612098</c:v>
                </c:pt>
                <c:pt idx="6886">
                  <c:v>972.44075281850598</c:v>
                </c:pt>
                <c:pt idx="6887">
                  <c:v>948.01094342330896</c:v>
                </c:pt>
                <c:pt idx="6888">
                  <c:v>948.67031755117</c:v>
                </c:pt>
                <c:pt idx="6889">
                  <c:v>923.07218213513704</c:v>
                </c:pt>
                <c:pt idx="6890">
                  <c:v>950.13854567293902</c:v>
                </c:pt>
                <c:pt idx="6891">
                  <c:v>974.924844551408</c:v>
                </c:pt>
                <c:pt idx="6892">
                  <c:v>997.16653469922403</c:v>
                </c:pt>
                <c:pt idx="6893">
                  <c:v>1010.06619587666</c:v>
                </c:pt>
                <c:pt idx="6894">
                  <c:v>1011.21338476759</c:v>
                </c:pt>
                <c:pt idx="6895">
                  <c:v>1018.16073819043</c:v>
                </c:pt>
                <c:pt idx="6896">
                  <c:v>1016.6736040147</c:v>
                </c:pt>
                <c:pt idx="6897">
                  <c:v>1028.6954590398</c:v>
                </c:pt>
                <c:pt idx="6898">
                  <c:v>1050.7608950057299</c:v>
                </c:pt>
                <c:pt idx="6899">
                  <c:v>1046.4552365667</c:v>
                </c:pt>
                <c:pt idx="6900">
                  <c:v>1037.40138187709</c:v>
                </c:pt>
                <c:pt idx="6901">
                  <c:v>1047.66151701179</c:v>
                </c:pt>
                <c:pt idx="6902">
                  <c:v>1056.3842907590799</c:v>
                </c:pt>
                <c:pt idx="6903">
                  <c:v>1056.05922691353</c:v>
                </c:pt>
                <c:pt idx="6904">
                  <c:v>1093.38291799287</c:v>
                </c:pt>
                <c:pt idx="6905">
                  <c:v>1115.8553405263699</c:v>
                </c:pt>
                <c:pt idx="6906">
                  <c:v>1123.8194304127801</c:v>
                </c:pt>
                <c:pt idx="6907">
                  <c:v>1122.3493456055</c:v>
                </c:pt>
                <c:pt idx="6908">
                  <c:v>1129.35961848891</c:v>
                </c:pt>
                <c:pt idx="6909">
                  <c:v>1130.18180645708</c:v>
                </c:pt>
                <c:pt idx="6910">
                  <c:v>1125.5819142779501</c:v>
                </c:pt>
                <c:pt idx="6911">
                  <c:v>1106.32185934834</c:v>
                </c:pt>
                <c:pt idx="6912">
                  <c:v>1108.25664516958</c:v>
                </c:pt>
                <c:pt idx="6913">
                  <c:v>1104.4662488634499</c:v>
                </c:pt>
                <c:pt idx="6914">
                  <c:v>1129.8012134027699</c:v>
                </c:pt>
                <c:pt idx="6915">
                  <c:v>1125.75640400937</c:v>
                </c:pt>
                <c:pt idx="6916">
                  <c:v>1129.5005956509899</c:v>
                </c:pt>
                <c:pt idx="6917">
                  <c:v>1131.2495338533699</c:v>
                </c:pt>
                <c:pt idx="6918">
                  <c:v>1142.8233569050999</c:v>
                </c:pt>
                <c:pt idx="6919">
                  <c:v>1150.0500643503799</c:v>
                </c:pt>
                <c:pt idx="6920">
                  <c:v>1149.9674198293401</c:v>
                </c:pt>
                <c:pt idx="6921">
                  <c:v>1135.95525264055</c:v>
                </c:pt>
                <c:pt idx="6922">
                  <c:v>1147.2242778213699</c:v>
                </c:pt>
                <c:pt idx="6923">
                  <c:v>1147.1525936000601</c:v>
                </c:pt>
                <c:pt idx="6924">
                  <c:v>1149.9636562583801</c:v>
                </c:pt>
                <c:pt idx="6925">
                  <c:v>1150.1105003846901</c:v>
                </c:pt>
                <c:pt idx="6926">
                  <c:v>1150.28147453682</c:v>
                </c:pt>
                <c:pt idx="6927">
                  <c:v>1138.9673662663499</c:v>
                </c:pt>
                <c:pt idx="6928">
                  <c:v>1154.3222060969799</c:v>
                </c:pt>
                <c:pt idx="6929">
                  <c:v>1144.9478840592101</c:v>
                </c:pt>
                <c:pt idx="6930">
                  <c:v>1149.83310206892</c:v>
                </c:pt>
                <c:pt idx="6931">
                  <c:v>1147.51745679227</c:v>
                </c:pt>
                <c:pt idx="6932">
                  <c:v>1165.9331065182</c:v>
                </c:pt>
                <c:pt idx="6933">
                  <c:v>1181.6407165763101</c:v>
                </c:pt>
                <c:pt idx="6934">
                  <c:v>1181.2845266704401</c:v>
                </c:pt>
                <c:pt idx="6935">
                  <c:v>1195.0749520351201</c:v>
                </c:pt>
                <c:pt idx="6936">
                  <c:v>1201.9393917322</c:v>
                </c:pt>
                <c:pt idx="6937">
                  <c:v>1208.7015788987801</c:v>
                </c:pt>
                <c:pt idx="6938">
                  <c:v>1190.2074457436099</c:v>
                </c:pt>
                <c:pt idx="6939">
                  <c:v>1196.8262955790201</c:v>
                </c:pt>
                <c:pt idx="6940">
                  <c:v>1210.2090573508999</c:v>
                </c:pt>
                <c:pt idx="6941">
                  <c:v>1203.8492475062201</c:v>
                </c:pt>
                <c:pt idx="6942">
                  <c:v>1195.38896089739</c:v>
                </c:pt>
                <c:pt idx="6943">
                  <c:v>1204.9738103633499</c:v>
                </c:pt>
                <c:pt idx="6944">
                  <c:v>1207.5480486311601</c:v>
                </c:pt>
                <c:pt idx="6945">
                  <c:v>1205.28296808653</c:v>
                </c:pt>
                <c:pt idx="6946">
                  <c:v>1214.9828213983401</c:v>
                </c:pt>
                <c:pt idx="6947">
                  <c:v>1211.4711960332299</c:v>
                </c:pt>
                <c:pt idx="6948">
                  <c:v>1212.8549466705699</c:v>
                </c:pt>
                <c:pt idx="6949">
                  <c:v>1221.26524095832</c:v>
                </c:pt>
                <c:pt idx="6950">
                  <c:v>1222.9830017888301</c:v>
                </c:pt>
                <c:pt idx="6951">
                  <c:v>1224.50590435854</c:v>
                </c:pt>
                <c:pt idx="6952">
                  <c:v>1213.3440371602701</c:v>
                </c:pt>
                <c:pt idx="6953">
                  <c:v>1228.23675831182</c:v>
                </c:pt>
                <c:pt idx="6954">
                  <c:v>1228.23968827311</c:v>
                </c:pt>
                <c:pt idx="6955">
                  <c:v>1235.07696123919</c:v>
                </c:pt>
                <c:pt idx="6956">
                  <c:v>1238.53922462675</c:v>
                </c:pt>
                <c:pt idx="6957">
                  <c:v>1234.7882238863101</c:v>
                </c:pt>
                <c:pt idx="6958">
                  <c:v>1239.4938777950599</c:v>
                </c:pt>
                <c:pt idx="6959">
                  <c:v>1242.9213924841699</c:v>
                </c:pt>
                <c:pt idx="6960">
                  <c:v>1216.6051261049099</c:v>
                </c:pt>
                <c:pt idx="6961">
                  <c:v>1237.44861583497</c:v>
                </c:pt>
                <c:pt idx="6962">
                  <c:v>1232.6504729355299</c:v>
                </c:pt>
                <c:pt idx="6963">
                  <c:v>1249.9996668399899</c:v>
                </c:pt>
                <c:pt idx="6964">
                  <c:v>1249.61721243228</c:v>
                </c:pt>
                <c:pt idx="6965">
                  <c:v>1258.1494310763701</c:v>
                </c:pt>
                <c:pt idx="6966">
                  <c:v>1256.9571615013999</c:v>
                </c:pt>
                <c:pt idx="6967">
                  <c:v>1273.4278197223</c:v>
                </c:pt>
                <c:pt idx="6968">
                  <c:v>1265.6448274900899</c:v>
                </c:pt>
                <c:pt idx="6969">
                  <c:v>1268.5209512009201</c:v>
                </c:pt>
                <c:pt idx="6970">
                  <c:v>1259.17877008817</c:v>
                </c:pt>
                <c:pt idx="6971">
                  <c:v>1260.55289663228</c:v>
                </c:pt>
                <c:pt idx="6972">
                  <c:v>1241.98999306984</c:v>
                </c:pt>
                <c:pt idx="6973">
                  <c:v>1240.8309608785701</c:v>
                </c:pt>
                <c:pt idx="6974">
                  <c:v>1232.3539828656101</c:v>
                </c:pt>
                <c:pt idx="6975">
                  <c:v>1250.7535043949099</c:v>
                </c:pt>
                <c:pt idx="6976">
                  <c:v>1248.39145873866</c:v>
                </c:pt>
                <c:pt idx="6977">
                  <c:v>1259.56617644125</c:v>
                </c:pt>
                <c:pt idx="6978">
                  <c:v>1259.0540486576399</c:v>
                </c:pt>
                <c:pt idx="6979">
                  <c:v>1264.4601504218799</c:v>
                </c:pt>
                <c:pt idx="6980">
                  <c:v>1249.2641115469801</c:v>
                </c:pt>
                <c:pt idx="6981">
                  <c:v>1240.4285754872899</c:v>
                </c:pt>
                <c:pt idx="6982">
                  <c:v>1241.1037441179801</c:v>
                </c:pt>
                <c:pt idx="6983">
                  <c:v>1259.35666256114</c:v>
                </c:pt>
                <c:pt idx="6984">
                  <c:v>1256.4579715745399</c:v>
                </c:pt>
                <c:pt idx="6985">
                  <c:v>1263.22261248721</c:v>
                </c:pt>
                <c:pt idx="6986">
                  <c:v>1271.5510741906101</c:v>
                </c:pt>
                <c:pt idx="6987">
                  <c:v>1282.71775477241</c:v>
                </c:pt>
                <c:pt idx="6988">
                  <c:v>1289.3405179449701</c:v>
                </c:pt>
                <c:pt idx="6989">
                  <c:v>1292.89674424395</c:v>
                </c:pt>
                <c:pt idx="6990">
                  <c:v>1299.60664852023</c:v>
                </c:pt>
                <c:pt idx="6991">
                  <c:v>1299.0321311172299</c:v>
                </c:pt>
                <c:pt idx="6992">
                  <c:v>1294.8352328568301</c:v>
                </c:pt>
                <c:pt idx="6993">
                  <c:v>1303.4145927238701</c:v>
                </c:pt>
                <c:pt idx="6994">
                  <c:v>1308.2470125520199</c:v>
                </c:pt>
                <c:pt idx="6995">
                  <c:v>1312.1329057232399</c:v>
                </c:pt>
                <c:pt idx="6996">
                  <c:v>1306.4093938296801</c:v>
                </c:pt>
                <c:pt idx="6997">
                  <c:v>1299.1740263751101</c:v>
                </c:pt>
                <c:pt idx="6998">
                  <c:v>1293.11675103671</c:v>
                </c:pt>
                <c:pt idx="6999">
                  <c:v>1295.57012321923</c:v>
                </c:pt>
                <c:pt idx="7000">
                  <c:v>1296.92561328804</c:v>
                </c:pt>
                <c:pt idx="7001">
                  <c:v>1300.9025463549101</c:v>
                </c:pt>
                <c:pt idx="7002">
                  <c:v>1295.42703667144</c:v>
                </c:pt>
                <c:pt idx="7003">
                  <c:v>1297.81908304174</c:v>
                </c:pt>
                <c:pt idx="7004">
                  <c:v>1289.83855118471</c:v>
                </c:pt>
                <c:pt idx="7005">
                  <c:v>1293.0842629797801</c:v>
                </c:pt>
                <c:pt idx="7006">
                  <c:v>1293.9960067454299</c:v>
                </c:pt>
                <c:pt idx="7007">
                  <c:v>1303.69659045971</c:v>
                </c:pt>
                <c:pt idx="7008">
                  <c:v>1308.1742051128001</c:v>
                </c:pt>
                <c:pt idx="7009">
                  <c:v>1272.22547261515</c:v>
                </c:pt>
                <c:pt idx="7010">
                  <c:v>1301.02007173225</c:v>
                </c:pt>
                <c:pt idx="7011">
                  <c:v>1294.8102972363199</c:v>
                </c:pt>
                <c:pt idx="7012">
                  <c:v>1301.2734466641</c:v>
                </c:pt>
                <c:pt idx="7013">
                  <c:v>1291.30650149444</c:v>
                </c:pt>
                <c:pt idx="7014">
                  <c:v>1292.53644934471</c:v>
                </c:pt>
                <c:pt idx="7015">
                  <c:v>1301.6425180501601</c:v>
                </c:pt>
                <c:pt idx="7016">
                  <c:v>1296.59532436532</c:v>
                </c:pt>
                <c:pt idx="7017">
                  <c:v>1283.0893150401901</c:v>
                </c:pt>
                <c:pt idx="7018">
                  <c:v>1291.9218788145399</c:v>
                </c:pt>
                <c:pt idx="7019">
                  <c:v>1306.60840459735</c:v>
                </c:pt>
                <c:pt idx="7020">
                  <c:v>1320.3959669834301</c:v>
                </c:pt>
                <c:pt idx="7021">
                  <c:v>1325.2128058816099</c:v>
                </c:pt>
                <c:pt idx="7022">
                  <c:v>1332.60449202771</c:v>
                </c:pt>
                <c:pt idx="7023">
                  <c:v>1308.32401471807</c:v>
                </c:pt>
                <c:pt idx="7024">
                  <c:v>1306.89506806132</c:v>
                </c:pt>
                <c:pt idx="7025">
                  <c:v>1304.6764837999799</c:v>
                </c:pt>
                <c:pt idx="7026">
                  <c:v>1281.1660546554001</c:v>
                </c:pt>
                <c:pt idx="7027">
                  <c:v>1285.67288380795</c:v>
                </c:pt>
                <c:pt idx="7028">
                  <c:v>1267.6588667299</c:v>
                </c:pt>
                <c:pt idx="7029">
                  <c:v>1272.2236476893399</c:v>
                </c:pt>
                <c:pt idx="7030">
                  <c:v>1295.8784306587499</c:v>
                </c:pt>
                <c:pt idx="7031">
                  <c:v>1290.58743536473</c:v>
                </c:pt>
                <c:pt idx="7032">
                  <c:v>1291.0883867708301</c:v>
                </c:pt>
                <c:pt idx="7033">
                  <c:v>1262.9831512406599</c:v>
                </c:pt>
                <c:pt idx="7034">
                  <c:v>1264.1758148283</c:v>
                </c:pt>
                <c:pt idx="7035">
                  <c:v>1250.28771923401</c:v>
                </c:pt>
                <c:pt idx="7036">
                  <c:v>1243.32029969108</c:v>
                </c:pt>
                <c:pt idx="7037">
                  <c:v>1252.35562124035</c:v>
                </c:pt>
                <c:pt idx="7038">
                  <c:v>1227.7470241563601</c:v>
                </c:pt>
                <c:pt idx="7039">
                  <c:v>1226.0577328045499</c:v>
                </c:pt>
                <c:pt idx="7040">
                  <c:v>1254.6420874658399</c:v>
                </c:pt>
                <c:pt idx="7041">
                  <c:v>1265.36857435821</c:v>
                </c:pt>
                <c:pt idx="7042">
                  <c:v>1279.7799663478499</c:v>
                </c:pt>
                <c:pt idx="7043">
                  <c:v>1289.4136452606299</c:v>
                </c:pt>
                <c:pt idx="7044">
                  <c:v>1275.77667122446</c:v>
                </c:pt>
                <c:pt idx="7045">
                  <c:v>1279.0044188546899</c:v>
                </c:pt>
                <c:pt idx="7046">
                  <c:v>1281.2324394402799</c:v>
                </c:pt>
                <c:pt idx="7047">
                  <c:v>1292.5091500418</c:v>
                </c:pt>
                <c:pt idx="7048">
                  <c:v>1296.5093858919099</c:v>
                </c:pt>
                <c:pt idx="7049">
                  <c:v>1297.6290462932</c:v>
                </c:pt>
                <c:pt idx="7050">
                  <c:v>1294.6777163993399</c:v>
                </c:pt>
                <c:pt idx="7051">
                  <c:v>1303.6454087556499</c:v>
                </c:pt>
                <c:pt idx="7052">
                  <c:v>1306.5730865896901</c:v>
                </c:pt>
                <c:pt idx="7053">
                  <c:v>1277.90162368549</c:v>
                </c:pt>
                <c:pt idx="7054">
                  <c:v>1272.63768650271</c:v>
                </c:pt>
                <c:pt idx="7055">
                  <c:v>1273.1409808260901</c:v>
                </c:pt>
                <c:pt idx="7056">
                  <c:v>1249.5292931434701</c:v>
                </c:pt>
                <c:pt idx="7057">
                  <c:v>1262.39196317664</c:v>
                </c:pt>
                <c:pt idx="7058">
                  <c:v>1281.9545080447199</c:v>
                </c:pt>
                <c:pt idx="7059">
                  <c:v>1292.3140154165001</c:v>
                </c:pt>
                <c:pt idx="7060">
                  <c:v>1300.55387962435</c:v>
                </c:pt>
                <c:pt idx="7061">
                  <c:v>1305.41561204748</c:v>
                </c:pt>
                <c:pt idx="7062">
                  <c:v>1303.99838273159</c:v>
                </c:pt>
                <c:pt idx="7063">
                  <c:v>1296.05355827464</c:v>
                </c:pt>
                <c:pt idx="7064">
                  <c:v>1292.9046663658401</c:v>
                </c:pt>
                <c:pt idx="7065">
                  <c:v>1282.1756975404801</c:v>
                </c:pt>
              </c:numCache>
            </c:numRef>
          </c:val>
          <c:smooth val="0"/>
          <c:extLst>
            <c:ext xmlns:c16="http://schemas.microsoft.com/office/drawing/2014/chart" uri="{C3380CC4-5D6E-409C-BE32-E72D297353CC}">
              <c16:uniqueId val="{00000001-ABFA-4DDD-AB5C-E2C8A9852141}"/>
            </c:ext>
          </c:extLst>
        </c:ser>
        <c:dLbls>
          <c:showLegendKey val="0"/>
          <c:showVal val="0"/>
          <c:showCatName val="0"/>
          <c:showSerName val="0"/>
          <c:showPercent val="0"/>
          <c:showBubbleSize val="0"/>
        </c:dLbls>
        <c:smooth val="0"/>
        <c:axId val="255569759"/>
        <c:axId val="255578399"/>
      </c:lineChart>
      <c:dateAx>
        <c:axId val="255569759"/>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000" b="1" i="0" u="none" strike="noStrike" kern="1200" baseline="0">
                <a:solidFill>
                  <a:schemeClr val="tx1"/>
                </a:solidFill>
                <a:latin typeface="+mn-lt"/>
                <a:ea typeface="+mn-ea"/>
                <a:cs typeface="+mn-cs"/>
              </a:defRPr>
            </a:pPr>
            <a:endParaRPr lang="fr-FR"/>
          </a:p>
        </c:txPr>
        <c:crossAx val="255578399"/>
        <c:crosses val="autoZero"/>
        <c:auto val="1"/>
        <c:lblOffset val="100"/>
        <c:baseTimeUnit val="days"/>
        <c:majorUnit val="12"/>
        <c:majorTimeUnit val="months"/>
      </c:dateAx>
      <c:valAx>
        <c:axId val="255578399"/>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fr-FR"/>
          </a:p>
        </c:txPr>
        <c:crossAx val="255569759"/>
        <c:crosses val="autoZero"/>
        <c:crossBetween val="between"/>
      </c:valAx>
      <c:spPr>
        <a:noFill/>
        <a:ln>
          <a:noFill/>
        </a:ln>
        <a:effectLst/>
      </c:spPr>
    </c:plotArea>
    <c:legend>
      <c:legendPos val="b"/>
      <c:layout>
        <c:manualLayout>
          <c:xMode val="edge"/>
          <c:yMode val="edge"/>
          <c:x val="5.0160820808366764E-2"/>
          <c:y val="2.9145313363634968E-2"/>
          <c:w val="0.22752365449239342"/>
          <c:h val="4.6717717830522303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tx1"/>
          </a:solidFill>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067030082778114"/>
          <c:y val="5.0925925925925923E-2"/>
          <c:w val="0.84407328891580857"/>
          <c:h val="0.8085022606485367"/>
        </c:manualLayout>
      </c:layout>
      <c:lineChart>
        <c:grouping val="standard"/>
        <c:varyColors val="0"/>
        <c:ser>
          <c:idx val="0"/>
          <c:order val="0"/>
          <c:tx>
            <c:strRef>
              <c:f>'production elec'!$F$1</c:f>
              <c:strCache>
                <c:ptCount val="1"/>
                <c:pt idx="0">
                  <c:v>USA</c:v>
                </c:pt>
              </c:strCache>
            </c:strRef>
          </c:tx>
          <c:spPr>
            <a:ln w="28575" cap="rnd">
              <a:solidFill>
                <a:schemeClr val="bg2"/>
              </a:solidFill>
              <a:round/>
            </a:ln>
            <a:effectLst/>
          </c:spPr>
          <c:marker>
            <c:symbol val="none"/>
          </c:marker>
          <c:cat>
            <c:numRef>
              <c:f>'production elec'!$E$2:$E$41</c:f>
              <c:numCache>
                <c:formatCode>General</c:formatCode>
                <c:ptCount val="40"/>
                <c:pt idx="0">
                  <c:v>1985</c:v>
                </c:pt>
                <c:pt idx="1">
                  <c:v>1986</c:v>
                </c:pt>
                <c:pt idx="2">
                  <c:v>1987</c:v>
                </c:pt>
                <c:pt idx="3">
                  <c:v>1988</c:v>
                </c:pt>
                <c:pt idx="4">
                  <c:v>1989</c:v>
                </c:pt>
                <c:pt idx="5">
                  <c:v>1990</c:v>
                </c:pt>
                <c:pt idx="6">
                  <c:v>1991</c:v>
                </c:pt>
                <c:pt idx="7">
                  <c:v>1992</c:v>
                </c:pt>
                <c:pt idx="8">
                  <c:v>1993</c:v>
                </c:pt>
                <c:pt idx="9">
                  <c:v>1994</c:v>
                </c:pt>
                <c:pt idx="10">
                  <c:v>1995</c:v>
                </c:pt>
                <c:pt idx="11">
                  <c:v>1996</c:v>
                </c:pt>
                <c:pt idx="12">
                  <c:v>1997</c:v>
                </c:pt>
                <c:pt idx="13">
                  <c:v>1998</c:v>
                </c:pt>
                <c:pt idx="14">
                  <c:v>1999</c:v>
                </c:pt>
                <c:pt idx="15">
                  <c:v>2000</c:v>
                </c:pt>
                <c:pt idx="16">
                  <c:v>2001</c:v>
                </c:pt>
                <c:pt idx="17">
                  <c:v>2002</c:v>
                </c:pt>
                <c:pt idx="18">
                  <c:v>2003</c:v>
                </c:pt>
                <c:pt idx="19">
                  <c:v>2004</c:v>
                </c:pt>
                <c:pt idx="20">
                  <c:v>2005</c:v>
                </c:pt>
                <c:pt idx="21">
                  <c:v>2006</c:v>
                </c:pt>
                <c:pt idx="22">
                  <c:v>2007</c:v>
                </c:pt>
                <c:pt idx="23">
                  <c:v>2008</c:v>
                </c:pt>
                <c:pt idx="24">
                  <c:v>2009</c:v>
                </c:pt>
                <c:pt idx="25">
                  <c:v>2010</c:v>
                </c:pt>
                <c:pt idx="26">
                  <c:v>2011</c:v>
                </c:pt>
                <c:pt idx="27">
                  <c:v>2012</c:v>
                </c:pt>
                <c:pt idx="28">
                  <c:v>2013</c:v>
                </c:pt>
                <c:pt idx="29">
                  <c:v>2014</c:v>
                </c:pt>
                <c:pt idx="30">
                  <c:v>2015</c:v>
                </c:pt>
                <c:pt idx="31">
                  <c:v>2016</c:v>
                </c:pt>
                <c:pt idx="32">
                  <c:v>2017</c:v>
                </c:pt>
                <c:pt idx="33">
                  <c:v>2018</c:v>
                </c:pt>
                <c:pt idx="34">
                  <c:v>2019</c:v>
                </c:pt>
                <c:pt idx="35">
                  <c:v>2020</c:v>
                </c:pt>
                <c:pt idx="36">
                  <c:v>2021</c:v>
                </c:pt>
                <c:pt idx="37">
                  <c:v>2022</c:v>
                </c:pt>
                <c:pt idx="38">
                  <c:v>2023</c:v>
                </c:pt>
                <c:pt idx="39">
                  <c:v>2024</c:v>
                </c:pt>
              </c:numCache>
            </c:numRef>
          </c:cat>
          <c:val>
            <c:numRef>
              <c:f>'production elec'!$F$2:$F$41</c:f>
              <c:numCache>
                <c:formatCode>General</c:formatCode>
                <c:ptCount val="40"/>
                <c:pt idx="0">
                  <c:v>2657.1500999999998</c:v>
                </c:pt>
                <c:pt idx="1">
                  <c:v>2676.1129999999998</c:v>
                </c:pt>
                <c:pt idx="2">
                  <c:v>2772.2053000000001</c:v>
                </c:pt>
                <c:pt idx="3">
                  <c:v>2914.4458</c:v>
                </c:pt>
                <c:pt idx="4">
                  <c:v>3155.4497000000001</c:v>
                </c:pt>
                <c:pt idx="5">
                  <c:v>3232.7795000000001</c:v>
                </c:pt>
                <c:pt idx="6">
                  <c:v>3270.7244000000001</c:v>
                </c:pt>
                <c:pt idx="7">
                  <c:v>3284.39</c:v>
                </c:pt>
                <c:pt idx="8">
                  <c:v>3404.6779999999999</c:v>
                </c:pt>
                <c:pt idx="9">
                  <c:v>3458.5261</c:v>
                </c:pt>
                <c:pt idx="10">
                  <c:v>3567.3312999999998</c:v>
                </c:pt>
                <c:pt idx="11">
                  <c:v>3663.3861999999999</c:v>
                </c:pt>
                <c:pt idx="12">
                  <c:v>3716.3773999999999</c:v>
                </c:pt>
                <c:pt idx="13">
                  <c:v>3855.8083000000001</c:v>
                </c:pt>
                <c:pt idx="14">
                  <c:v>3936.0976999999998</c:v>
                </c:pt>
                <c:pt idx="15">
                  <c:v>3802.1</c:v>
                </c:pt>
                <c:pt idx="16">
                  <c:v>3727.57</c:v>
                </c:pt>
                <c:pt idx="17">
                  <c:v>3844.23</c:v>
                </c:pt>
                <c:pt idx="18">
                  <c:v>3868.94</c:v>
                </c:pt>
                <c:pt idx="19">
                  <c:v>3951.95</c:v>
                </c:pt>
                <c:pt idx="20">
                  <c:v>4034.99</c:v>
                </c:pt>
                <c:pt idx="21">
                  <c:v>4046.94</c:v>
                </c:pt>
                <c:pt idx="22">
                  <c:v>4142.57</c:v>
                </c:pt>
                <c:pt idx="23">
                  <c:v>4107.53</c:v>
                </c:pt>
                <c:pt idx="24">
                  <c:v>3939.82</c:v>
                </c:pt>
                <c:pt idx="25">
                  <c:v>4113.9399999999996</c:v>
                </c:pt>
                <c:pt idx="26">
                  <c:v>4088.87</c:v>
                </c:pt>
                <c:pt idx="27">
                  <c:v>4040.67</c:v>
                </c:pt>
                <c:pt idx="28">
                  <c:v>4055.61</c:v>
                </c:pt>
                <c:pt idx="29">
                  <c:v>4096.01</c:v>
                </c:pt>
                <c:pt idx="30">
                  <c:v>4083.99</c:v>
                </c:pt>
                <c:pt idx="31">
                  <c:v>4087.56</c:v>
                </c:pt>
                <c:pt idx="32">
                  <c:v>4052.31</c:v>
                </c:pt>
                <c:pt idx="33">
                  <c:v>4201.55</c:v>
                </c:pt>
                <c:pt idx="34">
                  <c:v>4158.38</c:v>
                </c:pt>
                <c:pt idx="35">
                  <c:v>4043.18</c:v>
                </c:pt>
                <c:pt idx="36">
                  <c:v>4153.62</c:v>
                </c:pt>
                <c:pt idx="37">
                  <c:v>4286.8900000000003</c:v>
                </c:pt>
                <c:pt idx="38">
                  <c:v>4253.91</c:v>
                </c:pt>
                <c:pt idx="39">
                  <c:v>4387.26</c:v>
                </c:pt>
              </c:numCache>
            </c:numRef>
          </c:val>
          <c:smooth val="0"/>
          <c:extLst>
            <c:ext xmlns:c16="http://schemas.microsoft.com/office/drawing/2014/chart" uri="{C3380CC4-5D6E-409C-BE32-E72D297353CC}">
              <c16:uniqueId val="{00000000-E26E-44FB-A8DF-76F39D35D23B}"/>
            </c:ext>
          </c:extLst>
        </c:ser>
        <c:ser>
          <c:idx val="1"/>
          <c:order val="1"/>
          <c:tx>
            <c:strRef>
              <c:f>'production elec'!$G$1</c:f>
              <c:strCache>
                <c:ptCount val="1"/>
                <c:pt idx="0">
                  <c:v>China</c:v>
                </c:pt>
              </c:strCache>
            </c:strRef>
          </c:tx>
          <c:spPr>
            <a:ln w="28575" cap="rnd">
              <a:solidFill>
                <a:schemeClr val="tx2"/>
              </a:solidFill>
              <a:round/>
            </a:ln>
            <a:effectLst/>
          </c:spPr>
          <c:marker>
            <c:symbol val="none"/>
          </c:marker>
          <c:cat>
            <c:numRef>
              <c:f>'production elec'!$E$2:$E$41</c:f>
              <c:numCache>
                <c:formatCode>General</c:formatCode>
                <c:ptCount val="40"/>
                <c:pt idx="0">
                  <c:v>1985</c:v>
                </c:pt>
                <c:pt idx="1">
                  <c:v>1986</c:v>
                </c:pt>
                <c:pt idx="2">
                  <c:v>1987</c:v>
                </c:pt>
                <c:pt idx="3">
                  <c:v>1988</c:v>
                </c:pt>
                <c:pt idx="4">
                  <c:v>1989</c:v>
                </c:pt>
                <c:pt idx="5">
                  <c:v>1990</c:v>
                </c:pt>
                <c:pt idx="6">
                  <c:v>1991</c:v>
                </c:pt>
                <c:pt idx="7">
                  <c:v>1992</c:v>
                </c:pt>
                <c:pt idx="8">
                  <c:v>1993</c:v>
                </c:pt>
                <c:pt idx="9">
                  <c:v>1994</c:v>
                </c:pt>
                <c:pt idx="10">
                  <c:v>1995</c:v>
                </c:pt>
                <c:pt idx="11">
                  <c:v>1996</c:v>
                </c:pt>
                <c:pt idx="12">
                  <c:v>1997</c:v>
                </c:pt>
                <c:pt idx="13">
                  <c:v>1998</c:v>
                </c:pt>
                <c:pt idx="14">
                  <c:v>1999</c:v>
                </c:pt>
                <c:pt idx="15">
                  <c:v>2000</c:v>
                </c:pt>
                <c:pt idx="16">
                  <c:v>2001</c:v>
                </c:pt>
                <c:pt idx="17">
                  <c:v>2002</c:v>
                </c:pt>
                <c:pt idx="18">
                  <c:v>2003</c:v>
                </c:pt>
                <c:pt idx="19">
                  <c:v>2004</c:v>
                </c:pt>
                <c:pt idx="20">
                  <c:v>2005</c:v>
                </c:pt>
                <c:pt idx="21">
                  <c:v>2006</c:v>
                </c:pt>
                <c:pt idx="22">
                  <c:v>2007</c:v>
                </c:pt>
                <c:pt idx="23">
                  <c:v>2008</c:v>
                </c:pt>
                <c:pt idx="24">
                  <c:v>2009</c:v>
                </c:pt>
                <c:pt idx="25">
                  <c:v>2010</c:v>
                </c:pt>
                <c:pt idx="26">
                  <c:v>2011</c:v>
                </c:pt>
                <c:pt idx="27">
                  <c:v>2012</c:v>
                </c:pt>
                <c:pt idx="28">
                  <c:v>2013</c:v>
                </c:pt>
                <c:pt idx="29">
                  <c:v>2014</c:v>
                </c:pt>
                <c:pt idx="30">
                  <c:v>2015</c:v>
                </c:pt>
                <c:pt idx="31">
                  <c:v>2016</c:v>
                </c:pt>
                <c:pt idx="32">
                  <c:v>2017</c:v>
                </c:pt>
                <c:pt idx="33">
                  <c:v>2018</c:v>
                </c:pt>
                <c:pt idx="34">
                  <c:v>2019</c:v>
                </c:pt>
                <c:pt idx="35">
                  <c:v>2020</c:v>
                </c:pt>
                <c:pt idx="36">
                  <c:v>2021</c:v>
                </c:pt>
                <c:pt idx="37">
                  <c:v>2022</c:v>
                </c:pt>
                <c:pt idx="38">
                  <c:v>2023</c:v>
                </c:pt>
                <c:pt idx="39">
                  <c:v>2024</c:v>
                </c:pt>
              </c:numCache>
            </c:numRef>
          </c:cat>
          <c:val>
            <c:numRef>
              <c:f>'production elec'!$G$2:$G$41</c:f>
              <c:numCache>
                <c:formatCode>General</c:formatCode>
                <c:ptCount val="40"/>
                <c:pt idx="0">
                  <c:v>410.69</c:v>
                </c:pt>
                <c:pt idx="1">
                  <c:v>449.53</c:v>
                </c:pt>
                <c:pt idx="2">
                  <c:v>497.267</c:v>
                </c:pt>
                <c:pt idx="3">
                  <c:v>545.21</c:v>
                </c:pt>
                <c:pt idx="4">
                  <c:v>584.80999999999995</c:v>
                </c:pt>
                <c:pt idx="5">
                  <c:v>621.20000000000005</c:v>
                </c:pt>
                <c:pt idx="6">
                  <c:v>677.55</c:v>
                </c:pt>
                <c:pt idx="7">
                  <c:v>753.94</c:v>
                </c:pt>
                <c:pt idx="8">
                  <c:v>811.59</c:v>
                </c:pt>
                <c:pt idx="9">
                  <c:v>927.8</c:v>
                </c:pt>
                <c:pt idx="10">
                  <c:v>1007.03</c:v>
                </c:pt>
                <c:pt idx="11">
                  <c:v>1081.31</c:v>
                </c:pt>
                <c:pt idx="12">
                  <c:v>1135.55</c:v>
                </c:pt>
                <c:pt idx="13">
                  <c:v>1167</c:v>
                </c:pt>
                <c:pt idx="14">
                  <c:v>1239.3</c:v>
                </c:pt>
                <c:pt idx="15">
                  <c:v>1355.6</c:v>
                </c:pt>
                <c:pt idx="16">
                  <c:v>1480.79</c:v>
                </c:pt>
                <c:pt idx="17">
                  <c:v>1654.01</c:v>
                </c:pt>
                <c:pt idx="18">
                  <c:v>1910.58</c:v>
                </c:pt>
                <c:pt idx="19">
                  <c:v>2203.31</c:v>
                </c:pt>
                <c:pt idx="20">
                  <c:v>2500.2600000000002</c:v>
                </c:pt>
                <c:pt idx="21">
                  <c:v>2865.72</c:v>
                </c:pt>
                <c:pt idx="22">
                  <c:v>3281.54</c:v>
                </c:pt>
                <c:pt idx="23">
                  <c:v>3495.76</c:v>
                </c:pt>
                <c:pt idx="24">
                  <c:v>3714.64</c:v>
                </c:pt>
                <c:pt idx="25">
                  <c:v>4207.16</c:v>
                </c:pt>
                <c:pt idx="26">
                  <c:v>4713.0200000000004</c:v>
                </c:pt>
                <c:pt idx="27">
                  <c:v>4987.54</c:v>
                </c:pt>
                <c:pt idx="28">
                  <c:v>5431.63</c:v>
                </c:pt>
                <c:pt idx="29">
                  <c:v>5794.45</c:v>
                </c:pt>
                <c:pt idx="30">
                  <c:v>5814.58</c:v>
                </c:pt>
                <c:pt idx="31">
                  <c:v>6133.16</c:v>
                </c:pt>
                <c:pt idx="32">
                  <c:v>6604.44</c:v>
                </c:pt>
                <c:pt idx="33">
                  <c:v>7166.14</c:v>
                </c:pt>
                <c:pt idx="34">
                  <c:v>7503.43</c:v>
                </c:pt>
                <c:pt idx="35">
                  <c:v>7779.07</c:v>
                </c:pt>
                <c:pt idx="36">
                  <c:v>8534.26</c:v>
                </c:pt>
                <c:pt idx="37">
                  <c:v>8848.7099999999991</c:v>
                </c:pt>
                <c:pt idx="38">
                  <c:v>9456.4500000000007</c:v>
                </c:pt>
                <c:pt idx="39">
                  <c:v>10072.6</c:v>
                </c:pt>
              </c:numCache>
            </c:numRef>
          </c:val>
          <c:smooth val="0"/>
          <c:extLst>
            <c:ext xmlns:c16="http://schemas.microsoft.com/office/drawing/2014/chart" uri="{C3380CC4-5D6E-409C-BE32-E72D297353CC}">
              <c16:uniqueId val="{00000001-E26E-44FB-A8DF-76F39D35D23B}"/>
            </c:ext>
          </c:extLst>
        </c:ser>
        <c:dLbls>
          <c:showLegendKey val="0"/>
          <c:showVal val="0"/>
          <c:showCatName val="0"/>
          <c:showSerName val="0"/>
          <c:showPercent val="0"/>
          <c:showBubbleSize val="0"/>
        </c:dLbls>
        <c:smooth val="0"/>
        <c:axId val="255561599"/>
        <c:axId val="255555359"/>
      </c:lineChart>
      <c:catAx>
        <c:axId val="255561599"/>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5400000" spcFirstLastPara="1" vertOverflow="ellipsis" wrap="square" anchor="ctr" anchorCtr="1"/>
          <a:lstStyle/>
          <a:p>
            <a:pPr>
              <a:defRPr sz="1200" b="1" i="0" u="none" strike="noStrike" kern="1200" baseline="0">
                <a:solidFill>
                  <a:schemeClr val="tx1"/>
                </a:solidFill>
                <a:latin typeface="+mn-lt"/>
                <a:ea typeface="+mn-ea"/>
                <a:cs typeface="+mn-cs"/>
              </a:defRPr>
            </a:pPr>
            <a:endParaRPr lang="fr-FR"/>
          </a:p>
        </c:txPr>
        <c:crossAx val="255555359"/>
        <c:crosses val="autoZero"/>
        <c:auto val="1"/>
        <c:lblAlgn val="ctr"/>
        <c:lblOffset val="100"/>
        <c:tickLblSkip val="3"/>
        <c:tickMarkSkip val="1"/>
        <c:noMultiLvlLbl val="0"/>
      </c:catAx>
      <c:valAx>
        <c:axId val="255555359"/>
        <c:scaling>
          <c:orientation val="minMax"/>
          <c:max val="10500"/>
          <c:min val="0"/>
        </c:scaling>
        <c:delete val="0"/>
        <c:axPos val="l"/>
        <c:numFmt formatCode="General" sourceLinked="1"/>
        <c:majorTickMark val="out"/>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255561599"/>
        <c:crosses val="autoZero"/>
        <c:crossBetween val="between"/>
      </c:valAx>
      <c:spPr>
        <a:noFill/>
        <a:ln>
          <a:noFill/>
        </a:ln>
        <a:effectLst/>
      </c:spPr>
    </c:plotArea>
    <c:legend>
      <c:legendPos val="b"/>
      <c:layout>
        <c:manualLayout>
          <c:xMode val="edge"/>
          <c:yMode val="edge"/>
          <c:x val="0.16874483765098552"/>
          <c:y val="3.9810131569633339E-2"/>
          <c:w val="0.32213506965475469"/>
          <c:h val="7.8125546806649182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solidFill>
            <a:schemeClr val="tx1"/>
          </a:solidFill>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[Classeur1]Feuil1!$A$2:$A$11</c:f>
              <c:strCache>
                <c:ptCount val="10"/>
                <c:pt idx="0">
                  <c:v>United States</c:v>
                </c:pt>
                <c:pt idx="1">
                  <c:v>Brazil</c:v>
                </c:pt>
                <c:pt idx="2">
                  <c:v>Norway</c:v>
                </c:pt>
                <c:pt idx="3">
                  <c:v>Mexico</c:v>
                </c:pt>
                <c:pt idx="4">
                  <c:v>United Arab Emitates</c:v>
                </c:pt>
                <c:pt idx="5">
                  <c:v>India</c:v>
                </c:pt>
                <c:pt idx="6">
                  <c:v>China</c:v>
                </c:pt>
                <c:pt idx="7">
                  <c:v>Venezuela</c:v>
                </c:pt>
                <c:pt idx="8">
                  <c:v>Turkey</c:v>
                </c:pt>
                <c:pt idx="9">
                  <c:v>Russia</c:v>
                </c:pt>
              </c:strCache>
            </c:strRef>
          </c:cat>
          <c:val>
            <c:numRef>
              <c:f>[Classeur1]Feuil1!$B$2:$B$11</c:f>
              <c:numCache>
                <c:formatCode>0.00</c:formatCode>
                <c:ptCount val="10"/>
                <c:pt idx="0" formatCode="General">
                  <c:v>0.18</c:v>
                </c:pt>
                <c:pt idx="1">
                  <c:v>0.161</c:v>
                </c:pt>
                <c:pt idx="2">
                  <c:v>0.16</c:v>
                </c:pt>
                <c:pt idx="3">
                  <c:v>0.11</c:v>
                </c:pt>
                <c:pt idx="4">
                  <c:v>8.1000000000000003E-2</c:v>
                </c:pt>
                <c:pt idx="5">
                  <c:v>0.08</c:v>
                </c:pt>
                <c:pt idx="6">
                  <c:v>7.9000000000000001E-2</c:v>
                </c:pt>
                <c:pt idx="7">
                  <c:v>7.0999999999999994E-2</c:v>
                </c:pt>
                <c:pt idx="8">
                  <c:v>7.0000000000000007E-2</c:v>
                </c:pt>
                <c:pt idx="9">
                  <c:v>6.9000000000000006E-2</c:v>
                </c:pt>
              </c:numCache>
            </c:numRef>
          </c:val>
          <c:extLst>
            <c:ext xmlns:c16="http://schemas.microsoft.com/office/drawing/2014/chart" uri="{C3380CC4-5D6E-409C-BE32-E72D297353CC}">
              <c16:uniqueId val="{00000000-9BE5-4B90-A35D-FB8E737AB21E}"/>
            </c:ext>
          </c:extLst>
        </c:ser>
        <c:dLbls>
          <c:showLegendKey val="0"/>
          <c:showVal val="0"/>
          <c:showCatName val="0"/>
          <c:showSerName val="0"/>
          <c:showPercent val="0"/>
          <c:showBubbleSize val="0"/>
        </c:dLbls>
        <c:gapWidth val="75"/>
        <c:axId val="1791707456"/>
        <c:axId val="1791712736"/>
      </c:barChart>
      <c:catAx>
        <c:axId val="179170745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fr-FR"/>
          </a:p>
        </c:txPr>
        <c:crossAx val="1791712736"/>
        <c:crosses val="autoZero"/>
        <c:auto val="1"/>
        <c:lblAlgn val="ctr"/>
        <c:lblOffset val="100"/>
        <c:noMultiLvlLbl val="0"/>
      </c:catAx>
      <c:valAx>
        <c:axId val="1791712736"/>
        <c:scaling>
          <c:orientation val="minMax"/>
        </c:scaling>
        <c:delete val="1"/>
        <c:axPos val="t"/>
        <c:numFmt formatCode="General" sourceLinked="1"/>
        <c:majorTickMark val="none"/>
        <c:minorTickMark val="none"/>
        <c:tickLblPos val="nextTo"/>
        <c:crossAx val="17917074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chemeClr val="tx1"/>
          </a:solidFill>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928258967629039E-2"/>
          <c:y val="5.0925925925925923E-2"/>
          <c:w val="0.90231496062992111"/>
          <c:h val="0.89814814814814814"/>
        </c:manualLayout>
      </c:layout>
      <c:lineChart>
        <c:grouping val="standard"/>
        <c:varyColors val="0"/>
        <c:ser>
          <c:idx val="0"/>
          <c:order val="0"/>
          <c:tx>
            <c:strRef>
              <c:f>'Prime de Risque US'!$D$1</c:f>
              <c:strCache>
                <c:ptCount val="1"/>
                <c:pt idx="0">
                  <c:v>US Equity Risk Premium (Fed Model)</c:v>
                </c:pt>
              </c:strCache>
            </c:strRef>
          </c:tx>
          <c:spPr>
            <a:ln w="28575" cap="rnd">
              <a:solidFill>
                <a:schemeClr val="bg2"/>
              </a:solidFill>
              <a:round/>
            </a:ln>
            <a:effectLst/>
          </c:spPr>
          <c:marker>
            <c:symbol val="none"/>
          </c:marker>
          <c:cat>
            <c:numRef>
              <c:f>'Prime de Risque US'!$B$3:$B$338</c:f>
              <c:numCache>
                <c:formatCode>m/d/yyyy</c:formatCode>
                <c:ptCount val="336"/>
                <c:pt idx="0">
                  <c:v>35826</c:v>
                </c:pt>
                <c:pt idx="1">
                  <c:v>35854</c:v>
                </c:pt>
                <c:pt idx="2">
                  <c:v>35885</c:v>
                </c:pt>
                <c:pt idx="3">
                  <c:v>35915</c:v>
                </c:pt>
                <c:pt idx="4">
                  <c:v>35946</c:v>
                </c:pt>
                <c:pt idx="5">
                  <c:v>35976</c:v>
                </c:pt>
                <c:pt idx="6">
                  <c:v>36007</c:v>
                </c:pt>
                <c:pt idx="7">
                  <c:v>36038</c:v>
                </c:pt>
                <c:pt idx="8">
                  <c:v>36068</c:v>
                </c:pt>
                <c:pt idx="9">
                  <c:v>36099</c:v>
                </c:pt>
                <c:pt idx="10">
                  <c:v>36129</c:v>
                </c:pt>
                <c:pt idx="11">
                  <c:v>36160</c:v>
                </c:pt>
                <c:pt idx="12">
                  <c:v>36191</c:v>
                </c:pt>
                <c:pt idx="13">
                  <c:v>36219</c:v>
                </c:pt>
                <c:pt idx="14">
                  <c:v>36250</c:v>
                </c:pt>
                <c:pt idx="15">
                  <c:v>36280</c:v>
                </c:pt>
                <c:pt idx="16">
                  <c:v>36311</c:v>
                </c:pt>
                <c:pt idx="17">
                  <c:v>36341</c:v>
                </c:pt>
                <c:pt idx="18">
                  <c:v>36372</c:v>
                </c:pt>
                <c:pt idx="19">
                  <c:v>36403</c:v>
                </c:pt>
                <c:pt idx="20">
                  <c:v>36433</c:v>
                </c:pt>
                <c:pt idx="21">
                  <c:v>36464</c:v>
                </c:pt>
                <c:pt idx="22">
                  <c:v>36494</c:v>
                </c:pt>
                <c:pt idx="23">
                  <c:v>36525</c:v>
                </c:pt>
                <c:pt idx="24">
                  <c:v>36556</c:v>
                </c:pt>
                <c:pt idx="25">
                  <c:v>36585</c:v>
                </c:pt>
                <c:pt idx="26">
                  <c:v>36616</c:v>
                </c:pt>
                <c:pt idx="27">
                  <c:v>36646</c:v>
                </c:pt>
                <c:pt idx="28">
                  <c:v>36677</c:v>
                </c:pt>
                <c:pt idx="29">
                  <c:v>36707</c:v>
                </c:pt>
                <c:pt idx="30">
                  <c:v>36738</c:v>
                </c:pt>
                <c:pt idx="31">
                  <c:v>36769</c:v>
                </c:pt>
                <c:pt idx="32">
                  <c:v>36799</c:v>
                </c:pt>
                <c:pt idx="33">
                  <c:v>36830</c:v>
                </c:pt>
                <c:pt idx="34">
                  <c:v>36860</c:v>
                </c:pt>
                <c:pt idx="35">
                  <c:v>36891</c:v>
                </c:pt>
                <c:pt idx="36">
                  <c:v>36922</c:v>
                </c:pt>
                <c:pt idx="37">
                  <c:v>36950</c:v>
                </c:pt>
                <c:pt idx="38">
                  <c:v>36981</c:v>
                </c:pt>
                <c:pt idx="39">
                  <c:v>37011</c:v>
                </c:pt>
                <c:pt idx="40">
                  <c:v>37042</c:v>
                </c:pt>
                <c:pt idx="41">
                  <c:v>37072</c:v>
                </c:pt>
                <c:pt idx="42">
                  <c:v>37103</c:v>
                </c:pt>
                <c:pt idx="43">
                  <c:v>37134</c:v>
                </c:pt>
                <c:pt idx="44">
                  <c:v>37164</c:v>
                </c:pt>
                <c:pt idx="45">
                  <c:v>37195</c:v>
                </c:pt>
                <c:pt idx="46">
                  <c:v>37225</c:v>
                </c:pt>
                <c:pt idx="47">
                  <c:v>37256</c:v>
                </c:pt>
                <c:pt idx="48">
                  <c:v>37287</c:v>
                </c:pt>
                <c:pt idx="49">
                  <c:v>37315</c:v>
                </c:pt>
                <c:pt idx="50">
                  <c:v>37346</c:v>
                </c:pt>
                <c:pt idx="51">
                  <c:v>37376</c:v>
                </c:pt>
                <c:pt idx="52">
                  <c:v>37407</c:v>
                </c:pt>
                <c:pt idx="53">
                  <c:v>37437</c:v>
                </c:pt>
                <c:pt idx="54">
                  <c:v>37468</c:v>
                </c:pt>
                <c:pt idx="55">
                  <c:v>37499</c:v>
                </c:pt>
                <c:pt idx="56">
                  <c:v>37529</c:v>
                </c:pt>
                <c:pt idx="57">
                  <c:v>37560</c:v>
                </c:pt>
                <c:pt idx="58">
                  <c:v>37590</c:v>
                </c:pt>
                <c:pt idx="59">
                  <c:v>37621</c:v>
                </c:pt>
                <c:pt idx="60">
                  <c:v>37652</c:v>
                </c:pt>
                <c:pt idx="61">
                  <c:v>37680</c:v>
                </c:pt>
                <c:pt idx="62">
                  <c:v>37711</c:v>
                </c:pt>
                <c:pt idx="63">
                  <c:v>37741</c:v>
                </c:pt>
                <c:pt idx="64">
                  <c:v>37772</c:v>
                </c:pt>
                <c:pt idx="65">
                  <c:v>37802</c:v>
                </c:pt>
                <c:pt idx="66">
                  <c:v>37833</c:v>
                </c:pt>
                <c:pt idx="67">
                  <c:v>37864</c:v>
                </c:pt>
                <c:pt idx="68">
                  <c:v>37894</c:v>
                </c:pt>
                <c:pt idx="69">
                  <c:v>37925</c:v>
                </c:pt>
                <c:pt idx="70">
                  <c:v>37955</c:v>
                </c:pt>
                <c:pt idx="71">
                  <c:v>37986</c:v>
                </c:pt>
                <c:pt idx="72">
                  <c:v>38017</c:v>
                </c:pt>
                <c:pt idx="73">
                  <c:v>38046</c:v>
                </c:pt>
                <c:pt idx="74">
                  <c:v>38077</c:v>
                </c:pt>
                <c:pt idx="75">
                  <c:v>38107</c:v>
                </c:pt>
                <c:pt idx="76">
                  <c:v>38138</c:v>
                </c:pt>
                <c:pt idx="77">
                  <c:v>38168</c:v>
                </c:pt>
                <c:pt idx="78">
                  <c:v>38199</c:v>
                </c:pt>
                <c:pt idx="79">
                  <c:v>38230</c:v>
                </c:pt>
                <c:pt idx="80">
                  <c:v>38260</c:v>
                </c:pt>
                <c:pt idx="81">
                  <c:v>38291</c:v>
                </c:pt>
                <c:pt idx="82">
                  <c:v>38321</c:v>
                </c:pt>
                <c:pt idx="83">
                  <c:v>38352</c:v>
                </c:pt>
                <c:pt idx="84">
                  <c:v>38383</c:v>
                </c:pt>
                <c:pt idx="85">
                  <c:v>38411</c:v>
                </c:pt>
                <c:pt idx="86">
                  <c:v>38442</c:v>
                </c:pt>
                <c:pt idx="87">
                  <c:v>38472</c:v>
                </c:pt>
                <c:pt idx="88">
                  <c:v>38503</c:v>
                </c:pt>
                <c:pt idx="89">
                  <c:v>38533</c:v>
                </c:pt>
                <c:pt idx="90">
                  <c:v>38564</c:v>
                </c:pt>
                <c:pt idx="91">
                  <c:v>38595</c:v>
                </c:pt>
                <c:pt idx="92">
                  <c:v>38625</c:v>
                </c:pt>
                <c:pt idx="93">
                  <c:v>38656</c:v>
                </c:pt>
                <c:pt idx="94">
                  <c:v>38686</c:v>
                </c:pt>
                <c:pt idx="95">
                  <c:v>38717</c:v>
                </c:pt>
                <c:pt idx="96">
                  <c:v>38748</c:v>
                </c:pt>
                <c:pt idx="97">
                  <c:v>38776</c:v>
                </c:pt>
                <c:pt idx="98">
                  <c:v>38807</c:v>
                </c:pt>
                <c:pt idx="99">
                  <c:v>38837</c:v>
                </c:pt>
                <c:pt idx="100">
                  <c:v>38868</c:v>
                </c:pt>
                <c:pt idx="101">
                  <c:v>38898</c:v>
                </c:pt>
                <c:pt idx="102">
                  <c:v>38929</c:v>
                </c:pt>
                <c:pt idx="103">
                  <c:v>38960</c:v>
                </c:pt>
                <c:pt idx="104">
                  <c:v>38990</c:v>
                </c:pt>
                <c:pt idx="105">
                  <c:v>39021</c:v>
                </c:pt>
                <c:pt idx="106">
                  <c:v>39051</c:v>
                </c:pt>
                <c:pt idx="107">
                  <c:v>39082</c:v>
                </c:pt>
                <c:pt idx="108">
                  <c:v>39113</c:v>
                </c:pt>
                <c:pt idx="109">
                  <c:v>39141</c:v>
                </c:pt>
                <c:pt idx="110">
                  <c:v>39172</c:v>
                </c:pt>
                <c:pt idx="111">
                  <c:v>39202</c:v>
                </c:pt>
                <c:pt idx="112">
                  <c:v>39233</c:v>
                </c:pt>
                <c:pt idx="113">
                  <c:v>39263</c:v>
                </c:pt>
                <c:pt idx="114">
                  <c:v>39294</c:v>
                </c:pt>
                <c:pt idx="115">
                  <c:v>39325</c:v>
                </c:pt>
                <c:pt idx="116">
                  <c:v>39355</c:v>
                </c:pt>
                <c:pt idx="117">
                  <c:v>39386</c:v>
                </c:pt>
                <c:pt idx="118">
                  <c:v>39416</c:v>
                </c:pt>
                <c:pt idx="119">
                  <c:v>39447</c:v>
                </c:pt>
                <c:pt idx="120">
                  <c:v>39478</c:v>
                </c:pt>
                <c:pt idx="121">
                  <c:v>39507</c:v>
                </c:pt>
                <c:pt idx="122">
                  <c:v>39538</c:v>
                </c:pt>
                <c:pt idx="123">
                  <c:v>39568</c:v>
                </c:pt>
                <c:pt idx="124">
                  <c:v>39599</c:v>
                </c:pt>
                <c:pt idx="125">
                  <c:v>39629</c:v>
                </c:pt>
                <c:pt idx="126">
                  <c:v>39660</c:v>
                </c:pt>
                <c:pt idx="127">
                  <c:v>39691</c:v>
                </c:pt>
                <c:pt idx="128">
                  <c:v>39721</c:v>
                </c:pt>
                <c:pt idx="129">
                  <c:v>39752</c:v>
                </c:pt>
                <c:pt idx="130">
                  <c:v>39782</c:v>
                </c:pt>
                <c:pt idx="131">
                  <c:v>39813</c:v>
                </c:pt>
                <c:pt idx="132">
                  <c:v>39844</c:v>
                </c:pt>
                <c:pt idx="133">
                  <c:v>39872</c:v>
                </c:pt>
                <c:pt idx="134">
                  <c:v>39903</c:v>
                </c:pt>
                <c:pt idx="135">
                  <c:v>39933</c:v>
                </c:pt>
                <c:pt idx="136">
                  <c:v>39964</c:v>
                </c:pt>
                <c:pt idx="137">
                  <c:v>39994</c:v>
                </c:pt>
                <c:pt idx="138">
                  <c:v>40025</c:v>
                </c:pt>
                <c:pt idx="139">
                  <c:v>40056</c:v>
                </c:pt>
                <c:pt idx="140">
                  <c:v>40086</c:v>
                </c:pt>
                <c:pt idx="141">
                  <c:v>40117</c:v>
                </c:pt>
                <c:pt idx="142">
                  <c:v>40147</c:v>
                </c:pt>
                <c:pt idx="143">
                  <c:v>40178</c:v>
                </c:pt>
                <c:pt idx="144">
                  <c:v>40209</c:v>
                </c:pt>
                <c:pt idx="145">
                  <c:v>40237</c:v>
                </c:pt>
                <c:pt idx="146">
                  <c:v>40268</c:v>
                </c:pt>
                <c:pt idx="147">
                  <c:v>40298</c:v>
                </c:pt>
                <c:pt idx="148">
                  <c:v>40329</c:v>
                </c:pt>
                <c:pt idx="149">
                  <c:v>40359</c:v>
                </c:pt>
                <c:pt idx="150">
                  <c:v>40390</c:v>
                </c:pt>
                <c:pt idx="151">
                  <c:v>40421</c:v>
                </c:pt>
                <c:pt idx="152">
                  <c:v>40451</c:v>
                </c:pt>
                <c:pt idx="153">
                  <c:v>40482</c:v>
                </c:pt>
                <c:pt idx="154">
                  <c:v>40512</c:v>
                </c:pt>
                <c:pt idx="155">
                  <c:v>40543</c:v>
                </c:pt>
                <c:pt idx="156">
                  <c:v>40574</c:v>
                </c:pt>
                <c:pt idx="157">
                  <c:v>40602</c:v>
                </c:pt>
                <c:pt idx="158">
                  <c:v>40633</c:v>
                </c:pt>
                <c:pt idx="159">
                  <c:v>40663</c:v>
                </c:pt>
                <c:pt idx="160">
                  <c:v>40694</c:v>
                </c:pt>
                <c:pt idx="161">
                  <c:v>40724</c:v>
                </c:pt>
                <c:pt idx="162">
                  <c:v>40755</c:v>
                </c:pt>
                <c:pt idx="163">
                  <c:v>40786</c:v>
                </c:pt>
                <c:pt idx="164">
                  <c:v>40816</c:v>
                </c:pt>
                <c:pt idx="165">
                  <c:v>40847</c:v>
                </c:pt>
                <c:pt idx="166">
                  <c:v>40877</c:v>
                </c:pt>
                <c:pt idx="167">
                  <c:v>40908</c:v>
                </c:pt>
                <c:pt idx="168">
                  <c:v>40939</c:v>
                </c:pt>
                <c:pt idx="169">
                  <c:v>40968</c:v>
                </c:pt>
                <c:pt idx="170">
                  <c:v>40999</c:v>
                </c:pt>
                <c:pt idx="171">
                  <c:v>41029</c:v>
                </c:pt>
                <c:pt idx="172">
                  <c:v>41060</c:v>
                </c:pt>
                <c:pt idx="173">
                  <c:v>41090</c:v>
                </c:pt>
                <c:pt idx="174">
                  <c:v>41121</c:v>
                </c:pt>
                <c:pt idx="175">
                  <c:v>41152</c:v>
                </c:pt>
                <c:pt idx="176">
                  <c:v>41182</c:v>
                </c:pt>
                <c:pt idx="177">
                  <c:v>41213</c:v>
                </c:pt>
                <c:pt idx="178">
                  <c:v>41243</c:v>
                </c:pt>
                <c:pt idx="179">
                  <c:v>41274</c:v>
                </c:pt>
                <c:pt idx="180">
                  <c:v>41305</c:v>
                </c:pt>
                <c:pt idx="181">
                  <c:v>41333</c:v>
                </c:pt>
                <c:pt idx="182">
                  <c:v>41364</c:v>
                </c:pt>
                <c:pt idx="183">
                  <c:v>41394</c:v>
                </c:pt>
                <c:pt idx="184">
                  <c:v>41425</c:v>
                </c:pt>
                <c:pt idx="185">
                  <c:v>41455</c:v>
                </c:pt>
                <c:pt idx="186">
                  <c:v>41486</c:v>
                </c:pt>
                <c:pt idx="187">
                  <c:v>41517</c:v>
                </c:pt>
                <c:pt idx="188">
                  <c:v>41547</c:v>
                </c:pt>
                <c:pt idx="189">
                  <c:v>41578</c:v>
                </c:pt>
                <c:pt idx="190">
                  <c:v>41608</c:v>
                </c:pt>
                <c:pt idx="191">
                  <c:v>41639</c:v>
                </c:pt>
                <c:pt idx="192">
                  <c:v>41670</c:v>
                </c:pt>
                <c:pt idx="193">
                  <c:v>41698</c:v>
                </c:pt>
                <c:pt idx="194">
                  <c:v>41729</c:v>
                </c:pt>
                <c:pt idx="195">
                  <c:v>41759</c:v>
                </c:pt>
                <c:pt idx="196">
                  <c:v>41790</c:v>
                </c:pt>
                <c:pt idx="197">
                  <c:v>41820</c:v>
                </c:pt>
                <c:pt idx="198">
                  <c:v>41851</c:v>
                </c:pt>
                <c:pt idx="199">
                  <c:v>41882</c:v>
                </c:pt>
                <c:pt idx="200">
                  <c:v>41912</c:v>
                </c:pt>
                <c:pt idx="201">
                  <c:v>41943</c:v>
                </c:pt>
                <c:pt idx="202">
                  <c:v>41973</c:v>
                </c:pt>
                <c:pt idx="203">
                  <c:v>42004</c:v>
                </c:pt>
                <c:pt idx="204">
                  <c:v>42035</c:v>
                </c:pt>
                <c:pt idx="205">
                  <c:v>42063</c:v>
                </c:pt>
                <c:pt idx="206">
                  <c:v>42094</c:v>
                </c:pt>
                <c:pt idx="207">
                  <c:v>42124</c:v>
                </c:pt>
                <c:pt idx="208">
                  <c:v>42155</c:v>
                </c:pt>
                <c:pt idx="209">
                  <c:v>42185</c:v>
                </c:pt>
                <c:pt idx="210">
                  <c:v>42216</c:v>
                </c:pt>
                <c:pt idx="211">
                  <c:v>42247</c:v>
                </c:pt>
                <c:pt idx="212">
                  <c:v>42277</c:v>
                </c:pt>
                <c:pt idx="213">
                  <c:v>42308</c:v>
                </c:pt>
                <c:pt idx="214">
                  <c:v>42338</c:v>
                </c:pt>
                <c:pt idx="215">
                  <c:v>42369</c:v>
                </c:pt>
                <c:pt idx="216">
                  <c:v>42400</c:v>
                </c:pt>
                <c:pt idx="217">
                  <c:v>42429</c:v>
                </c:pt>
                <c:pt idx="218">
                  <c:v>42460</c:v>
                </c:pt>
                <c:pt idx="219">
                  <c:v>42490</c:v>
                </c:pt>
                <c:pt idx="220">
                  <c:v>42521</c:v>
                </c:pt>
                <c:pt idx="221">
                  <c:v>42551</c:v>
                </c:pt>
                <c:pt idx="222">
                  <c:v>42582</c:v>
                </c:pt>
                <c:pt idx="223">
                  <c:v>42613</c:v>
                </c:pt>
                <c:pt idx="224">
                  <c:v>42643</c:v>
                </c:pt>
                <c:pt idx="225">
                  <c:v>42674</c:v>
                </c:pt>
                <c:pt idx="226">
                  <c:v>42704</c:v>
                </c:pt>
                <c:pt idx="227">
                  <c:v>42735</c:v>
                </c:pt>
                <c:pt idx="228">
                  <c:v>42766</c:v>
                </c:pt>
                <c:pt idx="229">
                  <c:v>42794</c:v>
                </c:pt>
                <c:pt idx="230">
                  <c:v>42825</c:v>
                </c:pt>
                <c:pt idx="231">
                  <c:v>42855</c:v>
                </c:pt>
                <c:pt idx="232">
                  <c:v>42886</c:v>
                </c:pt>
                <c:pt idx="233">
                  <c:v>42916</c:v>
                </c:pt>
                <c:pt idx="234">
                  <c:v>42947</c:v>
                </c:pt>
                <c:pt idx="235">
                  <c:v>42978</c:v>
                </c:pt>
                <c:pt idx="236">
                  <c:v>43008</c:v>
                </c:pt>
                <c:pt idx="237">
                  <c:v>43039</c:v>
                </c:pt>
                <c:pt idx="238">
                  <c:v>43069</c:v>
                </c:pt>
                <c:pt idx="239">
                  <c:v>43100</c:v>
                </c:pt>
                <c:pt idx="240">
                  <c:v>43131</c:v>
                </c:pt>
                <c:pt idx="241">
                  <c:v>43159</c:v>
                </c:pt>
                <c:pt idx="242">
                  <c:v>43190</c:v>
                </c:pt>
                <c:pt idx="243">
                  <c:v>43220</c:v>
                </c:pt>
                <c:pt idx="244">
                  <c:v>43251</c:v>
                </c:pt>
                <c:pt idx="245">
                  <c:v>43281</c:v>
                </c:pt>
                <c:pt idx="246">
                  <c:v>43312</c:v>
                </c:pt>
                <c:pt idx="247">
                  <c:v>43343</c:v>
                </c:pt>
                <c:pt idx="248">
                  <c:v>43373</c:v>
                </c:pt>
                <c:pt idx="249">
                  <c:v>43404</c:v>
                </c:pt>
                <c:pt idx="250">
                  <c:v>43434</c:v>
                </c:pt>
                <c:pt idx="251">
                  <c:v>43465</c:v>
                </c:pt>
                <c:pt idx="252">
                  <c:v>43496</c:v>
                </c:pt>
                <c:pt idx="253">
                  <c:v>43524</c:v>
                </c:pt>
                <c:pt idx="254">
                  <c:v>43555</c:v>
                </c:pt>
                <c:pt idx="255">
                  <c:v>43585</c:v>
                </c:pt>
                <c:pt idx="256">
                  <c:v>43616</c:v>
                </c:pt>
                <c:pt idx="257">
                  <c:v>43646</c:v>
                </c:pt>
                <c:pt idx="258">
                  <c:v>43677</c:v>
                </c:pt>
                <c:pt idx="259">
                  <c:v>43708</c:v>
                </c:pt>
                <c:pt idx="260">
                  <c:v>43738</c:v>
                </c:pt>
                <c:pt idx="261">
                  <c:v>43769</c:v>
                </c:pt>
                <c:pt idx="262">
                  <c:v>43799</c:v>
                </c:pt>
                <c:pt idx="263">
                  <c:v>43830</c:v>
                </c:pt>
                <c:pt idx="264">
                  <c:v>43861</c:v>
                </c:pt>
                <c:pt idx="265">
                  <c:v>43890</c:v>
                </c:pt>
                <c:pt idx="266">
                  <c:v>43921</c:v>
                </c:pt>
                <c:pt idx="267">
                  <c:v>43951</c:v>
                </c:pt>
                <c:pt idx="268">
                  <c:v>43982</c:v>
                </c:pt>
                <c:pt idx="269">
                  <c:v>44012</c:v>
                </c:pt>
                <c:pt idx="270">
                  <c:v>44043</c:v>
                </c:pt>
                <c:pt idx="271">
                  <c:v>44074</c:v>
                </c:pt>
                <c:pt idx="272">
                  <c:v>44104</c:v>
                </c:pt>
                <c:pt idx="273">
                  <c:v>44135</c:v>
                </c:pt>
                <c:pt idx="274">
                  <c:v>44165</c:v>
                </c:pt>
                <c:pt idx="275">
                  <c:v>44196</c:v>
                </c:pt>
                <c:pt idx="276">
                  <c:v>44227</c:v>
                </c:pt>
                <c:pt idx="277">
                  <c:v>44255</c:v>
                </c:pt>
                <c:pt idx="278">
                  <c:v>44286</c:v>
                </c:pt>
                <c:pt idx="279">
                  <c:v>44316</c:v>
                </c:pt>
                <c:pt idx="280">
                  <c:v>44347</c:v>
                </c:pt>
                <c:pt idx="281">
                  <c:v>44377</c:v>
                </c:pt>
                <c:pt idx="282">
                  <c:v>44408</c:v>
                </c:pt>
                <c:pt idx="283">
                  <c:v>44439</c:v>
                </c:pt>
                <c:pt idx="284">
                  <c:v>44469</c:v>
                </c:pt>
                <c:pt idx="285">
                  <c:v>44500</c:v>
                </c:pt>
                <c:pt idx="286">
                  <c:v>44530</c:v>
                </c:pt>
                <c:pt idx="287">
                  <c:v>44561</c:v>
                </c:pt>
                <c:pt idx="288">
                  <c:v>44592</c:v>
                </c:pt>
                <c:pt idx="289">
                  <c:v>44620</c:v>
                </c:pt>
                <c:pt idx="290">
                  <c:v>44651</c:v>
                </c:pt>
                <c:pt idx="291">
                  <c:v>44681</c:v>
                </c:pt>
                <c:pt idx="292">
                  <c:v>44712</c:v>
                </c:pt>
                <c:pt idx="293">
                  <c:v>44742</c:v>
                </c:pt>
                <c:pt idx="294">
                  <c:v>44773</c:v>
                </c:pt>
                <c:pt idx="295">
                  <c:v>44804</c:v>
                </c:pt>
                <c:pt idx="296">
                  <c:v>44834</c:v>
                </c:pt>
                <c:pt idx="297">
                  <c:v>44865</c:v>
                </c:pt>
                <c:pt idx="298">
                  <c:v>44895</c:v>
                </c:pt>
                <c:pt idx="299">
                  <c:v>44926</c:v>
                </c:pt>
                <c:pt idx="300">
                  <c:v>44957</c:v>
                </c:pt>
                <c:pt idx="301">
                  <c:v>44985</c:v>
                </c:pt>
                <c:pt idx="302">
                  <c:v>45016</c:v>
                </c:pt>
                <c:pt idx="303">
                  <c:v>45046</c:v>
                </c:pt>
                <c:pt idx="304">
                  <c:v>45077</c:v>
                </c:pt>
                <c:pt idx="305">
                  <c:v>45107</c:v>
                </c:pt>
                <c:pt idx="306">
                  <c:v>45138</c:v>
                </c:pt>
                <c:pt idx="307">
                  <c:v>45169</c:v>
                </c:pt>
                <c:pt idx="308">
                  <c:v>45199</c:v>
                </c:pt>
                <c:pt idx="309">
                  <c:v>45230</c:v>
                </c:pt>
                <c:pt idx="310">
                  <c:v>45260</c:v>
                </c:pt>
                <c:pt idx="311">
                  <c:v>45291</c:v>
                </c:pt>
                <c:pt idx="312">
                  <c:v>45322</c:v>
                </c:pt>
                <c:pt idx="313">
                  <c:v>45351</c:v>
                </c:pt>
                <c:pt idx="314">
                  <c:v>45382</c:v>
                </c:pt>
                <c:pt idx="315">
                  <c:v>45412</c:v>
                </c:pt>
                <c:pt idx="316">
                  <c:v>45443</c:v>
                </c:pt>
                <c:pt idx="317">
                  <c:v>45473</c:v>
                </c:pt>
                <c:pt idx="318">
                  <c:v>45504</c:v>
                </c:pt>
                <c:pt idx="319">
                  <c:v>45535</c:v>
                </c:pt>
                <c:pt idx="320">
                  <c:v>45565</c:v>
                </c:pt>
                <c:pt idx="321">
                  <c:v>45596</c:v>
                </c:pt>
                <c:pt idx="322">
                  <c:v>45626</c:v>
                </c:pt>
                <c:pt idx="323">
                  <c:v>45657</c:v>
                </c:pt>
                <c:pt idx="324">
                  <c:v>45688</c:v>
                </c:pt>
                <c:pt idx="325">
                  <c:v>45716</c:v>
                </c:pt>
                <c:pt idx="326">
                  <c:v>45747</c:v>
                </c:pt>
                <c:pt idx="327">
                  <c:v>45777</c:v>
                </c:pt>
                <c:pt idx="328">
                  <c:v>45808</c:v>
                </c:pt>
                <c:pt idx="329">
                  <c:v>45838</c:v>
                </c:pt>
                <c:pt idx="330">
                  <c:v>45869</c:v>
                </c:pt>
                <c:pt idx="331">
                  <c:v>45900</c:v>
                </c:pt>
                <c:pt idx="332">
                  <c:v>45930</c:v>
                </c:pt>
                <c:pt idx="333">
                  <c:v>45961</c:v>
                </c:pt>
                <c:pt idx="334">
                  <c:v>45991</c:v>
                </c:pt>
                <c:pt idx="335">
                  <c:v>46022</c:v>
                </c:pt>
              </c:numCache>
            </c:numRef>
          </c:cat>
          <c:val>
            <c:numRef>
              <c:f>'Prime de Risque US'!$C$3:$C$338</c:f>
              <c:numCache>
                <c:formatCode>#,##0.00</c:formatCode>
                <c:ptCount val="336"/>
                <c:pt idx="0">
                  <c:v>-0.38</c:v>
                </c:pt>
                <c:pt idx="1">
                  <c:v>-0.41</c:v>
                </c:pt>
                <c:pt idx="2">
                  <c:v>-0.86</c:v>
                </c:pt>
                <c:pt idx="3">
                  <c:v>-1.08</c:v>
                </c:pt>
                <c:pt idx="4">
                  <c:v>-1.1399999999999999</c:v>
                </c:pt>
                <c:pt idx="5">
                  <c:v>-0.99</c:v>
                </c:pt>
                <c:pt idx="6">
                  <c:v>-0.9</c:v>
                </c:pt>
                <c:pt idx="7">
                  <c:v>-1.04</c:v>
                </c:pt>
                <c:pt idx="8">
                  <c:v>-0.2</c:v>
                </c:pt>
                <c:pt idx="9">
                  <c:v>0.62</c:v>
                </c:pt>
                <c:pt idx="10">
                  <c:v>0.32</c:v>
                </c:pt>
                <c:pt idx="11">
                  <c:v>-0.16</c:v>
                </c:pt>
                <c:pt idx="12">
                  <c:v>-0.5</c:v>
                </c:pt>
                <c:pt idx="13">
                  <c:v>-0.78</c:v>
                </c:pt>
                <c:pt idx="14">
                  <c:v>-0.97</c:v>
                </c:pt>
                <c:pt idx="15">
                  <c:v>-1.17</c:v>
                </c:pt>
                <c:pt idx="16">
                  <c:v>-1.53</c:v>
                </c:pt>
                <c:pt idx="17">
                  <c:v>-1.84</c:v>
                </c:pt>
                <c:pt idx="18">
                  <c:v>-1.8</c:v>
                </c:pt>
                <c:pt idx="19">
                  <c:v>-1.95</c:v>
                </c:pt>
                <c:pt idx="20">
                  <c:v>-1.72</c:v>
                </c:pt>
                <c:pt idx="21">
                  <c:v>-1.67</c:v>
                </c:pt>
                <c:pt idx="22">
                  <c:v>-1.59</c:v>
                </c:pt>
                <c:pt idx="23">
                  <c:v>-2.19</c:v>
                </c:pt>
                <c:pt idx="24">
                  <c:v>-2.6</c:v>
                </c:pt>
                <c:pt idx="25">
                  <c:v>-2.6</c:v>
                </c:pt>
                <c:pt idx="26">
                  <c:v>-2.1</c:v>
                </c:pt>
                <c:pt idx="27">
                  <c:v>-1.76</c:v>
                </c:pt>
                <c:pt idx="28">
                  <c:v>-2.2200000000000002</c:v>
                </c:pt>
                <c:pt idx="29">
                  <c:v>-1.92</c:v>
                </c:pt>
                <c:pt idx="30">
                  <c:v>-1.87</c:v>
                </c:pt>
                <c:pt idx="31">
                  <c:v>-1.59</c:v>
                </c:pt>
                <c:pt idx="32">
                  <c:v>-1.57</c:v>
                </c:pt>
                <c:pt idx="33">
                  <c:v>-1.52</c:v>
                </c:pt>
                <c:pt idx="34">
                  <c:v>-1.06</c:v>
                </c:pt>
                <c:pt idx="35">
                  <c:v>-0.77</c:v>
                </c:pt>
                <c:pt idx="36">
                  <c:v>-0.69</c:v>
                </c:pt>
                <c:pt idx="37">
                  <c:v>-0.52</c:v>
                </c:pt>
                <c:pt idx="38">
                  <c:v>0.19</c:v>
                </c:pt>
                <c:pt idx="39">
                  <c:v>-0.06</c:v>
                </c:pt>
                <c:pt idx="40">
                  <c:v>-0.7</c:v>
                </c:pt>
                <c:pt idx="41">
                  <c:v>-0.65</c:v>
                </c:pt>
                <c:pt idx="42">
                  <c:v>-0.61</c:v>
                </c:pt>
                <c:pt idx="43">
                  <c:v>-0.28999999999999998</c:v>
                </c:pt>
                <c:pt idx="44">
                  <c:v>0.04</c:v>
                </c:pt>
                <c:pt idx="45">
                  <c:v>0.9</c:v>
                </c:pt>
                <c:pt idx="46">
                  <c:v>-0.01</c:v>
                </c:pt>
                <c:pt idx="47">
                  <c:v>-0.45</c:v>
                </c:pt>
                <c:pt idx="48">
                  <c:v>-0.41</c:v>
                </c:pt>
                <c:pt idx="49">
                  <c:v>-0.02</c:v>
                </c:pt>
                <c:pt idx="50">
                  <c:v>-0.47</c:v>
                </c:pt>
                <c:pt idx="51">
                  <c:v>-0.4</c:v>
                </c:pt>
                <c:pt idx="52">
                  <c:v>-0.2</c:v>
                </c:pt>
                <c:pt idx="53">
                  <c:v>0.2</c:v>
                </c:pt>
                <c:pt idx="54">
                  <c:v>0.86</c:v>
                </c:pt>
                <c:pt idx="55">
                  <c:v>1.77</c:v>
                </c:pt>
                <c:pt idx="56">
                  <c:v>2.16</c:v>
                </c:pt>
                <c:pt idx="57">
                  <c:v>2.4300000000000002</c:v>
                </c:pt>
                <c:pt idx="58">
                  <c:v>2.09</c:v>
                </c:pt>
                <c:pt idx="59">
                  <c:v>2.11</c:v>
                </c:pt>
                <c:pt idx="60">
                  <c:v>2.0499999999999998</c:v>
                </c:pt>
                <c:pt idx="61">
                  <c:v>2.1</c:v>
                </c:pt>
                <c:pt idx="62">
                  <c:v>2.64</c:v>
                </c:pt>
                <c:pt idx="63">
                  <c:v>2.3199999999999998</c:v>
                </c:pt>
                <c:pt idx="64">
                  <c:v>2.41</c:v>
                </c:pt>
                <c:pt idx="65">
                  <c:v>2.65</c:v>
                </c:pt>
                <c:pt idx="66">
                  <c:v>1.63</c:v>
                </c:pt>
                <c:pt idx="67">
                  <c:v>1.41</c:v>
                </c:pt>
                <c:pt idx="68">
                  <c:v>1.59</c:v>
                </c:pt>
                <c:pt idx="69">
                  <c:v>1.42</c:v>
                </c:pt>
                <c:pt idx="70">
                  <c:v>1.36</c:v>
                </c:pt>
                <c:pt idx="71">
                  <c:v>1.48</c:v>
                </c:pt>
                <c:pt idx="72">
                  <c:v>1.32</c:v>
                </c:pt>
                <c:pt idx="73">
                  <c:v>1.39</c:v>
                </c:pt>
                <c:pt idx="74">
                  <c:v>1.65</c:v>
                </c:pt>
                <c:pt idx="75">
                  <c:v>1.46</c:v>
                </c:pt>
                <c:pt idx="76">
                  <c:v>1.0900000000000001</c:v>
                </c:pt>
                <c:pt idx="77">
                  <c:v>1.48</c:v>
                </c:pt>
                <c:pt idx="78">
                  <c:v>1.76</c:v>
                </c:pt>
                <c:pt idx="79">
                  <c:v>1.98</c:v>
                </c:pt>
                <c:pt idx="80">
                  <c:v>2.3199999999999998</c:v>
                </c:pt>
                <c:pt idx="81">
                  <c:v>2.35</c:v>
                </c:pt>
                <c:pt idx="82">
                  <c:v>2.2599999999999998</c:v>
                </c:pt>
                <c:pt idx="83">
                  <c:v>1.93</c:v>
                </c:pt>
                <c:pt idx="84">
                  <c:v>1.88</c:v>
                </c:pt>
                <c:pt idx="85">
                  <c:v>2.0699999999999998</c:v>
                </c:pt>
                <c:pt idx="86">
                  <c:v>1.66</c:v>
                </c:pt>
                <c:pt idx="87">
                  <c:v>2.1800000000000002</c:v>
                </c:pt>
                <c:pt idx="88">
                  <c:v>2.38</c:v>
                </c:pt>
                <c:pt idx="89">
                  <c:v>2.5299999999999998</c:v>
                </c:pt>
                <c:pt idx="90">
                  <c:v>2.29</c:v>
                </c:pt>
                <c:pt idx="91">
                  <c:v>2.21</c:v>
                </c:pt>
                <c:pt idx="92">
                  <c:v>2.4700000000000002</c:v>
                </c:pt>
                <c:pt idx="93">
                  <c:v>2.21</c:v>
                </c:pt>
                <c:pt idx="94">
                  <c:v>2.37</c:v>
                </c:pt>
                <c:pt idx="95">
                  <c:v>2.13</c:v>
                </c:pt>
                <c:pt idx="96">
                  <c:v>2.1800000000000002</c:v>
                </c:pt>
                <c:pt idx="97">
                  <c:v>2.0299999999999998</c:v>
                </c:pt>
                <c:pt idx="98">
                  <c:v>1.94</c:v>
                </c:pt>
                <c:pt idx="99">
                  <c:v>1.62</c:v>
                </c:pt>
                <c:pt idx="100">
                  <c:v>1.51</c:v>
                </c:pt>
                <c:pt idx="101">
                  <c:v>2.14</c:v>
                </c:pt>
                <c:pt idx="102">
                  <c:v>2.16</c:v>
                </c:pt>
                <c:pt idx="103">
                  <c:v>2.25</c:v>
                </c:pt>
                <c:pt idx="104">
                  <c:v>2.23</c:v>
                </c:pt>
                <c:pt idx="105">
                  <c:v>2.2200000000000002</c:v>
                </c:pt>
                <c:pt idx="106">
                  <c:v>2.13</c:v>
                </c:pt>
                <c:pt idx="107">
                  <c:v>2.04</c:v>
                </c:pt>
                <c:pt idx="108">
                  <c:v>1.84</c:v>
                </c:pt>
                <c:pt idx="109">
                  <c:v>1.74</c:v>
                </c:pt>
                <c:pt idx="110">
                  <c:v>2.2799999999999998</c:v>
                </c:pt>
                <c:pt idx="111">
                  <c:v>2.15</c:v>
                </c:pt>
                <c:pt idx="112">
                  <c:v>1.78</c:v>
                </c:pt>
                <c:pt idx="113">
                  <c:v>1.42</c:v>
                </c:pt>
                <c:pt idx="114">
                  <c:v>1.52</c:v>
                </c:pt>
                <c:pt idx="115">
                  <c:v>1.78</c:v>
                </c:pt>
                <c:pt idx="116">
                  <c:v>2.59</c:v>
                </c:pt>
                <c:pt idx="117">
                  <c:v>2.0499999999999998</c:v>
                </c:pt>
                <c:pt idx="118">
                  <c:v>2.67</c:v>
                </c:pt>
                <c:pt idx="119">
                  <c:v>2.72</c:v>
                </c:pt>
                <c:pt idx="120">
                  <c:v>3.14</c:v>
                </c:pt>
                <c:pt idx="121">
                  <c:v>3.54</c:v>
                </c:pt>
                <c:pt idx="122">
                  <c:v>3.77</c:v>
                </c:pt>
                <c:pt idx="123">
                  <c:v>3.9</c:v>
                </c:pt>
                <c:pt idx="124">
                  <c:v>3.19</c:v>
                </c:pt>
                <c:pt idx="125">
                  <c:v>2.97</c:v>
                </c:pt>
                <c:pt idx="126">
                  <c:v>3.5</c:v>
                </c:pt>
                <c:pt idx="127">
                  <c:v>3.96</c:v>
                </c:pt>
                <c:pt idx="128">
                  <c:v>4.16</c:v>
                </c:pt>
                <c:pt idx="129">
                  <c:v>4.83</c:v>
                </c:pt>
                <c:pt idx="130">
                  <c:v>6.74</c:v>
                </c:pt>
                <c:pt idx="131">
                  <c:v>8.14</c:v>
                </c:pt>
                <c:pt idx="132">
                  <c:v>6.55</c:v>
                </c:pt>
                <c:pt idx="133">
                  <c:v>6.2</c:v>
                </c:pt>
                <c:pt idx="134">
                  <c:v>5.95</c:v>
                </c:pt>
                <c:pt idx="135">
                  <c:v>5.57</c:v>
                </c:pt>
                <c:pt idx="136">
                  <c:v>4.29</c:v>
                </c:pt>
                <c:pt idx="137">
                  <c:v>3.86</c:v>
                </c:pt>
                <c:pt idx="138">
                  <c:v>3.93</c:v>
                </c:pt>
                <c:pt idx="139">
                  <c:v>3.83</c:v>
                </c:pt>
                <c:pt idx="140">
                  <c:v>3.66</c:v>
                </c:pt>
                <c:pt idx="141">
                  <c:v>3.32</c:v>
                </c:pt>
                <c:pt idx="142">
                  <c:v>3.31</c:v>
                </c:pt>
                <c:pt idx="143">
                  <c:v>3.26</c:v>
                </c:pt>
                <c:pt idx="144">
                  <c:v>3.18</c:v>
                </c:pt>
                <c:pt idx="145">
                  <c:v>3.22</c:v>
                </c:pt>
                <c:pt idx="146">
                  <c:v>3.67</c:v>
                </c:pt>
                <c:pt idx="147">
                  <c:v>3.1</c:v>
                </c:pt>
                <c:pt idx="148">
                  <c:v>3.53</c:v>
                </c:pt>
                <c:pt idx="149">
                  <c:v>4.6900000000000004</c:v>
                </c:pt>
                <c:pt idx="150">
                  <c:v>5.17</c:v>
                </c:pt>
                <c:pt idx="151">
                  <c:v>5.48</c:v>
                </c:pt>
                <c:pt idx="152">
                  <c:v>5.67</c:v>
                </c:pt>
                <c:pt idx="153">
                  <c:v>5.31</c:v>
                </c:pt>
                <c:pt idx="154">
                  <c:v>5.09</c:v>
                </c:pt>
                <c:pt idx="155">
                  <c:v>4.67</c:v>
                </c:pt>
                <c:pt idx="156">
                  <c:v>4.29</c:v>
                </c:pt>
                <c:pt idx="157">
                  <c:v>4.01</c:v>
                </c:pt>
                <c:pt idx="158">
                  <c:v>3.97</c:v>
                </c:pt>
                <c:pt idx="159">
                  <c:v>4.32</c:v>
                </c:pt>
                <c:pt idx="160">
                  <c:v>4.6100000000000003</c:v>
                </c:pt>
                <c:pt idx="161">
                  <c:v>4.83</c:v>
                </c:pt>
                <c:pt idx="162">
                  <c:v>5.0199999999999996</c:v>
                </c:pt>
                <c:pt idx="163">
                  <c:v>5.72</c:v>
                </c:pt>
                <c:pt idx="164">
                  <c:v>7.01</c:v>
                </c:pt>
                <c:pt idx="165">
                  <c:v>6.84</c:v>
                </c:pt>
                <c:pt idx="166">
                  <c:v>6.77</c:v>
                </c:pt>
                <c:pt idx="167">
                  <c:v>6.8</c:v>
                </c:pt>
                <c:pt idx="168">
                  <c:v>6.81</c:v>
                </c:pt>
                <c:pt idx="169">
                  <c:v>6.17</c:v>
                </c:pt>
                <c:pt idx="170">
                  <c:v>5.59</c:v>
                </c:pt>
                <c:pt idx="171">
                  <c:v>5.71</c:v>
                </c:pt>
                <c:pt idx="172">
                  <c:v>6.13</c:v>
                </c:pt>
                <c:pt idx="173">
                  <c:v>6.81</c:v>
                </c:pt>
                <c:pt idx="174">
                  <c:v>6.9</c:v>
                </c:pt>
                <c:pt idx="175">
                  <c:v>6.33</c:v>
                </c:pt>
                <c:pt idx="176">
                  <c:v>6.11</c:v>
                </c:pt>
                <c:pt idx="177">
                  <c:v>5.82</c:v>
                </c:pt>
                <c:pt idx="178">
                  <c:v>6.49</c:v>
                </c:pt>
                <c:pt idx="179">
                  <c:v>6.42</c:v>
                </c:pt>
                <c:pt idx="180">
                  <c:v>5.79</c:v>
                </c:pt>
                <c:pt idx="181">
                  <c:v>5.36</c:v>
                </c:pt>
                <c:pt idx="182">
                  <c:v>5.29</c:v>
                </c:pt>
                <c:pt idx="183">
                  <c:v>5.49</c:v>
                </c:pt>
                <c:pt idx="184">
                  <c:v>5.38</c:v>
                </c:pt>
                <c:pt idx="185">
                  <c:v>4.5599999999999996</c:v>
                </c:pt>
                <c:pt idx="186">
                  <c:v>4.4800000000000004</c:v>
                </c:pt>
                <c:pt idx="187">
                  <c:v>4.1500000000000004</c:v>
                </c:pt>
                <c:pt idx="188">
                  <c:v>4.08</c:v>
                </c:pt>
                <c:pt idx="189">
                  <c:v>4.13</c:v>
                </c:pt>
                <c:pt idx="190">
                  <c:v>3.86</c:v>
                </c:pt>
                <c:pt idx="191">
                  <c:v>3.68</c:v>
                </c:pt>
                <c:pt idx="192">
                  <c:v>3.64</c:v>
                </c:pt>
                <c:pt idx="193">
                  <c:v>3.68</c:v>
                </c:pt>
                <c:pt idx="194">
                  <c:v>3.75</c:v>
                </c:pt>
                <c:pt idx="195">
                  <c:v>3.68</c:v>
                </c:pt>
                <c:pt idx="196">
                  <c:v>3.91</c:v>
                </c:pt>
                <c:pt idx="197">
                  <c:v>3.87</c:v>
                </c:pt>
                <c:pt idx="198">
                  <c:v>3.77</c:v>
                </c:pt>
                <c:pt idx="199">
                  <c:v>4.05</c:v>
                </c:pt>
                <c:pt idx="200">
                  <c:v>3.94</c:v>
                </c:pt>
                <c:pt idx="201">
                  <c:v>4.04</c:v>
                </c:pt>
                <c:pt idx="202">
                  <c:v>4.49</c:v>
                </c:pt>
                <c:pt idx="203">
                  <c:v>3.96</c:v>
                </c:pt>
                <c:pt idx="204">
                  <c:v>4.29</c:v>
                </c:pt>
                <c:pt idx="205">
                  <c:v>4.1900000000000004</c:v>
                </c:pt>
                <c:pt idx="206">
                  <c:v>3.76</c:v>
                </c:pt>
                <c:pt idx="207">
                  <c:v>3.87</c:v>
                </c:pt>
                <c:pt idx="208">
                  <c:v>3.67</c:v>
                </c:pt>
                <c:pt idx="209">
                  <c:v>3.51</c:v>
                </c:pt>
                <c:pt idx="210">
                  <c:v>3.58</c:v>
                </c:pt>
                <c:pt idx="211">
                  <c:v>3.75</c:v>
                </c:pt>
                <c:pt idx="212">
                  <c:v>3.84</c:v>
                </c:pt>
                <c:pt idx="213">
                  <c:v>4.2</c:v>
                </c:pt>
                <c:pt idx="214">
                  <c:v>4.01</c:v>
                </c:pt>
                <c:pt idx="215">
                  <c:v>3.76</c:v>
                </c:pt>
                <c:pt idx="216">
                  <c:v>4.53</c:v>
                </c:pt>
                <c:pt idx="217">
                  <c:v>4.84</c:v>
                </c:pt>
                <c:pt idx="218">
                  <c:v>4.51</c:v>
                </c:pt>
                <c:pt idx="219">
                  <c:v>4.09</c:v>
                </c:pt>
                <c:pt idx="220">
                  <c:v>4.09</c:v>
                </c:pt>
                <c:pt idx="221">
                  <c:v>4.4000000000000004</c:v>
                </c:pt>
                <c:pt idx="222">
                  <c:v>4.3</c:v>
                </c:pt>
                <c:pt idx="223">
                  <c:v>4.24</c:v>
                </c:pt>
                <c:pt idx="224">
                  <c:v>4.32</c:v>
                </c:pt>
                <c:pt idx="225">
                  <c:v>4.1900000000000004</c:v>
                </c:pt>
                <c:pt idx="226">
                  <c:v>3.8</c:v>
                </c:pt>
                <c:pt idx="227">
                  <c:v>3.26</c:v>
                </c:pt>
                <c:pt idx="228">
                  <c:v>3.32</c:v>
                </c:pt>
                <c:pt idx="229">
                  <c:v>3.33</c:v>
                </c:pt>
                <c:pt idx="230">
                  <c:v>3.07</c:v>
                </c:pt>
                <c:pt idx="231">
                  <c:v>3.21</c:v>
                </c:pt>
                <c:pt idx="232">
                  <c:v>3.37</c:v>
                </c:pt>
                <c:pt idx="233">
                  <c:v>3.34</c:v>
                </c:pt>
                <c:pt idx="234">
                  <c:v>3.21</c:v>
                </c:pt>
                <c:pt idx="235">
                  <c:v>3.27</c:v>
                </c:pt>
                <c:pt idx="236">
                  <c:v>3.32</c:v>
                </c:pt>
                <c:pt idx="237">
                  <c:v>3.16</c:v>
                </c:pt>
                <c:pt idx="238">
                  <c:v>3.07</c:v>
                </c:pt>
                <c:pt idx="239">
                  <c:v>2.91</c:v>
                </c:pt>
                <c:pt idx="240">
                  <c:v>2.73</c:v>
                </c:pt>
                <c:pt idx="241">
                  <c:v>2.86</c:v>
                </c:pt>
                <c:pt idx="242">
                  <c:v>2.84</c:v>
                </c:pt>
                <c:pt idx="243">
                  <c:v>2.81</c:v>
                </c:pt>
                <c:pt idx="244">
                  <c:v>2.84</c:v>
                </c:pt>
                <c:pt idx="245">
                  <c:v>2.94</c:v>
                </c:pt>
                <c:pt idx="246">
                  <c:v>2.96</c:v>
                </c:pt>
                <c:pt idx="247">
                  <c:v>2.95</c:v>
                </c:pt>
                <c:pt idx="248">
                  <c:v>2.92</c:v>
                </c:pt>
                <c:pt idx="249">
                  <c:v>2.64</c:v>
                </c:pt>
                <c:pt idx="250">
                  <c:v>3.18</c:v>
                </c:pt>
                <c:pt idx="251">
                  <c:v>3.47</c:v>
                </c:pt>
                <c:pt idx="252">
                  <c:v>4.05</c:v>
                </c:pt>
                <c:pt idx="253">
                  <c:v>3.38</c:v>
                </c:pt>
                <c:pt idx="254">
                  <c:v>3.38</c:v>
                </c:pt>
                <c:pt idx="255">
                  <c:v>3.42</c:v>
                </c:pt>
                <c:pt idx="256">
                  <c:v>3.39</c:v>
                </c:pt>
                <c:pt idx="257">
                  <c:v>3.82</c:v>
                </c:pt>
                <c:pt idx="258">
                  <c:v>3.69</c:v>
                </c:pt>
                <c:pt idx="259">
                  <c:v>4.3</c:v>
                </c:pt>
                <c:pt idx="260">
                  <c:v>4.2300000000000004</c:v>
                </c:pt>
                <c:pt idx="261">
                  <c:v>3.94</c:v>
                </c:pt>
                <c:pt idx="262">
                  <c:v>3.7</c:v>
                </c:pt>
                <c:pt idx="263">
                  <c:v>3.65</c:v>
                </c:pt>
                <c:pt idx="264">
                  <c:v>3.63</c:v>
                </c:pt>
                <c:pt idx="265">
                  <c:v>3.75</c:v>
                </c:pt>
                <c:pt idx="266">
                  <c:v>4.2300000000000004</c:v>
                </c:pt>
                <c:pt idx="267">
                  <c:v>6.44</c:v>
                </c:pt>
                <c:pt idx="268">
                  <c:v>4.25</c:v>
                </c:pt>
                <c:pt idx="269">
                  <c:v>4.1900000000000004</c:v>
                </c:pt>
                <c:pt idx="270">
                  <c:v>3.87</c:v>
                </c:pt>
                <c:pt idx="271">
                  <c:v>3.77</c:v>
                </c:pt>
                <c:pt idx="272">
                  <c:v>3.72</c:v>
                </c:pt>
                <c:pt idx="273">
                  <c:v>3.61</c:v>
                </c:pt>
                <c:pt idx="274">
                  <c:v>3.53</c:v>
                </c:pt>
                <c:pt idx="275">
                  <c:v>3.51</c:v>
                </c:pt>
                <c:pt idx="276">
                  <c:v>3.19</c:v>
                </c:pt>
                <c:pt idx="277">
                  <c:v>3.01</c:v>
                </c:pt>
                <c:pt idx="278">
                  <c:v>2.71</c:v>
                </c:pt>
                <c:pt idx="279">
                  <c:v>2.71</c:v>
                </c:pt>
                <c:pt idx="280">
                  <c:v>2.73</c:v>
                </c:pt>
                <c:pt idx="281">
                  <c:v>3.13</c:v>
                </c:pt>
                <c:pt idx="282">
                  <c:v>3.17</c:v>
                </c:pt>
                <c:pt idx="283">
                  <c:v>3.21</c:v>
                </c:pt>
                <c:pt idx="284">
                  <c:v>3.25</c:v>
                </c:pt>
                <c:pt idx="285">
                  <c:v>3.15</c:v>
                </c:pt>
                <c:pt idx="286">
                  <c:v>3.17</c:v>
                </c:pt>
                <c:pt idx="287">
                  <c:v>3</c:v>
                </c:pt>
                <c:pt idx="288">
                  <c:v>2.79</c:v>
                </c:pt>
                <c:pt idx="289">
                  <c:v>2.89</c:v>
                </c:pt>
                <c:pt idx="290">
                  <c:v>2.79</c:v>
                </c:pt>
                <c:pt idx="291">
                  <c:v>2.35</c:v>
                </c:pt>
                <c:pt idx="292">
                  <c:v>2.2000000000000002</c:v>
                </c:pt>
                <c:pt idx="293">
                  <c:v>2.79</c:v>
                </c:pt>
                <c:pt idx="294">
                  <c:v>3.25</c:v>
                </c:pt>
                <c:pt idx="295">
                  <c:v>3.25</c:v>
                </c:pt>
                <c:pt idx="296">
                  <c:v>2.35</c:v>
                </c:pt>
                <c:pt idx="297">
                  <c:v>1.89</c:v>
                </c:pt>
                <c:pt idx="298">
                  <c:v>2.35</c:v>
                </c:pt>
                <c:pt idx="299">
                  <c:v>2.0499999999999998</c:v>
                </c:pt>
                <c:pt idx="300">
                  <c:v>2.14</c:v>
                </c:pt>
                <c:pt idx="301">
                  <c:v>1.96</c:v>
                </c:pt>
                <c:pt idx="302">
                  <c:v>1.67</c:v>
                </c:pt>
                <c:pt idx="303">
                  <c:v>2.2799999999999998</c:v>
                </c:pt>
                <c:pt idx="304">
                  <c:v>1.83</c:v>
                </c:pt>
                <c:pt idx="305">
                  <c:v>1.48</c:v>
                </c:pt>
                <c:pt idx="306">
                  <c:v>1.33</c:v>
                </c:pt>
                <c:pt idx="307">
                  <c:v>0.84</c:v>
                </c:pt>
                <c:pt idx="308">
                  <c:v>0.92</c:v>
                </c:pt>
                <c:pt idx="309">
                  <c:v>0.5</c:v>
                </c:pt>
                <c:pt idx="310">
                  <c:v>1.03</c:v>
                </c:pt>
                <c:pt idx="311">
                  <c:v>1.08</c:v>
                </c:pt>
                <c:pt idx="312">
                  <c:v>1.04</c:v>
                </c:pt>
                <c:pt idx="313">
                  <c:v>0.66</c:v>
                </c:pt>
                <c:pt idx="314">
                  <c:v>0.56000000000000005</c:v>
                </c:pt>
                <c:pt idx="315">
                  <c:v>0.23</c:v>
                </c:pt>
                <c:pt idx="316">
                  <c:v>0.49</c:v>
                </c:pt>
                <c:pt idx="317">
                  <c:v>0.47</c:v>
                </c:pt>
                <c:pt idx="318">
                  <c:v>0.47</c:v>
                </c:pt>
                <c:pt idx="319">
                  <c:v>0.96</c:v>
                </c:pt>
                <c:pt idx="320">
                  <c:v>1.1100000000000001</c:v>
                </c:pt>
                <c:pt idx="321">
                  <c:v>0.61</c:v>
                </c:pt>
                <c:pt idx="322">
                  <c:v>0.08</c:v>
                </c:pt>
                <c:pt idx="323">
                  <c:v>0.05</c:v>
                </c:pt>
                <c:pt idx="324">
                  <c:v>-0.04</c:v>
                </c:pt>
                <c:pt idx="325">
                  <c:v>0.12</c:v>
                </c:pt>
                <c:pt idx="326">
                  <c:v>0.12</c:v>
                </c:pt>
                <c:pt idx="327">
                  <c:v>0.56000000000000005</c:v>
                </c:pt>
                <c:pt idx="328">
                  <c:v>0.2</c:v>
                </c:pt>
                <c:pt idx="329">
                  <c:v>0.24</c:v>
                </c:pt>
                <c:pt idx="330">
                  <c:v>0.21</c:v>
                </c:pt>
                <c:pt idx="331">
                  <c:v>0.14000000000000001</c:v>
                </c:pt>
                <c:pt idx="332">
                  <c:v>0.28000000000000003</c:v>
                </c:pt>
                <c:pt idx="333">
                  <c:v>0.32</c:v>
                </c:pt>
                <c:pt idx="334">
                  <c:v>0.3</c:v>
                </c:pt>
                <c:pt idx="335">
                  <c:v>0.43</c:v>
                </c:pt>
              </c:numCache>
            </c:numRef>
          </c:val>
          <c:smooth val="0"/>
          <c:extLst>
            <c:ext xmlns:c16="http://schemas.microsoft.com/office/drawing/2014/chart" uri="{C3380CC4-5D6E-409C-BE32-E72D297353CC}">
              <c16:uniqueId val="{00000000-C6B4-43AF-B62C-CD9F737FD6B9}"/>
            </c:ext>
          </c:extLst>
        </c:ser>
        <c:dLbls>
          <c:showLegendKey val="0"/>
          <c:showVal val="0"/>
          <c:showCatName val="0"/>
          <c:showSerName val="0"/>
          <c:showPercent val="0"/>
          <c:showBubbleSize val="0"/>
        </c:dLbls>
        <c:smooth val="0"/>
        <c:axId val="1169864848"/>
        <c:axId val="1169863864"/>
      </c:lineChart>
      <c:dateAx>
        <c:axId val="1169864848"/>
        <c:scaling>
          <c:orientation val="minMax"/>
        </c:scaling>
        <c:delete val="0"/>
        <c:axPos val="b"/>
        <c:numFmt formatCode="[$-409]mmm\-yy;@" sourceLinked="0"/>
        <c:majorTickMark val="out"/>
        <c:minorTickMark val="none"/>
        <c:tickLblPos val="low"/>
        <c:spPr>
          <a:noFill/>
          <a:ln w="9525" cap="flat" cmpd="sng" algn="ctr">
            <a:solidFill>
              <a:schemeClr val="tx1">
                <a:lumMod val="65000"/>
                <a:lumOff val="3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1169863864"/>
        <c:crosses val="autoZero"/>
        <c:auto val="1"/>
        <c:lblOffset val="100"/>
        <c:baseTimeUnit val="months"/>
        <c:majorUnit val="18"/>
        <c:majorTimeUnit val="months"/>
      </c:dateAx>
      <c:valAx>
        <c:axId val="1169863864"/>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1169864848"/>
        <c:crosses val="autoZero"/>
        <c:crossBetween val="between"/>
      </c:valAx>
      <c:spPr>
        <a:noFill/>
        <a:ln>
          <a:noFill/>
        </a:ln>
        <a:effectLst/>
      </c:spPr>
    </c:plotArea>
    <c:legend>
      <c:legendPos val="r"/>
      <c:layout>
        <c:manualLayout>
          <c:xMode val="edge"/>
          <c:yMode val="edge"/>
          <c:x val="0.40951133381054639"/>
          <c:y val="2.3726305045202706E-2"/>
          <c:w val="0.57659985683607728"/>
          <c:h val="8.5859580052493445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legend>
    <c:plotVisOnly val="1"/>
    <c:dispBlanksAs val="gap"/>
    <c:showDLblsOverMax val="0"/>
  </c:chart>
  <c:spPr>
    <a:noFill/>
    <a:ln>
      <a:noFill/>
    </a:ln>
    <a:effectLst/>
  </c:spPr>
  <c:txPr>
    <a:bodyPr/>
    <a:lstStyle/>
    <a:p>
      <a:pPr>
        <a:defRPr sz="1200" b="1">
          <a:solidFill>
            <a:schemeClr val="tx1"/>
          </a:solidFill>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7692257217847773E-2"/>
          <c:y val="5.0925925925925923E-2"/>
          <c:w val="0.89148731408573934"/>
          <c:h val="0.78047098279381744"/>
        </c:manualLayout>
      </c:layout>
      <c:lineChart>
        <c:grouping val="standard"/>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'Prime de terme US'!$D$9:$D$777</c:f>
              <c:numCache>
                <c:formatCode>m/d/yyyy</c:formatCode>
                <c:ptCount val="769"/>
                <c:pt idx="0">
                  <c:v>22646</c:v>
                </c:pt>
                <c:pt idx="1">
                  <c:v>22677</c:v>
                </c:pt>
                <c:pt idx="2">
                  <c:v>22705</c:v>
                </c:pt>
                <c:pt idx="3">
                  <c:v>22736</c:v>
                </c:pt>
                <c:pt idx="4">
                  <c:v>22766</c:v>
                </c:pt>
                <c:pt idx="5">
                  <c:v>22797</c:v>
                </c:pt>
                <c:pt idx="6">
                  <c:v>22827</c:v>
                </c:pt>
                <c:pt idx="7">
                  <c:v>22858</c:v>
                </c:pt>
                <c:pt idx="8">
                  <c:v>22889</c:v>
                </c:pt>
                <c:pt idx="9">
                  <c:v>22919</c:v>
                </c:pt>
                <c:pt idx="10">
                  <c:v>22950</c:v>
                </c:pt>
                <c:pt idx="11">
                  <c:v>22980</c:v>
                </c:pt>
                <c:pt idx="12">
                  <c:v>23011</c:v>
                </c:pt>
                <c:pt idx="13">
                  <c:v>23042</c:v>
                </c:pt>
                <c:pt idx="14">
                  <c:v>23070</c:v>
                </c:pt>
                <c:pt idx="15">
                  <c:v>23101</c:v>
                </c:pt>
                <c:pt idx="16">
                  <c:v>23131</c:v>
                </c:pt>
                <c:pt idx="17">
                  <c:v>23162</c:v>
                </c:pt>
                <c:pt idx="18">
                  <c:v>23192</c:v>
                </c:pt>
                <c:pt idx="19">
                  <c:v>23223</c:v>
                </c:pt>
                <c:pt idx="20">
                  <c:v>23254</c:v>
                </c:pt>
                <c:pt idx="21">
                  <c:v>23284</c:v>
                </c:pt>
                <c:pt idx="22">
                  <c:v>23315</c:v>
                </c:pt>
                <c:pt idx="23">
                  <c:v>23345</c:v>
                </c:pt>
                <c:pt idx="24">
                  <c:v>23376</c:v>
                </c:pt>
                <c:pt idx="25">
                  <c:v>23407</c:v>
                </c:pt>
                <c:pt idx="26">
                  <c:v>23436</c:v>
                </c:pt>
                <c:pt idx="27">
                  <c:v>23467</c:v>
                </c:pt>
                <c:pt idx="28">
                  <c:v>23497</c:v>
                </c:pt>
                <c:pt idx="29">
                  <c:v>23528</c:v>
                </c:pt>
                <c:pt idx="30">
                  <c:v>23558</c:v>
                </c:pt>
                <c:pt idx="31">
                  <c:v>23589</c:v>
                </c:pt>
                <c:pt idx="32">
                  <c:v>23620</c:v>
                </c:pt>
                <c:pt idx="33">
                  <c:v>23650</c:v>
                </c:pt>
                <c:pt idx="34">
                  <c:v>23681</c:v>
                </c:pt>
                <c:pt idx="35">
                  <c:v>23711</c:v>
                </c:pt>
                <c:pt idx="36">
                  <c:v>23742</c:v>
                </c:pt>
                <c:pt idx="37">
                  <c:v>23773</c:v>
                </c:pt>
                <c:pt idx="38">
                  <c:v>23801</c:v>
                </c:pt>
                <c:pt idx="39">
                  <c:v>23832</c:v>
                </c:pt>
                <c:pt idx="40">
                  <c:v>23862</c:v>
                </c:pt>
                <c:pt idx="41">
                  <c:v>23893</c:v>
                </c:pt>
                <c:pt idx="42">
                  <c:v>23923</c:v>
                </c:pt>
                <c:pt idx="43">
                  <c:v>23954</c:v>
                </c:pt>
                <c:pt idx="44">
                  <c:v>23985</c:v>
                </c:pt>
                <c:pt idx="45">
                  <c:v>24015</c:v>
                </c:pt>
                <c:pt idx="46">
                  <c:v>24046</c:v>
                </c:pt>
                <c:pt idx="47">
                  <c:v>24076</c:v>
                </c:pt>
                <c:pt idx="48">
                  <c:v>24107</c:v>
                </c:pt>
                <c:pt idx="49">
                  <c:v>24138</c:v>
                </c:pt>
                <c:pt idx="50">
                  <c:v>24166</c:v>
                </c:pt>
                <c:pt idx="51">
                  <c:v>24197</c:v>
                </c:pt>
                <c:pt idx="52">
                  <c:v>24227</c:v>
                </c:pt>
                <c:pt idx="53">
                  <c:v>24258</c:v>
                </c:pt>
                <c:pt idx="54">
                  <c:v>24288</c:v>
                </c:pt>
                <c:pt idx="55">
                  <c:v>24319</c:v>
                </c:pt>
                <c:pt idx="56">
                  <c:v>24350</c:v>
                </c:pt>
                <c:pt idx="57">
                  <c:v>24380</c:v>
                </c:pt>
                <c:pt idx="58">
                  <c:v>24411</c:v>
                </c:pt>
                <c:pt idx="59">
                  <c:v>24441</c:v>
                </c:pt>
                <c:pt idx="60">
                  <c:v>24472</c:v>
                </c:pt>
                <c:pt idx="61">
                  <c:v>24503</c:v>
                </c:pt>
                <c:pt idx="62">
                  <c:v>24531</c:v>
                </c:pt>
                <c:pt idx="63">
                  <c:v>24562</c:v>
                </c:pt>
                <c:pt idx="64">
                  <c:v>24592</c:v>
                </c:pt>
                <c:pt idx="65">
                  <c:v>24623</c:v>
                </c:pt>
                <c:pt idx="66">
                  <c:v>24653</c:v>
                </c:pt>
                <c:pt idx="67">
                  <c:v>24684</c:v>
                </c:pt>
                <c:pt idx="68">
                  <c:v>24715</c:v>
                </c:pt>
                <c:pt idx="69">
                  <c:v>24745</c:v>
                </c:pt>
                <c:pt idx="70">
                  <c:v>24776</c:v>
                </c:pt>
                <c:pt idx="71">
                  <c:v>24806</c:v>
                </c:pt>
                <c:pt idx="72">
                  <c:v>24837</c:v>
                </c:pt>
                <c:pt idx="73">
                  <c:v>24868</c:v>
                </c:pt>
                <c:pt idx="74">
                  <c:v>24897</c:v>
                </c:pt>
                <c:pt idx="75">
                  <c:v>24928</c:v>
                </c:pt>
                <c:pt idx="76">
                  <c:v>24958</c:v>
                </c:pt>
                <c:pt idx="77">
                  <c:v>24989</c:v>
                </c:pt>
                <c:pt idx="78">
                  <c:v>25019</c:v>
                </c:pt>
                <c:pt idx="79">
                  <c:v>25050</c:v>
                </c:pt>
                <c:pt idx="80">
                  <c:v>25081</c:v>
                </c:pt>
                <c:pt idx="81">
                  <c:v>25111</c:v>
                </c:pt>
                <c:pt idx="82">
                  <c:v>25142</c:v>
                </c:pt>
                <c:pt idx="83">
                  <c:v>25172</c:v>
                </c:pt>
                <c:pt idx="84">
                  <c:v>25203</c:v>
                </c:pt>
                <c:pt idx="85">
                  <c:v>25234</c:v>
                </c:pt>
                <c:pt idx="86">
                  <c:v>25262</c:v>
                </c:pt>
                <c:pt idx="87">
                  <c:v>25293</c:v>
                </c:pt>
                <c:pt idx="88">
                  <c:v>25323</c:v>
                </c:pt>
                <c:pt idx="89">
                  <c:v>25354</c:v>
                </c:pt>
                <c:pt idx="90">
                  <c:v>25384</c:v>
                </c:pt>
                <c:pt idx="91">
                  <c:v>25415</c:v>
                </c:pt>
                <c:pt idx="92">
                  <c:v>25446</c:v>
                </c:pt>
                <c:pt idx="93">
                  <c:v>25476</c:v>
                </c:pt>
                <c:pt idx="94">
                  <c:v>25507</c:v>
                </c:pt>
                <c:pt idx="95">
                  <c:v>25537</c:v>
                </c:pt>
                <c:pt idx="96">
                  <c:v>25568</c:v>
                </c:pt>
                <c:pt idx="97">
                  <c:v>25599</c:v>
                </c:pt>
                <c:pt idx="98">
                  <c:v>25627</c:v>
                </c:pt>
                <c:pt idx="99">
                  <c:v>25658</c:v>
                </c:pt>
                <c:pt idx="100">
                  <c:v>25688</c:v>
                </c:pt>
                <c:pt idx="101">
                  <c:v>25719</c:v>
                </c:pt>
                <c:pt idx="102">
                  <c:v>25749</c:v>
                </c:pt>
                <c:pt idx="103">
                  <c:v>25780</c:v>
                </c:pt>
                <c:pt idx="104">
                  <c:v>25811</c:v>
                </c:pt>
                <c:pt idx="105">
                  <c:v>25841</c:v>
                </c:pt>
                <c:pt idx="106">
                  <c:v>25872</c:v>
                </c:pt>
                <c:pt idx="107">
                  <c:v>25902</c:v>
                </c:pt>
                <c:pt idx="108">
                  <c:v>25933</c:v>
                </c:pt>
                <c:pt idx="109">
                  <c:v>25964</c:v>
                </c:pt>
                <c:pt idx="110">
                  <c:v>25992</c:v>
                </c:pt>
                <c:pt idx="111">
                  <c:v>26023</c:v>
                </c:pt>
                <c:pt idx="112">
                  <c:v>26053</c:v>
                </c:pt>
                <c:pt idx="113">
                  <c:v>26084</c:v>
                </c:pt>
                <c:pt idx="114">
                  <c:v>26114</c:v>
                </c:pt>
                <c:pt idx="115">
                  <c:v>26145</c:v>
                </c:pt>
                <c:pt idx="116">
                  <c:v>26176</c:v>
                </c:pt>
                <c:pt idx="117">
                  <c:v>26206</c:v>
                </c:pt>
                <c:pt idx="118">
                  <c:v>26237</c:v>
                </c:pt>
                <c:pt idx="119">
                  <c:v>26267</c:v>
                </c:pt>
                <c:pt idx="120">
                  <c:v>26298</c:v>
                </c:pt>
                <c:pt idx="121">
                  <c:v>26329</c:v>
                </c:pt>
                <c:pt idx="122">
                  <c:v>26358</c:v>
                </c:pt>
                <c:pt idx="123">
                  <c:v>26389</c:v>
                </c:pt>
                <c:pt idx="124">
                  <c:v>26419</c:v>
                </c:pt>
                <c:pt idx="125">
                  <c:v>26450</c:v>
                </c:pt>
                <c:pt idx="126">
                  <c:v>26480</c:v>
                </c:pt>
                <c:pt idx="127">
                  <c:v>26511</c:v>
                </c:pt>
                <c:pt idx="128">
                  <c:v>26542</c:v>
                </c:pt>
                <c:pt idx="129">
                  <c:v>26572</c:v>
                </c:pt>
                <c:pt idx="130">
                  <c:v>26603</c:v>
                </c:pt>
                <c:pt idx="131">
                  <c:v>26633</c:v>
                </c:pt>
                <c:pt idx="132">
                  <c:v>26664</c:v>
                </c:pt>
                <c:pt idx="133">
                  <c:v>26695</c:v>
                </c:pt>
                <c:pt idx="134">
                  <c:v>26723</c:v>
                </c:pt>
                <c:pt idx="135">
                  <c:v>26754</c:v>
                </c:pt>
                <c:pt idx="136">
                  <c:v>26784</c:v>
                </c:pt>
                <c:pt idx="137">
                  <c:v>26815</c:v>
                </c:pt>
                <c:pt idx="138">
                  <c:v>26845</c:v>
                </c:pt>
                <c:pt idx="139">
                  <c:v>26876</c:v>
                </c:pt>
                <c:pt idx="140">
                  <c:v>26907</c:v>
                </c:pt>
                <c:pt idx="141">
                  <c:v>26937</c:v>
                </c:pt>
                <c:pt idx="142">
                  <c:v>26968</c:v>
                </c:pt>
                <c:pt idx="143">
                  <c:v>26998</c:v>
                </c:pt>
                <c:pt idx="144">
                  <c:v>27029</c:v>
                </c:pt>
                <c:pt idx="145">
                  <c:v>27060</c:v>
                </c:pt>
                <c:pt idx="146">
                  <c:v>27088</c:v>
                </c:pt>
                <c:pt idx="147">
                  <c:v>27119</c:v>
                </c:pt>
                <c:pt idx="148">
                  <c:v>27149</c:v>
                </c:pt>
                <c:pt idx="149">
                  <c:v>27180</c:v>
                </c:pt>
                <c:pt idx="150">
                  <c:v>27210</c:v>
                </c:pt>
                <c:pt idx="151">
                  <c:v>27241</c:v>
                </c:pt>
                <c:pt idx="152">
                  <c:v>27272</c:v>
                </c:pt>
                <c:pt idx="153">
                  <c:v>27302</c:v>
                </c:pt>
                <c:pt idx="154">
                  <c:v>27333</c:v>
                </c:pt>
                <c:pt idx="155">
                  <c:v>27363</c:v>
                </c:pt>
                <c:pt idx="156">
                  <c:v>27394</c:v>
                </c:pt>
                <c:pt idx="157">
                  <c:v>27425</c:v>
                </c:pt>
                <c:pt idx="158">
                  <c:v>27453</c:v>
                </c:pt>
                <c:pt idx="159">
                  <c:v>27484</c:v>
                </c:pt>
                <c:pt idx="160">
                  <c:v>27514</c:v>
                </c:pt>
                <c:pt idx="161">
                  <c:v>27545</c:v>
                </c:pt>
                <c:pt idx="162">
                  <c:v>27575</c:v>
                </c:pt>
                <c:pt idx="163">
                  <c:v>27606</c:v>
                </c:pt>
                <c:pt idx="164">
                  <c:v>27637</c:v>
                </c:pt>
                <c:pt idx="165">
                  <c:v>27667</c:v>
                </c:pt>
                <c:pt idx="166">
                  <c:v>27698</c:v>
                </c:pt>
                <c:pt idx="167">
                  <c:v>27728</c:v>
                </c:pt>
                <c:pt idx="168">
                  <c:v>27759</c:v>
                </c:pt>
                <c:pt idx="169">
                  <c:v>27790</c:v>
                </c:pt>
                <c:pt idx="170">
                  <c:v>27819</c:v>
                </c:pt>
                <c:pt idx="171">
                  <c:v>27850</c:v>
                </c:pt>
                <c:pt idx="172">
                  <c:v>27880</c:v>
                </c:pt>
                <c:pt idx="173">
                  <c:v>27911</c:v>
                </c:pt>
                <c:pt idx="174">
                  <c:v>27941</c:v>
                </c:pt>
                <c:pt idx="175">
                  <c:v>27972</c:v>
                </c:pt>
                <c:pt idx="176">
                  <c:v>28003</c:v>
                </c:pt>
                <c:pt idx="177">
                  <c:v>28033</c:v>
                </c:pt>
                <c:pt idx="178">
                  <c:v>28064</c:v>
                </c:pt>
                <c:pt idx="179">
                  <c:v>28094</c:v>
                </c:pt>
                <c:pt idx="180">
                  <c:v>28125</c:v>
                </c:pt>
                <c:pt idx="181">
                  <c:v>28156</c:v>
                </c:pt>
                <c:pt idx="182">
                  <c:v>28184</c:v>
                </c:pt>
                <c:pt idx="183">
                  <c:v>28215</c:v>
                </c:pt>
                <c:pt idx="184">
                  <c:v>28245</c:v>
                </c:pt>
                <c:pt idx="185">
                  <c:v>28276</c:v>
                </c:pt>
                <c:pt idx="186">
                  <c:v>28306</c:v>
                </c:pt>
                <c:pt idx="187">
                  <c:v>28337</c:v>
                </c:pt>
                <c:pt idx="188">
                  <c:v>28368</c:v>
                </c:pt>
                <c:pt idx="189">
                  <c:v>28398</c:v>
                </c:pt>
                <c:pt idx="190">
                  <c:v>28429</c:v>
                </c:pt>
                <c:pt idx="191">
                  <c:v>28459</c:v>
                </c:pt>
                <c:pt idx="192">
                  <c:v>28490</c:v>
                </c:pt>
                <c:pt idx="193">
                  <c:v>28521</c:v>
                </c:pt>
                <c:pt idx="194">
                  <c:v>28549</c:v>
                </c:pt>
                <c:pt idx="195">
                  <c:v>28580</c:v>
                </c:pt>
                <c:pt idx="196">
                  <c:v>28610</c:v>
                </c:pt>
                <c:pt idx="197">
                  <c:v>28641</c:v>
                </c:pt>
                <c:pt idx="198">
                  <c:v>28671</c:v>
                </c:pt>
                <c:pt idx="199">
                  <c:v>28702</c:v>
                </c:pt>
                <c:pt idx="200">
                  <c:v>28733</c:v>
                </c:pt>
                <c:pt idx="201">
                  <c:v>28763</c:v>
                </c:pt>
                <c:pt idx="202">
                  <c:v>28794</c:v>
                </c:pt>
                <c:pt idx="203">
                  <c:v>28824</c:v>
                </c:pt>
                <c:pt idx="204">
                  <c:v>28855</c:v>
                </c:pt>
                <c:pt idx="205">
                  <c:v>28886</c:v>
                </c:pt>
                <c:pt idx="206">
                  <c:v>28914</c:v>
                </c:pt>
                <c:pt idx="207">
                  <c:v>28945</c:v>
                </c:pt>
                <c:pt idx="208">
                  <c:v>28975</c:v>
                </c:pt>
                <c:pt idx="209">
                  <c:v>29006</c:v>
                </c:pt>
                <c:pt idx="210">
                  <c:v>29036</c:v>
                </c:pt>
                <c:pt idx="211">
                  <c:v>29067</c:v>
                </c:pt>
                <c:pt idx="212">
                  <c:v>29098</c:v>
                </c:pt>
                <c:pt idx="213">
                  <c:v>29128</c:v>
                </c:pt>
                <c:pt idx="214">
                  <c:v>29159</c:v>
                </c:pt>
                <c:pt idx="215">
                  <c:v>29189</c:v>
                </c:pt>
                <c:pt idx="216">
                  <c:v>29220</c:v>
                </c:pt>
                <c:pt idx="217">
                  <c:v>29251</c:v>
                </c:pt>
                <c:pt idx="218">
                  <c:v>29280</c:v>
                </c:pt>
                <c:pt idx="219">
                  <c:v>29311</c:v>
                </c:pt>
                <c:pt idx="220">
                  <c:v>29341</c:v>
                </c:pt>
                <c:pt idx="221">
                  <c:v>29372</c:v>
                </c:pt>
                <c:pt idx="222">
                  <c:v>29402</c:v>
                </c:pt>
                <c:pt idx="223">
                  <c:v>29433</c:v>
                </c:pt>
                <c:pt idx="224">
                  <c:v>29464</c:v>
                </c:pt>
                <c:pt idx="225">
                  <c:v>29494</c:v>
                </c:pt>
                <c:pt idx="226">
                  <c:v>29525</c:v>
                </c:pt>
                <c:pt idx="227">
                  <c:v>29555</c:v>
                </c:pt>
                <c:pt idx="228">
                  <c:v>29586</c:v>
                </c:pt>
                <c:pt idx="229">
                  <c:v>29617</c:v>
                </c:pt>
                <c:pt idx="230">
                  <c:v>29645</c:v>
                </c:pt>
                <c:pt idx="231">
                  <c:v>29676</c:v>
                </c:pt>
                <c:pt idx="232">
                  <c:v>29706</c:v>
                </c:pt>
                <c:pt idx="233">
                  <c:v>29737</c:v>
                </c:pt>
                <c:pt idx="234">
                  <c:v>29767</c:v>
                </c:pt>
                <c:pt idx="235">
                  <c:v>29798</c:v>
                </c:pt>
                <c:pt idx="236">
                  <c:v>29829</c:v>
                </c:pt>
                <c:pt idx="237">
                  <c:v>29859</c:v>
                </c:pt>
                <c:pt idx="238">
                  <c:v>29890</c:v>
                </c:pt>
                <c:pt idx="239">
                  <c:v>29920</c:v>
                </c:pt>
                <c:pt idx="240">
                  <c:v>29951</c:v>
                </c:pt>
                <c:pt idx="241">
                  <c:v>29982</c:v>
                </c:pt>
                <c:pt idx="242">
                  <c:v>30010</c:v>
                </c:pt>
                <c:pt idx="243">
                  <c:v>30041</c:v>
                </c:pt>
                <c:pt idx="244">
                  <c:v>30071</c:v>
                </c:pt>
                <c:pt idx="245">
                  <c:v>30102</c:v>
                </c:pt>
                <c:pt idx="246">
                  <c:v>30132</c:v>
                </c:pt>
                <c:pt idx="247">
                  <c:v>30163</c:v>
                </c:pt>
                <c:pt idx="248">
                  <c:v>30194</c:v>
                </c:pt>
                <c:pt idx="249">
                  <c:v>30224</c:v>
                </c:pt>
                <c:pt idx="250">
                  <c:v>30255</c:v>
                </c:pt>
                <c:pt idx="251">
                  <c:v>30285</c:v>
                </c:pt>
                <c:pt idx="252">
                  <c:v>30316</c:v>
                </c:pt>
                <c:pt idx="253">
                  <c:v>30347</c:v>
                </c:pt>
                <c:pt idx="254">
                  <c:v>30375</c:v>
                </c:pt>
                <c:pt idx="255">
                  <c:v>30406</c:v>
                </c:pt>
                <c:pt idx="256">
                  <c:v>30436</c:v>
                </c:pt>
                <c:pt idx="257">
                  <c:v>30467</c:v>
                </c:pt>
                <c:pt idx="258">
                  <c:v>30497</c:v>
                </c:pt>
                <c:pt idx="259">
                  <c:v>30528</c:v>
                </c:pt>
                <c:pt idx="260">
                  <c:v>30559</c:v>
                </c:pt>
                <c:pt idx="261">
                  <c:v>30589</c:v>
                </c:pt>
                <c:pt idx="262">
                  <c:v>30620</c:v>
                </c:pt>
                <c:pt idx="263">
                  <c:v>30650</c:v>
                </c:pt>
                <c:pt idx="264">
                  <c:v>30681</c:v>
                </c:pt>
                <c:pt idx="265">
                  <c:v>30712</c:v>
                </c:pt>
                <c:pt idx="266">
                  <c:v>30741</c:v>
                </c:pt>
                <c:pt idx="267">
                  <c:v>30772</c:v>
                </c:pt>
                <c:pt idx="268">
                  <c:v>30802</c:v>
                </c:pt>
                <c:pt idx="269">
                  <c:v>30833</c:v>
                </c:pt>
                <c:pt idx="270">
                  <c:v>30863</c:v>
                </c:pt>
                <c:pt idx="271">
                  <c:v>30894</c:v>
                </c:pt>
                <c:pt idx="272">
                  <c:v>30925</c:v>
                </c:pt>
                <c:pt idx="273">
                  <c:v>30955</c:v>
                </c:pt>
                <c:pt idx="274">
                  <c:v>30986</c:v>
                </c:pt>
                <c:pt idx="275">
                  <c:v>31016</c:v>
                </c:pt>
                <c:pt idx="276">
                  <c:v>31047</c:v>
                </c:pt>
                <c:pt idx="277">
                  <c:v>31078</c:v>
                </c:pt>
                <c:pt idx="278">
                  <c:v>31106</c:v>
                </c:pt>
                <c:pt idx="279">
                  <c:v>31137</c:v>
                </c:pt>
                <c:pt idx="280">
                  <c:v>31167</c:v>
                </c:pt>
                <c:pt idx="281">
                  <c:v>31198</c:v>
                </c:pt>
                <c:pt idx="282">
                  <c:v>31228</c:v>
                </c:pt>
                <c:pt idx="283">
                  <c:v>31259</c:v>
                </c:pt>
                <c:pt idx="284">
                  <c:v>31290</c:v>
                </c:pt>
                <c:pt idx="285">
                  <c:v>31320</c:v>
                </c:pt>
                <c:pt idx="286">
                  <c:v>31351</c:v>
                </c:pt>
                <c:pt idx="287">
                  <c:v>31381</c:v>
                </c:pt>
                <c:pt idx="288">
                  <c:v>31412</c:v>
                </c:pt>
                <c:pt idx="289">
                  <c:v>31443</c:v>
                </c:pt>
                <c:pt idx="290">
                  <c:v>31471</c:v>
                </c:pt>
                <c:pt idx="291">
                  <c:v>31502</c:v>
                </c:pt>
                <c:pt idx="292">
                  <c:v>31532</c:v>
                </c:pt>
                <c:pt idx="293">
                  <c:v>31563</c:v>
                </c:pt>
                <c:pt idx="294">
                  <c:v>31593</c:v>
                </c:pt>
                <c:pt idx="295">
                  <c:v>31624</c:v>
                </c:pt>
                <c:pt idx="296">
                  <c:v>31655</c:v>
                </c:pt>
                <c:pt idx="297">
                  <c:v>31685</c:v>
                </c:pt>
                <c:pt idx="298">
                  <c:v>31716</c:v>
                </c:pt>
                <c:pt idx="299">
                  <c:v>31746</c:v>
                </c:pt>
                <c:pt idx="300">
                  <c:v>31777</c:v>
                </c:pt>
                <c:pt idx="301">
                  <c:v>31808</c:v>
                </c:pt>
                <c:pt idx="302">
                  <c:v>31836</c:v>
                </c:pt>
                <c:pt idx="303">
                  <c:v>31867</c:v>
                </c:pt>
                <c:pt idx="304">
                  <c:v>31897</c:v>
                </c:pt>
                <c:pt idx="305">
                  <c:v>31928</c:v>
                </c:pt>
                <c:pt idx="306">
                  <c:v>31958</c:v>
                </c:pt>
                <c:pt idx="307">
                  <c:v>31989</c:v>
                </c:pt>
                <c:pt idx="308">
                  <c:v>32020</c:v>
                </c:pt>
                <c:pt idx="309">
                  <c:v>32050</c:v>
                </c:pt>
                <c:pt idx="310">
                  <c:v>32081</c:v>
                </c:pt>
                <c:pt idx="311">
                  <c:v>32111</c:v>
                </c:pt>
                <c:pt idx="312">
                  <c:v>32142</c:v>
                </c:pt>
                <c:pt idx="313">
                  <c:v>32173</c:v>
                </c:pt>
                <c:pt idx="314">
                  <c:v>32202</c:v>
                </c:pt>
                <c:pt idx="315">
                  <c:v>32233</c:v>
                </c:pt>
                <c:pt idx="316">
                  <c:v>32263</c:v>
                </c:pt>
                <c:pt idx="317">
                  <c:v>32294</c:v>
                </c:pt>
                <c:pt idx="318">
                  <c:v>32324</c:v>
                </c:pt>
                <c:pt idx="319">
                  <c:v>32355</c:v>
                </c:pt>
                <c:pt idx="320">
                  <c:v>32386</c:v>
                </c:pt>
                <c:pt idx="321">
                  <c:v>32416</c:v>
                </c:pt>
                <c:pt idx="322">
                  <c:v>32447</c:v>
                </c:pt>
                <c:pt idx="323">
                  <c:v>32477</c:v>
                </c:pt>
                <c:pt idx="324">
                  <c:v>32508</c:v>
                </c:pt>
                <c:pt idx="325">
                  <c:v>32539</c:v>
                </c:pt>
                <c:pt idx="326">
                  <c:v>32567</c:v>
                </c:pt>
                <c:pt idx="327">
                  <c:v>32598</c:v>
                </c:pt>
                <c:pt idx="328">
                  <c:v>32628</c:v>
                </c:pt>
                <c:pt idx="329">
                  <c:v>32659</c:v>
                </c:pt>
                <c:pt idx="330">
                  <c:v>32689</c:v>
                </c:pt>
                <c:pt idx="331">
                  <c:v>32720</c:v>
                </c:pt>
                <c:pt idx="332">
                  <c:v>32751</c:v>
                </c:pt>
                <c:pt idx="333">
                  <c:v>32781</c:v>
                </c:pt>
                <c:pt idx="334">
                  <c:v>32812</c:v>
                </c:pt>
                <c:pt idx="335">
                  <c:v>32842</c:v>
                </c:pt>
                <c:pt idx="336">
                  <c:v>32873</c:v>
                </c:pt>
                <c:pt idx="337">
                  <c:v>32904</c:v>
                </c:pt>
                <c:pt idx="338">
                  <c:v>32932</c:v>
                </c:pt>
                <c:pt idx="339">
                  <c:v>32963</c:v>
                </c:pt>
                <c:pt idx="340">
                  <c:v>32993</c:v>
                </c:pt>
                <c:pt idx="341">
                  <c:v>33024</c:v>
                </c:pt>
                <c:pt idx="342">
                  <c:v>33054</c:v>
                </c:pt>
                <c:pt idx="343">
                  <c:v>33085</c:v>
                </c:pt>
                <c:pt idx="344">
                  <c:v>33116</c:v>
                </c:pt>
                <c:pt idx="345">
                  <c:v>33146</c:v>
                </c:pt>
                <c:pt idx="346">
                  <c:v>33177</c:v>
                </c:pt>
                <c:pt idx="347">
                  <c:v>33207</c:v>
                </c:pt>
                <c:pt idx="348">
                  <c:v>33238</c:v>
                </c:pt>
                <c:pt idx="349">
                  <c:v>33269</c:v>
                </c:pt>
                <c:pt idx="350">
                  <c:v>33297</c:v>
                </c:pt>
                <c:pt idx="351">
                  <c:v>33328</c:v>
                </c:pt>
                <c:pt idx="352">
                  <c:v>33358</c:v>
                </c:pt>
                <c:pt idx="353">
                  <c:v>33389</c:v>
                </c:pt>
                <c:pt idx="354">
                  <c:v>33419</c:v>
                </c:pt>
                <c:pt idx="355">
                  <c:v>33450</c:v>
                </c:pt>
                <c:pt idx="356">
                  <c:v>33481</c:v>
                </c:pt>
                <c:pt idx="357">
                  <c:v>33511</c:v>
                </c:pt>
                <c:pt idx="358">
                  <c:v>33542</c:v>
                </c:pt>
                <c:pt idx="359">
                  <c:v>33572</c:v>
                </c:pt>
                <c:pt idx="360">
                  <c:v>33603</c:v>
                </c:pt>
                <c:pt idx="361">
                  <c:v>33634</c:v>
                </c:pt>
                <c:pt idx="362">
                  <c:v>33663</c:v>
                </c:pt>
                <c:pt idx="363">
                  <c:v>33694</c:v>
                </c:pt>
                <c:pt idx="364">
                  <c:v>33724</c:v>
                </c:pt>
                <c:pt idx="365">
                  <c:v>33755</c:v>
                </c:pt>
                <c:pt idx="366">
                  <c:v>33785</c:v>
                </c:pt>
                <c:pt idx="367">
                  <c:v>33816</c:v>
                </c:pt>
                <c:pt idx="368">
                  <c:v>33847</c:v>
                </c:pt>
                <c:pt idx="369">
                  <c:v>33877</c:v>
                </c:pt>
                <c:pt idx="370">
                  <c:v>33908</c:v>
                </c:pt>
                <c:pt idx="371">
                  <c:v>33938</c:v>
                </c:pt>
                <c:pt idx="372">
                  <c:v>33969</c:v>
                </c:pt>
                <c:pt idx="373">
                  <c:v>34000</c:v>
                </c:pt>
                <c:pt idx="374">
                  <c:v>34028</c:v>
                </c:pt>
                <c:pt idx="375">
                  <c:v>34059</c:v>
                </c:pt>
                <c:pt idx="376">
                  <c:v>34089</c:v>
                </c:pt>
                <c:pt idx="377">
                  <c:v>34120</c:v>
                </c:pt>
                <c:pt idx="378">
                  <c:v>34150</c:v>
                </c:pt>
                <c:pt idx="379">
                  <c:v>34181</c:v>
                </c:pt>
                <c:pt idx="380">
                  <c:v>34212</c:v>
                </c:pt>
                <c:pt idx="381">
                  <c:v>34242</c:v>
                </c:pt>
                <c:pt idx="382">
                  <c:v>34273</c:v>
                </c:pt>
                <c:pt idx="383">
                  <c:v>34303</c:v>
                </c:pt>
                <c:pt idx="384">
                  <c:v>34334</c:v>
                </c:pt>
                <c:pt idx="385">
                  <c:v>34365</c:v>
                </c:pt>
                <c:pt idx="386">
                  <c:v>34393</c:v>
                </c:pt>
                <c:pt idx="387">
                  <c:v>34424</c:v>
                </c:pt>
                <c:pt idx="388">
                  <c:v>34454</c:v>
                </c:pt>
                <c:pt idx="389">
                  <c:v>34485</c:v>
                </c:pt>
                <c:pt idx="390">
                  <c:v>34515</c:v>
                </c:pt>
                <c:pt idx="391">
                  <c:v>34546</c:v>
                </c:pt>
                <c:pt idx="392">
                  <c:v>34577</c:v>
                </c:pt>
                <c:pt idx="393">
                  <c:v>34607</c:v>
                </c:pt>
                <c:pt idx="394">
                  <c:v>34638</c:v>
                </c:pt>
                <c:pt idx="395">
                  <c:v>34668</c:v>
                </c:pt>
                <c:pt idx="396">
                  <c:v>34699</c:v>
                </c:pt>
                <c:pt idx="397">
                  <c:v>34730</c:v>
                </c:pt>
                <c:pt idx="398">
                  <c:v>34758</c:v>
                </c:pt>
                <c:pt idx="399">
                  <c:v>34789</c:v>
                </c:pt>
                <c:pt idx="400">
                  <c:v>34819</c:v>
                </c:pt>
                <c:pt idx="401">
                  <c:v>34850</c:v>
                </c:pt>
                <c:pt idx="402">
                  <c:v>34880</c:v>
                </c:pt>
                <c:pt idx="403">
                  <c:v>34911</c:v>
                </c:pt>
                <c:pt idx="404">
                  <c:v>34942</c:v>
                </c:pt>
                <c:pt idx="405">
                  <c:v>34972</c:v>
                </c:pt>
                <c:pt idx="406">
                  <c:v>35003</c:v>
                </c:pt>
                <c:pt idx="407">
                  <c:v>35033</c:v>
                </c:pt>
                <c:pt idx="408">
                  <c:v>35064</c:v>
                </c:pt>
                <c:pt idx="409">
                  <c:v>35095</c:v>
                </c:pt>
                <c:pt idx="410">
                  <c:v>35124</c:v>
                </c:pt>
                <c:pt idx="411">
                  <c:v>35155</c:v>
                </c:pt>
                <c:pt idx="412">
                  <c:v>35185</c:v>
                </c:pt>
                <c:pt idx="413">
                  <c:v>35216</c:v>
                </c:pt>
                <c:pt idx="414">
                  <c:v>35246</c:v>
                </c:pt>
                <c:pt idx="415">
                  <c:v>35277</c:v>
                </c:pt>
                <c:pt idx="416">
                  <c:v>35308</c:v>
                </c:pt>
                <c:pt idx="417">
                  <c:v>35338</c:v>
                </c:pt>
                <c:pt idx="418">
                  <c:v>35369</c:v>
                </c:pt>
                <c:pt idx="419">
                  <c:v>35399</c:v>
                </c:pt>
                <c:pt idx="420">
                  <c:v>35430</c:v>
                </c:pt>
                <c:pt idx="421">
                  <c:v>35461</c:v>
                </c:pt>
                <c:pt idx="422">
                  <c:v>35489</c:v>
                </c:pt>
                <c:pt idx="423">
                  <c:v>35520</c:v>
                </c:pt>
                <c:pt idx="424">
                  <c:v>35550</c:v>
                </c:pt>
                <c:pt idx="425">
                  <c:v>35581</c:v>
                </c:pt>
                <c:pt idx="426">
                  <c:v>35611</c:v>
                </c:pt>
                <c:pt idx="427">
                  <c:v>35642</c:v>
                </c:pt>
                <c:pt idx="428">
                  <c:v>35673</c:v>
                </c:pt>
                <c:pt idx="429">
                  <c:v>35703</c:v>
                </c:pt>
                <c:pt idx="430">
                  <c:v>35734</c:v>
                </c:pt>
                <c:pt idx="431">
                  <c:v>35764</c:v>
                </c:pt>
                <c:pt idx="432">
                  <c:v>35795</c:v>
                </c:pt>
                <c:pt idx="433">
                  <c:v>35826</c:v>
                </c:pt>
                <c:pt idx="434">
                  <c:v>35854</c:v>
                </c:pt>
                <c:pt idx="435">
                  <c:v>35885</c:v>
                </c:pt>
                <c:pt idx="436">
                  <c:v>35915</c:v>
                </c:pt>
                <c:pt idx="437">
                  <c:v>35946</c:v>
                </c:pt>
                <c:pt idx="438">
                  <c:v>35976</c:v>
                </c:pt>
                <c:pt idx="439">
                  <c:v>36007</c:v>
                </c:pt>
                <c:pt idx="440">
                  <c:v>36038</c:v>
                </c:pt>
                <c:pt idx="441">
                  <c:v>36068</c:v>
                </c:pt>
                <c:pt idx="442">
                  <c:v>36099</c:v>
                </c:pt>
                <c:pt idx="443">
                  <c:v>36129</c:v>
                </c:pt>
                <c:pt idx="444">
                  <c:v>36160</c:v>
                </c:pt>
                <c:pt idx="445">
                  <c:v>36191</c:v>
                </c:pt>
                <c:pt idx="446">
                  <c:v>36219</c:v>
                </c:pt>
                <c:pt idx="447">
                  <c:v>36250</c:v>
                </c:pt>
                <c:pt idx="448">
                  <c:v>36280</c:v>
                </c:pt>
                <c:pt idx="449">
                  <c:v>36311</c:v>
                </c:pt>
                <c:pt idx="450">
                  <c:v>36341</c:v>
                </c:pt>
                <c:pt idx="451">
                  <c:v>36372</c:v>
                </c:pt>
                <c:pt idx="452">
                  <c:v>36403</c:v>
                </c:pt>
                <c:pt idx="453">
                  <c:v>36433</c:v>
                </c:pt>
                <c:pt idx="454">
                  <c:v>36464</c:v>
                </c:pt>
                <c:pt idx="455">
                  <c:v>36494</c:v>
                </c:pt>
                <c:pt idx="456">
                  <c:v>36525</c:v>
                </c:pt>
                <c:pt idx="457">
                  <c:v>36556</c:v>
                </c:pt>
                <c:pt idx="458">
                  <c:v>36585</c:v>
                </c:pt>
                <c:pt idx="459">
                  <c:v>36616</c:v>
                </c:pt>
                <c:pt idx="460">
                  <c:v>36646</c:v>
                </c:pt>
                <c:pt idx="461">
                  <c:v>36677</c:v>
                </c:pt>
                <c:pt idx="462">
                  <c:v>36707</c:v>
                </c:pt>
                <c:pt idx="463">
                  <c:v>36738</c:v>
                </c:pt>
                <c:pt idx="464">
                  <c:v>36769</c:v>
                </c:pt>
                <c:pt idx="465">
                  <c:v>36799</c:v>
                </c:pt>
                <c:pt idx="466">
                  <c:v>36830</c:v>
                </c:pt>
                <c:pt idx="467">
                  <c:v>36860</c:v>
                </c:pt>
                <c:pt idx="468">
                  <c:v>36891</c:v>
                </c:pt>
                <c:pt idx="469">
                  <c:v>36922</c:v>
                </c:pt>
                <c:pt idx="470">
                  <c:v>36950</c:v>
                </c:pt>
                <c:pt idx="471">
                  <c:v>36981</c:v>
                </c:pt>
                <c:pt idx="472">
                  <c:v>37011</c:v>
                </c:pt>
                <c:pt idx="473">
                  <c:v>37042</c:v>
                </c:pt>
                <c:pt idx="474">
                  <c:v>37072</c:v>
                </c:pt>
                <c:pt idx="475">
                  <c:v>37103</c:v>
                </c:pt>
                <c:pt idx="476">
                  <c:v>37134</c:v>
                </c:pt>
                <c:pt idx="477">
                  <c:v>37164</c:v>
                </c:pt>
                <c:pt idx="478">
                  <c:v>37195</c:v>
                </c:pt>
                <c:pt idx="479">
                  <c:v>37225</c:v>
                </c:pt>
                <c:pt idx="480">
                  <c:v>37256</c:v>
                </c:pt>
                <c:pt idx="481">
                  <c:v>37287</c:v>
                </c:pt>
                <c:pt idx="482">
                  <c:v>37315</c:v>
                </c:pt>
                <c:pt idx="483">
                  <c:v>37346</c:v>
                </c:pt>
                <c:pt idx="484">
                  <c:v>37376</c:v>
                </c:pt>
                <c:pt idx="485">
                  <c:v>37407</c:v>
                </c:pt>
                <c:pt idx="486">
                  <c:v>37437</c:v>
                </c:pt>
                <c:pt idx="487">
                  <c:v>37468</c:v>
                </c:pt>
                <c:pt idx="488">
                  <c:v>37499</c:v>
                </c:pt>
                <c:pt idx="489">
                  <c:v>37529</c:v>
                </c:pt>
                <c:pt idx="490">
                  <c:v>37560</c:v>
                </c:pt>
                <c:pt idx="491">
                  <c:v>37590</c:v>
                </c:pt>
                <c:pt idx="492">
                  <c:v>37621</c:v>
                </c:pt>
                <c:pt idx="493">
                  <c:v>37652</c:v>
                </c:pt>
                <c:pt idx="494">
                  <c:v>37680</c:v>
                </c:pt>
                <c:pt idx="495">
                  <c:v>37711</c:v>
                </c:pt>
                <c:pt idx="496">
                  <c:v>37741</c:v>
                </c:pt>
                <c:pt idx="497">
                  <c:v>37772</c:v>
                </c:pt>
                <c:pt idx="498">
                  <c:v>37802</c:v>
                </c:pt>
                <c:pt idx="499">
                  <c:v>37833</c:v>
                </c:pt>
                <c:pt idx="500">
                  <c:v>37864</c:v>
                </c:pt>
                <c:pt idx="501">
                  <c:v>37894</c:v>
                </c:pt>
                <c:pt idx="502">
                  <c:v>37925</c:v>
                </c:pt>
                <c:pt idx="503">
                  <c:v>37955</c:v>
                </c:pt>
                <c:pt idx="504">
                  <c:v>37986</c:v>
                </c:pt>
                <c:pt idx="505">
                  <c:v>38017</c:v>
                </c:pt>
                <c:pt idx="506">
                  <c:v>38046</c:v>
                </c:pt>
                <c:pt idx="507">
                  <c:v>38077</c:v>
                </c:pt>
                <c:pt idx="508">
                  <c:v>38107</c:v>
                </c:pt>
                <c:pt idx="509">
                  <c:v>38138</c:v>
                </c:pt>
                <c:pt idx="510">
                  <c:v>38168</c:v>
                </c:pt>
                <c:pt idx="511">
                  <c:v>38199</c:v>
                </c:pt>
                <c:pt idx="512">
                  <c:v>38230</c:v>
                </c:pt>
                <c:pt idx="513">
                  <c:v>38260</c:v>
                </c:pt>
                <c:pt idx="514">
                  <c:v>38291</c:v>
                </c:pt>
                <c:pt idx="515">
                  <c:v>38321</c:v>
                </c:pt>
                <c:pt idx="516">
                  <c:v>38352</c:v>
                </c:pt>
                <c:pt idx="517">
                  <c:v>38383</c:v>
                </c:pt>
                <c:pt idx="518">
                  <c:v>38411</c:v>
                </c:pt>
                <c:pt idx="519">
                  <c:v>38442</c:v>
                </c:pt>
                <c:pt idx="520">
                  <c:v>38472</c:v>
                </c:pt>
                <c:pt idx="521">
                  <c:v>38503</c:v>
                </c:pt>
                <c:pt idx="522">
                  <c:v>38533</c:v>
                </c:pt>
                <c:pt idx="523">
                  <c:v>38564</c:v>
                </c:pt>
                <c:pt idx="524">
                  <c:v>38595</c:v>
                </c:pt>
                <c:pt idx="525">
                  <c:v>38625</c:v>
                </c:pt>
                <c:pt idx="526">
                  <c:v>38656</c:v>
                </c:pt>
                <c:pt idx="527">
                  <c:v>38686</c:v>
                </c:pt>
                <c:pt idx="528">
                  <c:v>38717</c:v>
                </c:pt>
                <c:pt idx="529">
                  <c:v>38748</c:v>
                </c:pt>
                <c:pt idx="530">
                  <c:v>38776</c:v>
                </c:pt>
                <c:pt idx="531">
                  <c:v>38807</c:v>
                </c:pt>
                <c:pt idx="532">
                  <c:v>38837</c:v>
                </c:pt>
                <c:pt idx="533">
                  <c:v>38868</c:v>
                </c:pt>
                <c:pt idx="534">
                  <c:v>38898</c:v>
                </c:pt>
                <c:pt idx="535">
                  <c:v>38929</c:v>
                </c:pt>
                <c:pt idx="536">
                  <c:v>38960</c:v>
                </c:pt>
                <c:pt idx="537">
                  <c:v>38990</c:v>
                </c:pt>
                <c:pt idx="538">
                  <c:v>39021</c:v>
                </c:pt>
                <c:pt idx="539">
                  <c:v>39051</c:v>
                </c:pt>
                <c:pt idx="540">
                  <c:v>39082</c:v>
                </c:pt>
                <c:pt idx="541">
                  <c:v>39113</c:v>
                </c:pt>
                <c:pt idx="542">
                  <c:v>39141</c:v>
                </c:pt>
                <c:pt idx="543">
                  <c:v>39172</c:v>
                </c:pt>
                <c:pt idx="544">
                  <c:v>39202</c:v>
                </c:pt>
                <c:pt idx="545">
                  <c:v>39233</c:v>
                </c:pt>
                <c:pt idx="546">
                  <c:v>39263</c:v>
                </c:pt>
                <c:pt idx="547">
                  <c:v>39294</c:v>
                </c:pt>
                <c:pt idx="548">
                  <c:v>39325</c:v>
                </c:pt>
                <c:pt idx="549">
                  <c:v>39355</c:v>
                </c:pt>
                <c:pt idx="550">
                  <c:v>39386</c:v>
                </c:pt>
                <c:pt idx="551">
                  <c:v>39416</c:v>
                </c:pt>
                <c:pt idx="552">
                  <c:v>39447</c:v>
                </c:pt>
                <c:pt idx="553">
                  <c:v>39478</c:v>
                </c:pt>
                <c:pt idx="554">
                  <c:v>39507</c:v>
                </c:pt>
                <c:pt idx="555">
                  <c:v>39538</c:v>
                </c:pt>
                <c:pt idx="556">
                  <c:v>39568</c:v>
                </c:pt>
                <c:pt idx="557">
                  <c:v>39599</c:v>
                </c:pt>
                <c:pt idx="558">
                  <c:v>39629</c:v>
                </c:pt>
                <c:pt idx="559">
                  <c:v>39660</c:v>
                </c:pt>
                <c:pt idx="560">
                  <c:v>39691</c:v>
                </c:pt>
                <c:pt idx="561">
                  <c:v>39721</c:v>
                </c:pt>
                <c:pt idx="562">
                  <c:v>39752</c:v>
                </c:pt>
                <c:pt idx="563">
                  <c:v>39782</c:v>
                </c:pt>
                <c:pt idx="564">
                  <c:v>39813</c:v>
                </c:pt>
                <c:pt idx="565">
                  <c:v>39844</c:v>
                </c:pt>
                <c:pt idx="566">
                  <c:v>39872</c:v>
                </c:pt>
                <c:pt idx="567">
                  <c:v>39903</c:v>
                </c:pt>
                <c:pt idx="568">
                  <c:v>39933</c:v>
                </c:pt>
                <c:pt idx="569">
                  <c:v>39964</c:v>
                </c:pt>
                <c:pt idx="570">
                  <c:v>39994</c:v>
                </c:pt>
                <c:pt idx="571">
                  <c:v>40025</c:v>
                </c:pt>
                <c:pt idx="572">
                  <c:v>40056</c:v>
                </c:pt>
                <c:pt idx="573">
                  <c:v>40086</c:v>
                </c:pt>
                <c:pt idx="574">
                  <c:v>40117</c:v>
                </c:pt>
                <c:pt idx="575">
                  <c:v>40147</c:v>
                </c:pt>
                <c:pt idx="576">
                  <c:v>40178</c:v>
                </c:pt>
                <c:pt idx="577">
                  <c:v>40209</c:v>
                </c:pt>
                <c:pt idx="578">
                  <c:v>40237</c:v>
                </c:pt>
                <c:pt idx="579">
                  <c:v>40268</c:v>
                </c:pt>
                <c:pt idx="580">
                  <c:v>40298</c:v>
                </c:pt>
                <c:pt idx="581">
                  <c:v>40329</c:v>
                </c:pt>
                <c:pt idx="582">
                  <c:v>40359</c:v>
                </c:pt>
                <c:pt idx="583">
                  <c:v>40390</c:v>
                </c:pt>
                <c:pt idx="584">
                  <c:v>40421</c:v>
                </c:pt>
                <c:pt idx="585">
                  <c:v>40451</c:v>
                </c:pt>
                <c:pt idx="586">
                  <c:v>40482</c:v>
                </c:pt>
                <c:pt idx="587">
                  <c:v>40512</c:v>
                </c:pt>
                <c:pt idx="588">
                  <c:v>40543</c:v>
                </c:pt>
                <c:pt idx="589">
                  <c:v>40574</c:v>
                </c:pt>
                <c:pt idx="590">
                  <c:v>40602</c:v>
                </c:pt>
                <c:pt idx="591">
                  <c:v>40633</c:v>
                </c:pt>
                <c:pt idx="592">
                  <c:v>40663</c:v>
                </c:pt>
                <c:pt idx="593">
                  <c:v>40694</c:v>
                </c:pt>
                <c:pt idx="594">
                  <c:v>40724</c:v>
                </c:pt>
                <c:pt idx="595">
                  <c:v>40755</c:v>
                </c:pt>
                <c:pt idx="596">
                  <c:v>40786</c:v>
                </c:pt>
                <c:pt idx="597">
                  <c:v>40816</c:v>
                </c:pt>
                <c:pt idx="598">
                  <c:v>40847</c:v>
                </c:pt>
                <c:pt idx="599">
                  <c:v>40877</c:v>
                </c:pt>
                <c:pt idx="600">
                  <c:v>40908</c:v>
                </c:pt>
                <c:pt idx="601">
                  <c:v>40939</c:v>
                </c:pt>
                <c:pt idx="602">
                  <c:v>40968</c:v>
                </c:pt>
                <c:pt idx="603">
                  <c:v>40999</c:v>
                </c:pt>
                <c:pt idx="604">
                  <c:v>41029</c:v>
                </c:pt>
                <c:pt idx="605">
                  <c:v>41060</c:v>
                </c:pt>
                <c:pt idx="606">
                  <c:v>41090</c:v>
                </c:pt>
                <c:pt idx="607">
                  <c:v>41121</c:v>
                </c:pt>
                <c:pt idx="608">
                  <c:v>41152</c:v>
                </c:pt>
                <c:pt idx="609">
                  <c:v>41182</c:v>
                </c:pt>
                <c:pt idx="610">
                  <c:v>41213</c:v>
                </c:pt>
                <c:pt idx="611">
                  <c:v>41243</c:v>
                </c:pt>
                <c:pt idx="612">
                  <c:v>41274</c:v>
                </c:pt>
                <c:pt idx="613">
                  <c:v>41305</c:v>
                </c:pt>
                <c:pt idx="614">
                  <c:v>41333</c:v>
                </c:pt>
                <c:pt idx="615">
                  <c:v>41364</c:v>
                </c:pt>
                <c:pt idx="616">
                  <c:v>41394</c:v>
                </c:pt>
                <c:pt idx="617">
                  <c:v>41425</c:v>
                </c:pt>
                <c:pt idx="618">
                  <c:v>41455</c:v>
                </c:pt>
                <c:pt idx="619">
                  <c:v>41486</c:v>
                </c:pt>
                <c:pt idx="620">
                  <c:v>41517</c:v>
                </c:pt>
                <c:pt idx="621">
                  <c:v>41547</c:v>
                </c:pt>
                <c:pt idx="622">
                  <c:v>41578</c:v>
                </c:pt>
                <c:pt idx="623">
                  <c:v>41608</c:v>
                </c:pt>
                <c:pt idx="624">
                  <c:v>41639</c:v>
                </c:pt>
                <c:pt idx="625">
                  <c:v>41670</c:v>
                </c:pt>
                <c:pt idx="626">
                  <c:v>41698</c:v>
                </c:pt>
                <c:pt idx="627">
                  <c:v>41729</c:v>
                </c:pt>
                <c:pt idx="628">
                  <c:v>41759</c:v>
                </c:pt>
                <c:pt idx="629">
                  <c:v>41790</c:v>
                </c:pt>
                <c:pt idx="630">
                  <c:v>41820</c:v>
                </c:pt>
                <c:pt idx="631">
                  <c:v>41851</c:v>
                </c:pt>
                <c:pt idx="632">
                  <c:v>41882</c:v>
                </c:pt>
                <c:pt idx="633">
                  <c:v>41912</c:v>
                </c:pt>
                <c:pt idx="634">
                  <c:v>41943</c:v>
                </c:pt>
                <c:pt idx="635">
                  <c:v>41973</c:v>
                </c:pt>
                <c:pt idx="636">
                  <c:v>42004</c:v>
                </c:pt>
                <c:pt idx="637">
                  <c:v>42035</c:v>
                </c:pt>
                <c:pt idx="638">
                  <c:v>42063</c:v>
                </c:pt>
                <c:pt idx="639">
                  <c:v>42094</c:v>
                </c:pt>
                <c:pt idx="640">
                  <c:v>42124</c:v>
                </c:pt>
                <c:pt idx="641">
                  <c:v>42155</c:v>
                </c:pt>
                <c:pt idx="642">
                  <c:v>42185</c:v>
                </c:pt>
                <c:pt idx="643">
                  <c:v>42216</c:v>
                </c:pt>
                <c:pt idx="644">
                  <c:v>42247</c:v>
                </c:pt>
                <c:pt idx="645">
                  <c:v>42277</c:v>
                </c:pt>
                <c:pt idx="646">
                  <c:v>42308</c:v>
                </c:pt>
                <c:pt idx="647">
                  <c:v>42338</c:v>
                </c:pt>
                <c:pt idx="648">
                  <c:v>42369</c:v>
                </c:pt>
                <c:pt idx="649">
                  <c:v>42400</c:v>
                </c:pt>
                <c:pt idx="650">
                  <c:v>42429</c:v>
                </c:pt>
                <c:pt idx="651">
                  <c:v>42460</c:v>
                </c:pt>
                <c:pt idx="652">
                  <c:v>42490</c:v>
                </c:pt>
                <c:pt idx="653">
                  <c:v>42521</c:v>
                </c:pt>
                <c:pt idx="654">
                  <c:v>42551</c:v>
                </c:pt>
                <c:pt idx="655">
                  <c:v>42582</c:v>
                </c:pt>
                <c:pt idx="656">
                  <c:v>42613</c:v>
                </c:pt>
                <c:pt idx="657">
                  <c:v>42643</c:v>
                </c:pt>
                <c:pt idx="658">
                  <c:v>42674</c:v>
                </c:pt>
                <c:pt idx="659">
                  <c:v>42704</c:v>
                </c:pt>
                <c:pt idx="660">
                  <c:v>42735</c:v>
                </c:pt>
                <c:pt idx="661">
                  <c:v>42766</c:v>
                </c:pt>
                <c:pt idx="662">
                  <c:v>42794</c:v>
                </c:pt>
                <c:pt idx="663">
                  <c:v>42825</c:v>
                </c:pt>
                <c:pt idx="664">
                  <c:v>42855</c:v>
                </c:pt>
                <c:pt idx="665">
                  <c:v>42886</c:v>
                </c:pt>
                <c:pt idx="666">
                  <c:v>42916</c:v>
                </c:pt>
                <c:pt idx="667">
                  <c:v>42947</c:v>
                </c:pt>
                <c:pt idx="668">
                  <c:v>42978</c:v>
                </c:pt>
                <c:pt idx="669">
                  <c:v>43008</c:v>
                </c:pt>
                <c:pt idx="670">
                  <c:v>43039</c:v>
                </c:pt>
                <c:pt idx="671">
                  <c:v>43069</c:v>
                </c:pt>
                <c:pt idx="672">
                  <c:v>43100</c:v>
                </c:pt>
                <c:pt idx="673">
                  <c:v>43131</c:v>
                </c:pt>
                <c:pt idx="674">
                  <c:v>43159</c:v>
                </c:pt>
                <c:pt idx="675">
                  <c:v>43190</c:v>
                </c:pt>
                <c:pt idx="676">
                  <c:v>43220</c:v>
                </c:pt>
                <c:pt idx="677">
                  <c:v>43251</c:v>
                </c:pt>
                <c:pt idx="678">
                  <c:v>43281</c:v>
                </c:pt>
                <c:pt idx="679">
                  <c:v>43312</c:v>
                </c:pt>
                <c:pt idx="680">
                  <c:v>43343</c:v>
                </c:pt>
                <c:pt idx="681">
                  <c:v>43373</c:v>
                </c:pt>
                <c:pt idx="682">
                  <c:v>43404</c:v>
                </c:pt>
                <c:pt idx="683">
                  <c:v>43434</c:v>
                </c:pt>
                <c:pt idx="684">
                  <c:v>43465</c:v>
                </c:pt>
                <c:pt idx="685">
                  <c:v>43496</c:v>
                </c:pt>
                <c:pt idx="686">
                  <c:v>43524</c:v>
                </c:pt>
                <c:pt idx="687">
                  <c:v>43555</c:v>
                </c:pt>
                <c:pt idx="688">
                  <c:v>43585</c:v>
                </c:pt>
                <c:pt idx="689">
                  <c:v>43616</c:v>
                </c:pt>
                <c:pt idx="690">
                  <c:v>43646</c:v>
                </c:pt>
                <c:pt idx="691">
                  <c:v>43677</c:v>
                </c:pt>
                <c:pt idx="692">
                  <c:v>43708</c:v>
                </c:pt>
                <c:pt idx="693">
                  <c:v>43738</c:v>
                </c:pt>
                <c:pt idx="694">
                  <c:v>43769</c:v>
                </c:pt>
                <c:pt idx="695">
                  <c:v>43799</c:v>
                </c:pt>
                <c:pt idx="696">
                  <c:v>43830</c:v>
                </c:pt>
                <c:pt idx="697">
                  <c:v>43861</c:v>
                </c:pt>
                <c:pt idx="698">
                  <c:v>43890</c:v>
                </c:pt>
                <c:pt idx="699">
                  <c:v>43921</c:v>
                </c:pt>
                <c:pt idx="700">
                  <c:v>43951</c:v>
                </c:pt>
                <c:pt idx="701">
                  <c:v>43982</c:v>
                </c:pt>
                <c:pt idx="702">
                  <c:v>44012</c:v>
                </c:pt>
                <c:pt idx="703">
                  <c:v>44043</c:v>
                </c:pt>
                <c:pt idx="704">
                  <c:v>44074</c:v>
                </c:pt>
                <c:pt idx="705">
                  <c:v>44104</c:v>
                </c:pt>
                <c:pt idx="706">
                  <c:v>44135</c:v>
                </c:pt>
                <c:pt idx="707">
                  <c:v>44165</c:v>
                </c:pt>
                <c:pt idx="708">
                  <c:v>44196</c:v>
                </c:pt>
                <c:pt idx="709">
                  <c:v>44227</c:v>
                </c:pt>
                <c:pt idx="710">
                  <c:v>44255</c:v>
                </c:pt>
                <c:pt idx="711">
                  <c:v>44286</c:v>
                </c:pt>
                <c:pt idx="712">
                  <c:v>44316</c:v>
                </c:pt>
                <c:pt idx="713">
                  <c:v>44347</c:v>
                </c:pt>
                <c:pt idx="714">
                  <c:v>44377</c:v>
                </c:pt>
                <c:pt idx="715">
                  <c:v>44408</c:v>
                </c:pt>
                <c:pt idx="716">
                  <c:v>44439</c:v>
                </c:pt>
                <c:pt idx="717">
                  <c:v>44469</c:v>
                </c:pt>
                <c:pt idx="718">
                  <c:v>44500</c:v>
                </c:pt>
                <c:pt idx="719">
                  <c:v>44530</c:v>
                </c:pt>
                <c:pt idx="720">
                  <c:v>44561</c:v>
                </c:pt>
                <c:pt idx="721">
                  <c:v>44592</c:v>
                </c:pt>
                <c:pt idx="722">
                  <c:v>44620</c:v>
                </c:pt>
                <c:pt idx="723">
                  <c:v>44651</c:v>
                </c:pt>
                <c:pt idx="724">
                  <c:v>44681</c:v>
                </c:pt>
                <c:pt idx="725">
                  <c:v>44712</c:v>
                </c:pt>
                <c:pt idx="726">
                  <c:v>44742</c:v>
                </c:pt>
                <c:pt idx="727">
                  <c:v>44773</c:v>
                </c:pt>
                <c:pt idx="728">
                  <c:v>44804</c:v>
                </c:pt>
                <c:pt idx="729">
                  <c:v>44834</c:v>
                </c:pt>
                <c:pt idx="730">
                  <c:v>44865</c:v>
                </c:pt>
                <c:pt idx="731">
                  <c:v>44895</c:v>
                </c:pt>
                <c:pt idx="732">
                  <c:v>44926</c:v>
                </c:pt>
                <c:pt idx="733">
                  <c:v>44957</c:v>
                </c:pt>
                <c:pt idx="734">
                  <c:v>44985</c:v>
                </c:pt>
                <c:pt idx="735">
                  <c:v>45016</c:v>
                </c:pt>
                <c:pt idx="736">
                  <c:v>45046</c:v>
                </c:pt>
                <c:pt idx="737">
                  <c:v>45077</c:v>
                </c:pt>
                <c:pt idx="738">
                  <c:v>45107</c:v>
                </c:pt>
                <c:pt idx="739">
                  <c:v>45138</c:v>
                </c:pt>
                <c:pt idx="740">
                  <c:v>45169</c:v>
                </c:pt>
                <c:pt idx="741">
                  <c:v>45199</c:v>
                </c:pt>
                <c:pt idx="742">
                  <c:v>45230</c:v>
                </c:pt>
                <c:pt idx="743">
                  <c:v>45260</c:v>
                </c:pt>
                <c:pt idx="744">
                  <c:v>45291</c:v>
                </c:pt>
                <c:pt idx="745">
                  <c:v>45322</c:v>
                </c:pt>
                <c:pt idx="746">
                  <c:v>45351</c:v>
                </c:pt>
                <c:pt idx="747">
                  <c:v>45382</c:v>
                </c:pt>
                <c:pt idx="748">
                  <c:v>45412</c:v>
                </c:pt>
                <c:pt idx="749">
                  <c:v>45443</c:v>
                </c:pt>
                <c:pt idx="750">
                  <c:v>45473</c:v>
                </c:pt>
                <c:pt idx="751">
                  <c:v>45504</c:v>
                </c:pt>
                <c:pt idx="752">
                  <c:v>45535</c:v>
                </c:pt>
                <c:pt idx="753">
                  <c:v>45565</c:v>
                </c:pt>
                <c:pt idx="754">
                  <c:v>45596</c:v>
                </c:pt>
                <c:pt idx="755">
                  <c:v>45626</c:v>
                </c:pt>
                <c:pt idx="756">
                  <c:v>45657</c:v>
                </c:pt>
                <c:pt idx="757">
                  <c:v>45688</c:v>
                </c:pt>
                <c:pt idx="758">
                  <c:v>45716</c:v>
                </c:pt>
                <c:pt idx="759">
                  <c:v>45747</c:v>
                </c:pt>
                <c:pt idx="760">
                  <c:v>45777</c:v>
                </c:pt>
                <c:pt idx="761">
                  <c:v>45808</c:v>
                </c:pt>
                <c:pt idx="762">
                  <c:v>45838</c:v>
                </c:pt>
                <c:pt idx="763">
                  <c:v>45869</c:v>
                </c:pt>
                <c:pt idx="764">
                  <c:v>45900</c:v>
                </c:pt>
                <c:pt idx="765">
                  <c:v>45930</c:v>
                </c:pt>
                <c:pt idx="766">
                  <c:v>45961</c:v>
                </c:pt>
                <c:pt idx="767">
                  <c:v>45991</c:v>
                </c:pt>
                <c:pt idx="768">
                  <c:v>46022</c:v>
                </c:pt>
              </c:numCache>
            </c:numRef>
          </c:cat>
          <c:val>
            <c:numRef>
              <c:f>'Prime de terme US'!$B$3:$B$764</c:f>
            </c:numRef>
          </c:val>
          <c:smooth val="0"/>
          <c:extLst>
            <c:ext xmlns:c16="http://schemas.microsoft.com/office/drawing/2014/chart" uri="{C3380CC4-5D6E-409C-BE32-E72D297353CC}">
              <c16:uniqueId val="{00000000-CF1D-4393-8417-C62752BA2250}"/>
            </c:ext>
          </c:extLst>
        </c:ser>
        <c:ser>
          <c:idx val="1"/>
          <c:order val="1"/>
          <c:tx>
            <c:strRef>
              <c:f>'Prime de terme US'!$C$2</c:f>
              <c:strCache>
                <c:ptCount val="1"/>
                <c:pt idx="0">
                  <c:v>US ACM TREAS TERM PREMIUM 10Y</c:v>
                </c:pt>
              </c:strCache>
            </c:strRef>
          </c:tx>
          <c:spPr>
            <a:ln w="28575" cap="rnd">
              <a:solidFill>
                <a:srgbClr val="C00000"/>
              </a:solidFill>
              <a:round/>
            </a:ln>
            <a:effectLst/>
          </c:spPr>
          <c:marker>
            <c:symbol val="none"/>
          </c:marker>
          <c:cat>
            <c:numRef>
              <c:f>'Prime de terme US'!$D$9:$D$777</c:f>
              <c:numCache>
                <c:formatCode>m/d/yyyy</c:formatCode>
                <c:ptCount val="769"/>
                <c:pt idx="0">
                  <c:v>22646</c:v>
                </c:pt>
                <c:pt idx="1">
                  <c:v>22677</c:v>
                </c:pt>
                <c:pt idx="2">
                  <c:v>22705</c:v>
                </c:pt>
                <c:pt idx="3">
                  <c:v>22736</c:v>
                </c:pt>
                <c:pt idx="4">
                  <c:v>22766</c:v>
                </c:pt>
                <c:pt idx="5">
                  <c:v>22797</c:v>
                </c:pt>
                <c:pt idx="6">
                  <c:v>22827</c:v>
                </c:pt>
                <c:pt idx="7">
                  <c:v>22858</c:v>
                </c:pt>
                <c:pt idx="8">
                  <c:v>22889</c:v>
                </c:pt>
                <c:pt idx="9">
                  <c:v>22919</c:v>
                </c:pt>
                <c:pt idx="10">
                  <c:v>22950</c:v>
                </c:pt>
                <c:pt idx="11">
                  <c:v>22980</c:v>
                </c:pt>
                <c:pt idx="12">
                  <c:v>23011</c:v>
                </c:pt>
                <c:pt idx="13">
                  <c:v>23042</c:v>
                </c:pt>
                <c:pt idx="14">
                  <c:v>23070</c:v>
                </c:pt>
                <c:pt idx="15">
                  <c:v>23101</c:v>
                </c:pt>
                <c:pt idx="16">
                  <c:v>23131</c:v>
                </c:pt>
                <c:pt idx="17">
                  <c:v>23162</c:v>
                </c:pt>
                <c:pt idx="18">
                  <c:v>23192</c:v>
                </c:pt>
                <c:pt idx="19">
                  <c:v>23223</c:v>
                </c:pt>
                <c:pt idx="20">
                  <c:v>23254</c:v>
                </c:pt>
                <c:pt idx="21">
                  <c:v>23284</c:v>
                </c:pt>
                <c:pt idx="22">
                  <c:v>23315</c:v>
                </c:pt>
                <c:pt idx="23">
                  <c:v>23345</c:v>
                </c:pt>
                <c:pt idx="24">
                  <c:v>23376</c:v>
                </c:pt>
                <c:pt idx="25">
                  <c:v>23407</c:v>
                </c:pt>
                <c:pt idx="26">
                  <c:v>23436</c:v>
                </c:pt>
                <c:pt idx="27">
                  <c:v>23467</c:v>
                </c:pt>
                <c:pt idx="28">
                  <c:v>23497</c:v>
                </c:pt>
                <c:pt idx="29">
                  <c:v>23528</c:v>
                </c:pt>
                <c:pt idx="30">
                  <c:v>23558</c:v>
                </c:pt>
                <c:pt idx="31">
                  <c:v>23589</c:v>
                </c:pt>
                <c:pt idx="32">
                  <c:v>23620</c:v>
                </c:pt>
                <c:pt idx="33">
                  <c:v>23650</c:v>
                </c:pt>
                <c:pt idx="34">
                  <c:v>23681</c:v>
                </c:pt>
                <c:pt idx="35">
                  <c:v>23711</c:v>
                </c:pt>
                <c:pt idx="36">
                  <c:v>23742</c:v>
                </c:pt>
                <c:pt idx="37">
                  <c:v>23773</c:v>
                </c:pt>
                <c:pt idx="38">
                  <c:v>23801</c:v>
                </c:pt>
                <c:pt idx="39">
                  <c:v>23832</c:v>
                </c:pt>
                <c:pt idx="40">
                  <c:v>23862</c:v>
                </c:pt>
                <c:pt idx="41">
                  <c:v>23893</c:v>
                </c:pt>
                <c:pt idx="42">
                  <c:v>23923</c:v>
                </c:pt>
                <c:pt idx="43">
                  <c:v>23954</c:v>
                </c:pt>
                <c:pt idx="44">
                  <c:v>23985</c:v>
                </c:pt>
                <c:pt idx="45">
                  <c:v>24015</c:v>
                </c:pt>
                <c:pt idx="46">
                  <c:v>24046</c:v>
                </c:pt>
                <c:pt idx="47">
                  <c:v>24076</c:v>
                </c:pt>
                <c:pt idx="48">
                  <c:v>24107</c:v>
                </c:pt>
                <c:pt idx="49">
                  <c:v>24138</c:v>
                </c:pt>
                <c:pt idx="50">
                  <c:v>24166</c:v>
                </c:pt>
                <c:pt idx="51">
                  <c:v>24197</c:v>
                </c:pt>
                <c:pt idx="52">
                  <c:v>24227</c:v>
                </c:pt>
                <c:pt idx="53">
                  <c:v>24258</c:v>
                </c:pt>
                <c:pt idx="54">
                  <c:v>24288</c:v>
                </c:pt>
                <c:pt idx="55">
                  <c:v>24319</c:v>
                </c:pt>
                <c:pt idx="56">
                  <c:v>24350</c:v>
                </c:pt>
                <c:pt idx="57">
                  <c:v>24380</c:v>
                </c:pt>
                <c:pt idx="58">
                  <c:v>24411</c:v>
                </c:pt>
                <c:pt idx="59">
                  <c:v>24441</c:v>
                </c:pt>
                <c:pt idx="60">
                  <c:v>24472</c:v>
                </c:pt>
                <c:pt idx="61">
                  <c:v>24503</c:v>
                </c:pt>
                <c:pt idx="62">
                  <c:v>24531</c:v>
                </c:pt>
                <c:pt idx="63">
                  <c:v>24562</c:v>
                </c:pt>
                <c:pt idx="64">
                  <c:v>24592</c:v>
                </c:pt>
                <c:pt idx="65">
                  <c:v>24623</c:v>
                </c:pt>
                <c:pt idx="66">
                  <c:v>24653</c:v>
                </c:pt>
                <c:pt idx="67">
                  <c:v>24684</c:v>
                </c:pt>
                <c:pt idx="68">
                  <c:v>24715</c:v>
                </c:pt>
                <c:pt idx="69">
                  <c:v>24745</c:v>
                </c:pt>
                <c:pt idx="70">
                  <c:v>24776</c:v>
                </c:pt>
                <c:pt idx="71">
                  <c:v>24806</c:v>
                </c:pt>
                <c:pt idx="72">
                  <c:v>24837</c:v>
                </c:pt>
                <c:pt idx="73">
                  <c:v>24868</c:v>
                </c:pt>
                <c:pt idx="74">
                  <c:v>24897</c:v>
                </c:pt>
                <c:pt idx="75">
                  <c:v>24928</c:v>
                </c:pt>
                <c:pt idx="76">
                  <c:v>24958</c:v>
                </c:pt>
                <c:pt idx="77">
                  <c:v>24989</c:v>
                </c:pt>
                <c:pt idx="78">
                  <c:v>25019</c:v>
                </c:pt>
                <c:pt idx="79">
                  <c:v>25050</c:v>
                </c:pt>
                <c:pt idx="80">
                  <c:v>25081</c:v>
                </c:pt>
                <c:pt idx="81">
                  <c:v>25111</c:v>
                </c:pt>
                <c:pt idx="82">
                  <c:v>25142</c:v>
                </c:pt>
                <c:pt idx="83">
                  <c:v>25172</c:v>
                </c:pt>
                <c:pt idx="84">
                  <c:v>25203</c:v>
                </c:pt>
                <c:pt idx="85">
                  <c:v>25234</c:v>
                </c:pt>
                <c:pt idx="86">
                  <c:v>25262</c:v>
                </c:pt>
                <c:pt idx="87">
                  <c:v>25293</c:v>
                </c:pt>
                <c:pt idx="88">
                  <c:v>25323</c:v>
                </c:pt>
                <c:pt idx="89">
                  <c:v>25354</c:v>
                </c:pt>
                <c:pt idx="90">
                  <c:v>25384</c:v>
                </c:pt>
                <c:pt idx="91">
                  <c:v>25415</c:v>
                </c:pt>
                <c:pt idx="92">
                  <c:v>25446</c:v>
                </c:pt>
                <c:pt idx="93">
                  <c:v>25476</c:v>
                </c:pt>
                <c:pt idx="94">
                  <c:v>25507</c:v>
                </c:pt>
                <c:pt idx="95">
                  <c:v>25537</c:v>
                </c:pt>
                <c:pt idx="96">
                  <c:v>25568</c:v>
                </c:pt>
                <c:pt idx="97">
                  <c:v>25599</c:v>
                </c:pt>
                <c:pt idx="98">
                  <c:v>25627</c:v>
                </c:pt>
                <c:pt idx="99">
                  <c:v>25658</c:v>
                </c:pt>
                <c:pt idx="100">
                  <c:v>25688</c:v>
                </c:pt>
                <c:pt idx="101">
                  <c:v>25719</c:v>
                </c:pt>
                <c:pt idx="102">
                  <c:v>25749</c:v>
                </c:pt>
                <c:pt idx="103">
                  <c:v>25780</c:v>
                </c:pt>
                <c:pt idx="104">
                  <c:v>25811</c:v>
                </c:pt>
                <c:pt idx="105">
                  <c:v>25841</c:v>
                </c:pt>
                <c:pt idx="106">
                  <c:v>25872</c:v>
                </c:pt>
                <c:pt idx="107">
                  <c:v>25902</c:v>
                </c:pt>
                <c:pt idx="108">
                  <c:v>25933</c:v>
                </c:pt>
                <c:pt idx="109">
                  <c:v>25964</c:v>
                </c:pt>
                <c:pt idx="110">
                  <c:v>25992</c:v>
                </c:pt>
                <c:pt idx="111">
                  <c:v>26023</c:v>
                </c:pt>
                <c:pt idx="112">
                  <c:v>26053</c:v>
                </c:pt>
                <c:pt idx="113">
                  <c:v>26084</c:v>
                </c:pt>
                <c:pt idx="114">
                  <c:v>26114</c:v>
                </c:pt>
                <c:pt idx="115">
                  <c:v>26145</c:v>
                </c:pt>
                <c:pt idx="116">
                  <c:v>26176</c:v>
                </c:pt>
                <c:pt idx="117">
                  <c:v>26206</c:v>
                </c:pt>
                <c:pt idx="118">
                  <c:v>26237</c:v>
                </c:pt>
                <c:pt idx="119">
                  <c:v>26267</c:v>
                </c:pt>
                <c:pt idx="120">
                  <c:v>26298</c:v>
                </c:pt>
                <c:pt idx="121">
                  <c:v>26329</c:v>
                </c:pt>
                <c:pt idx="122">
                  <c:v>26358</c:v>
                </c:pt>
                <c:pt idx="123">
                  <c:v>26389</c:v>
                </c:pt>
                <c:pt idx="124">
                  <c:v>26419</c:v>
                </c:pt>
                <c:pt idx="125">
                  <c:v>26450</c:v>
                </c:pt>
                <c:pt idx="126">
                  <c:v>26480</c:v>
                </c:pt>
                <c:pt idx="127">
                  <c:v>26511</c:v>
                </c:pt>
                <c:pt idx="128">
                  <c:v>26542</c:v>
                </c:pt>
                <c:pt idx="129">
                  <c:v>26572</c:v>
                </c:pt>
                <c:pt idx="130">
                  <c:v>26603</c:v>
                </c:pt>
                <c:pt idx="131">
                  <c:v>26633</c:v>
                </c:pt>
                <c:pt idx="132">
                  <c:v>26664</c:v>
                </c:pt>
                <c:pt idx="133">
                  <c:v>26695</c:v>
                </c:pt>
                <c:pt idx="134">
                  <c:v>26723</c:v>
                </c:pt>
                <c:pt idx="135">
                  <c:v>26754</c:v>
                </c:pt>
                <c:pt idx="136">
                  <c:v>26784</c:v>
                </c:pt>
                <c:pt idx="137">
                  <c:v>26815</c:v>
                </c:pt>
                <c:pt idx="138">
                  <c:v>26845</c:v>
                </c:pt>
                <c:pt idx="139">
                  <c:v>26876</c:v>
                </c:pt>
                <c:pt idx="140">
                  <c:v>26907</c:v>
                </c:pt>
                <c:pt idx="141">
                  <c:v>26937</c:v>
                </c:pt>
                <c:pt idx="142">
                  <c:v>26968</c:v>
                </c:pt>
                <c:pt idx="143">
                  <c:v>26998</c:v>
                </c:pt>
                <c:pt idx="144">
                  <c:v>27029</c:v>
                </c:pt>
                <c:pt idx="145">
                  <c:v>27060</c:v>
                </c:pt>
                <c:pt idx="146">
                  <c:v>27088</c:v>
                </c:pt>
                <c:pt idx="147">
                  <c:v>27119</c:v>
                </c:pt>
                <c:pt idx="148">
                  <c:v>27149</c:v>
                </c:pt>
                <c:pt idx="149">
                  <c:v>27180</c:v>
                </c:pt>
                <c:pt idx="150">
                  <c:v>27210</c:v>
                </c:pt>
                <c:pt idx="151">
                  <c:v>27241</c:v>
                </c:pt>
                <c:pt idx="152">
                  <c:v>27272</c:v>
                </c:pt>
                <c:pt idx="153">
                  <c:v>27302</c:v>
                </c:pt>
                <c:pt idx="154">
                  <c:v>27333</c:v>
                </c:pt>
                <c:pt idx="155">
                  <c:v>27363</c:v>
                </c:pt>
                <c:pt idx="156">
                  <c:v>27394</c:v>
                </c:pt>
                <c:pt idx="157">
                  <c:v>27425</c:v>
                </c:pt>
                <c:pt idx="158">
                  <c:v>27453</c:v>
                </c:pt>
                <c:pt idx="159">
                  <c:v>27484</c:v>
                </c:pt>
                <c:pt idx="160">
                  <c:v>27514</c:v>
                </c:pt>
                <c:pt idx="161">
                  <c:v>27545</c:v>
                </c:pt>
                <c:pt idx="162">
                  <c:v>27575</c:v>
                </c:pt>
                <c:pt idx="163">
                  <c:v>27606</c:v>
                </c:pt>
                <c:pt idx="164">
                  <c:v>27637</c:v>
                </c:pt>
                <c:pt idx="165">
                  <c:v>27667</c:v>
                </c:pt>
                <c:pt idx="166">
                  <c:v>27698</c:v>
                </c:pt>
                <c:pt idx="167">
                  <c:v>27728</c:v>
                </c:pt>
                <c:pt idx="168">
                  <c:v>27759</c:v>
                </c:pt>
                <c:pt idx="169">
                  <c:v>27790</c:v>
                </c:pt>
                <c:pt idx="170">
                  <c:v>27819</c:v>
                </c:pt>
                <c:pt idx="171">
                  <c:v>27850</c:v>
                </c:pt>
                <c:pt idx="172">
                  <c:v>27880</c:v>
                </c:pt>
                <c:pt idx="173">
                  <c:v>27911</c:v>
                </c:pt>
                <c:pt idx="174">
                  <c:v>27941</c:v>
                </c:pt>
                <c:pt idx="175">
                  <c:v>27972</c:v>
                </c:pt>
                <c:pt idx="176">
                  <c:v>28003</c:v>
                </c:pt>
                <c:pt idx="177">
                  <c:v>28033</c:v>
                </c:pt>
                <c:pt idx="178">
                  <c:v>28064</c:v>
                </c:pt>
                <c:pt idx="179">
                  <c:v>28094</c:v>
                </c:pt>
                <c:pt idx="180">
                  <c:v>28125</c:v>
                </c:pt>
                <c:pt idx="181">
                  <c:v>28156</c:v>
                </c:pt>
                <c:pt idx="182">
                  <c:v>28184</c:v>
                </c:pt>
                <c:pt idx="183">
                  <c:v>28215</c:v>
                </c:pt>
                <c:pt idx="184">
                  <c:v>28245</c:v>
                </c:pt>
                <c:pt idx="185">
                  <c:v>28276</c:v>
                </c:pt>
                <c:pt idx="186">
                  <c:v>28306</c:v>
                </c:pt>
                <c:pt idx="187">
                  <c:v>28337</c:v>
                </c:pt>
                <c:pt idx="188">
                  <c:v>28368</c:v>
                </c:pt>
                <c:pt idx="189">
                  <c:v>28398</c:v>
                </c:pt>
                <c:pt idx="190">
                  <c:v>28429</c:v>
                </c:pt>
                <c:pt idx="191">
                  <c:v>28459</c:v>
                </c:pt>
                <c:pt idx="192">
                  <c:v>28490</c:v>
                </c:pt>
                <c:pt idx="193">
                  <c:v>28521</c:v>
                </c:pt>
                <c:pt idx="194">
                  <c:v>28549</c:v>
                </c:pt>
                <c:pt idx="195">
                  <c:v>28580</c:v>
                </c:pt>
                <c:pt idx="196">
                  <c:v>28610</c:v>
                </c:pt>
                <c:pt idx="197">
                  <c:v>28641</c:v>
                </c:pt>
                <c:pt idx="198">
                  <c:v>28671</c:v>
                </c:pt>
                <c:pt idx="199">
                  <c:v>28702</c:v>
                </c:pt>
                <c:pt idx="200">
                  <c:v>28733</c:v>
                </c:pt>
                <c:pt idx="201">
                  <c:v>28763</c:v>
                </c:pt>
                <c:pt idx="202">
                  <c:v>28794</c:v>
                </c:pt>
                <c:pt idx="203">
                  <c:v>28824</c:v>
                </c:pt>
                <c:pt idx="204">
                  <c:v>28855</c:v>
                </c:pt>
                <c:pt idx="205">
                  <c:v>28886</c:v>
                </c:pt>
                <c:pt idx="206">
                  <c:v>28914</c:v>
                </c:pt>
                <c:pt idx="207">
                  <c:v>28945</c:v>
                </c:pt>
                <c:pt idx="208">
                  <c:v>28975</c:v>
                </c:pt>
                <c:pt idx="209">
                  <c:v>29006</c:v>
                </c:pt>
                <c:pt idx="210">
                  <c:v>29036</c:v>
                </c:pt>
                <c:pt idx="211">
                  <c:v>29067</c:v>
                </c:pt>
                <c:pt idx="212">
                  <c:v>29098</c:v>
                </c:pt>
                <c:pt idx="213">
                  <c:v>29128</c:v>
                </c:pt>
                <c:pt idx="214">
                  <c:v>29159</c:v>
                </c:pt>
                <c:pt idx="215">
                  <c:v>29189</c:v>
                </c:pt>
                <c:pt idx="216">
                  <c:v>29220</c:v>
                </c:pt>
                <c:pt idx="217">
                  <c:v>29251</c:v>
                </c:pt>
                <c:pt idx="218">
                  <c:v>29280</c:v>
                </c:pt>
                <c:pt idx="219">
                  <c:v>29311</c:v>
                </c:pt>
                <c:pt idx="220">
                  <c:v>29341</c:v>
                </c:pt>
                <c:pt idx="221">
                  <c:v>29372</c:v>
                </c:pt>
                <c:pt idx="222">
                  <c:v>29402</c:v>
                </c:pt>
                <c:pt idx="223">
                  <c:v>29433</c:v>
                </c:pt>
                <c:pt idx="224">
                  <c:v>29464</c:v>
                </c:pt>
                <c:pt idx="225">
                  <c:v>29494</c:v>
                </c:pt>
                <c:pt idx="226">
                  <c:v>29525</c:v>
                </c:pt>
                <c:pt idx="227">
                  <c:v>29555</c:v>
                </c:pt>
                <c:pt idx="228">
                  <c:v>29586</c:v>
                </c:pt>
                <c:pt idx="229">
                  <c:v>29617</c:v>
                </c:pt>
                <c:pt idx="230">
                  <c:v>29645</c:v>
                </c:pt>
                <c:pt idx="231">
                  <c:v>29676</c:v>
                </c:pt>
                <c:pt idx="232">
                  <c:v>29706</c:v>
                </c:pt>
                <c:pt idx="233">
                  <c:v>29737</c:v>
                </c:pt>
                <c:pt idx="234">
                  <c:v>29767</c:v>
                </c:pt>
                <c:pt idx="235">
                  <c:v>29798</c:v>
                </c:pt>
                <c:pt idx="236">
                  <c:v>29829</c:v>
                </c:pt>
                <c:pt idx="237">
                  <c:v>29859</c:v>
                </c:pt>
                <c:pt idx="238">
                  <c:v>29890</c:v>
                </c:pt>
                <c:pt idx="239">
                  <c:v>29920</c:v>
                </c:pt>
                <c:pt idx="240">
                  <c:v>29951</c:v>
                </c:pt>
                <c:pt idx="241">
                  <c:v>29982</c:v>
                </c:pt>
                <c:pt idx="242">
                  <c:v>30010</c:v>
                </c:pt>
                <c:pt idx="243">
                  <c:v>30041</c:v>
                </c:pt>
                <c:pt idx="244">
                  <c:v>30071</c:v>
                </c:pt>
                <c:pt idx="245">
                  <c:v>30102</c:v>
                </c:pt>
                <c:pt idx="246">
                  <c:v>30132</c:v>
                </c:pt>
                <c:pt idx="247">
                  <c:v>30163</c:v>
                </c:pt>
                <c:pt idx="248">
                  <c:v>30194</c:v>
                </c:pt>
                <c:pt idx="249">
                  <c:v>30224</c:v>
                </c:pt>
                <c:pt idx="250">
                  <c:v>30255</c:v>
                </c:pt>
                <c:pt idx="251">
                  <c:v>30285</c:v>
                </c:pt>
                <c:pt idx="252">
                  <c:v>30316</c:v>
                </c:pt>
                <c:pt idx="253">
                  <c:v>30347</c:v>
                </c:pt>
                <c:pt idx="254">
                  <c:v>30375</c:v>
                </c:pt>
                <c:pt idx="255">
                  <c:v>30406</c:v>
                </c:pt>
                <c:pt idx="256">
                  <c:v>30436</c:v>
                </c:pt>
                <c:pt idx="257">
                  <c:v>30467</c:v>
                </c:pt>
                <c:pt idx="258">
                  <c:v>30497</c:v>
                </c:pt>
                <c:pt idx="259">
                  <c:v>30528</c:v>
                </c:pt>
                <c:pt idx="260">
                  <c:v>30559</c:v>
                </c:pt>
                <c:pt idx="261">
                  <c:v>30589</c:v>
                </c:pt>
                <c:pt idx="262">
                  <c:v>30620</c:v>
                </c:pt>
                <c:pt idx="263">
                  <c:v>30650</c:v>
                </c:pt>
                <c:pt idx="264">
                  <c:v>30681</c:v>
                </c:pt>
                <c:pt idx="265">
                  <c:v>30712</c:v>
                </c:pt>
                <c:pt idx="266">
                  <c:v>30741</c:v>
                </c:pt>
                <c:pt idx="267">
                  <c:v>30772</c:v>
                </c:pt>
                <c:pt idx="268">
                  <c:v>30802</c:v>
                </c:pt>
                <c:pt idx="269">
                  <c:v>30833</c:v>
                </c:pt>
                <c:pt idx="270">
                  <c:v>30863</c:v>
                </c:pt>
                <c:pt idx="271">
                  <c:v>30894</c:v>
                </c:pt>
                <c:pt idx="272">
                  <c:v>30925</c:v>
                </c:pt>
                <c:pt idx="273">
                  <c:v>30955</c:v>
                </c:pt>
                <c:pt idx="274">
                  <c:v>30986</c:v>
                </c:pt>
                <c:pt idx="275">
                  <c:v>31016</c:v>
                </c:pt>
                <c:pt idx="276">
                  <c:v>31047</c:v>
                </c:pt>
                <c:pt idx="277">
                  <c:v>31078</c:v>
                </c:pt>
                <c:pt idx="278">
                  <c:v>31106</c:v>
                </c:pt>
                <c:pt idx="279">
                  <c:v>31137</c:v>
                </c:pt>
                <c:pt idx="280">
                  <c:v>31167</c:v>
                </c:pt>
                <c:pt idx="281">
                  <c:v>31198</c:v>
                </c:pt>
                <c:pt idx="282">
                  <c:v>31228</c:v>
                </c:pt>
                <c:pt idx="283">
                  <c:v>31259</c:v>
                </c:pt>
                <c:pt idx="284">
                  <c:v>31290</c:v>
                </c:pt>
                <c:pt idx="285">
                  <c:v>31320</c:v>
                </c:pt>
                <c:pt idx="286">
                  <c:v>31351</c:v>
                </c:pt>
                <c:pt idx="287">
                  <c:v>31381</c:v>
                </c:pt>
                <c:pt idx="288">
                  <c:v>31412</c:v>
                </c:pt>
                <c:pt idx="289">
                  <c:v>31443</c:v>
                </c:pt>
                <c:pt idx="290">
                  <c:v>31471</c:v>
                </c:pt>
                <c:pt idx="291">
                  <c:v>31502</c:v>
                </c:pt>
                <c:pt idx="292">
                  <c:v>31532</c:v>
                </c:pt>
                <c:pt idx="293">
                  <c:v>31563</c:v>
                </c:pt>
                <c:pt idx="294">
                  <c:v>31593</c:v>
                </c:pt>
                <c:pt idx="295">
                  <c:v>31624</c:v>
                </c:pt>
                <c:pt idx="296">
                  <c:v>31655</c:v>
                </c:pt>
                <c:pt idx="297">
                  <c:v>31685</c:v>
                </c:pt>
                <c:pt idx="298">
                  <c:v>31716</c:v>
                </c:pt>
                <c:pt idx="299">
                  <c:v>31746</c:v>
                </c:pt>
                <c:pt idx="300">
                  <c:v>31777</c:v>
                </c:pt>
                <c:pt idx="301">
                  <c:v>31808</c:v>
                </c:pt>
                <c:pt idx="302">
                  <c:v>31836</c:v>
                </c:pt>
                <c:pt idx="303">
                  <c:v>31867</c:v>
                </c:pt>
                <c:pt idx="304">
                  <c:v>31897</c:v>
                </c:pt>
                <c:pt idx="305">
                  <c:v>31928</c:v>
                </c:pt>
                <c:pt idx="306">
                  <c:v>31958</c:v>
                </c:pt>
                <c:pt idx="307">
                  <c:v>31989</c:v>
                </c:pt>
                <c:pt idx="308">
                  <c:v>32020</c:v>
                </c:pt>
                <c:pt idx="309">
                  <c:v>32050</c:v>
                </c:pt>
                <c:pt idx="310">
                  <c:v>32081</c:v>
                </c:pt>
                <c:pt idx="311">
                  <c:v>32111</c:v>
                </c:pt>
                <c:pt idx="312">
                  <c:v>32142</c:v>
                </c:pt>
                <c:pt idx="313">
                  <c:v>32173</c:v>
                </c:pt>
                <c:pt idx="314">
                  <c:v>32202</c:v>
                </c:pt>
                <c:pt idx="315">
                  <c:v>32233</c:v>
                </c:pt>
                <c:pt idx="316">
                  <c:v>32263</c:v>
                </c:pt>
                <c:pt idx="317">
                  <c:v>32294</c:v>
                </c:pt>
                <c:pt idx="318">
                  <c:v>32324</c:v>
                </c:pt>
                <c:pt idx="319">
                  <c:v>32355</c:v>
                </c:pt>
                <c:pt idx="320">
                  <c:v>32386</c:v>
                </c:pt>
                <c:pt idx="321">
                  <c:v>32416</c:v>
                </c:pt>
                <c:pt idx="322">
                  <c:v>32447</c:v>
                </c:pt>
                <c:pt idx="323">
                  <c:v>32477</c:v>
                </c:pt>
                <c:pt idx="324">
                  <c:v>32508</c:v>
                </c:pt>
                <c:pt idx="325">
                  <c:v>32539</c:v>
                </c:pt>
                <c:pt idx="326">
                  <c:v>32567</c:v>
                </c:pt>
                <c:pt idx="327">
                  <c:v>32598</c:v>
                </c:pt>
                <c:pt idx="328">
                  <c:v>32628</c:v>
                </c:pt>
                <c:pt idx="329">
                  <c:v>32659</c:v>
                </c:pt>
                <c:pt idx="330">
                  <c:v>32689</c:v>
                </c:pt>
                <c:pt idx="331">
                  <c:v>32720</c:v>
                </c:pt>
                <c:pt idx="332">
                  <c:v>32751</c:v>
                </c:pt>
                <c:pt idx="333">
                  <c:v>32781</c:v>
                </c:pt>
                <c:pt idx="334">
                  <c:v>32812</c:v>
                </c:pt>
                <c:pt idx="335">
                  <c:v>32842</c:v>
                </c:pt>
                <c:pt idx="336">
                  <c:v>32873</c:v>
                </c:pt>
                <c:pt idx="337">
                  <c:v>32904</c:v>
                </c:pt>
                <c:pt idx="338">
                  <c:v>32932</c:v>
                </c:pt>
                <c:pt idx="339">
                  <c:v>32963</c:v>
                </c:pt>
                <c:pt idx="340">
                  <c:v>32993</c:v>
                </c:pt>
                <c:pt idx="341">
                  <c:v>33024</c:v>
                </c:pt>
                <c:pt idx="342">
                  <c:v>33054</c:v>
                </c:pt>
                <c:pt idx="343">
                  <c:v>33085</c:v>
                </c:pt>
                <c:pt idx="344">
                  <c:v>33116</c:v>
                </c:pt>
                <c:pt idx="345">
                  <c:v>33146</c:v>
                </c:pt>
                <c:pt idx="346">
                  <c:v>33177</c:v>
                </c:pt>
                <c:pt idx="347">
                  <c:v>33207</c:v>
                </c:pt>
                <c:pt idx="348">
                  <c:v>33238</c:v>
                </c:pt>
                <c:pt idx="349">
                  <c:v>33269</c:v>
                </c:pt>
                <c:pt idx="350">
                  <c:v>33297</c:v>
                </c:pt>
                <c:pt idx="351">
                  <c:v>33328</c:v>
                </c:pt>
                <c:pt idx="352">
                  <c:v>33358</c:v>
                </c:pt>
                <c:pt idx="353">
                  <c:v>33389</c:v>
                </c:pt>
                <c:pt idx="354">
                  <c:v>33419</c:v>
                </c:pt>
                <c:pt idx="355">
                  <c:v>33450</c:v>
                </c:pt>
                <c:pt idx="356">
                  <c:v>33481</c:v>
                </c:pt>
                <c:pt idx="357">
                  <c:v>33511</c:v>
                </c:pt>
                <c:pt idx="358">
                  <c:v>33542</c:v>
                </c:pt>
                <c:pt idx="359">
                  <c:v>33572</c:v>
                </c:pt>
                <c:pt idx="360">
                  <c:v>33603</c:v>
                </c:pt>
                <c:pt idx="361">
                  <c:v>33634</c:v>
                </c:pt>
                <c:pt idx="362">
                  <c:v>33663</c:v>
                </c:pt>
                <c:pt idx="363">
                  <c:v>33694</c:v>
                </c:pt>
                <c:pt idx="364">
                  <c:v>33724</c:v>
                </c:pt>
                <c:pt idx="365">
                  <c:v>33755</c:v>
                </c:pt>
                <c:pt idx="366">
                  <c:v>33785</c:v>
                </c:pt>
                <c:pt idx="367">
                  <c:v>33816</c:v>
                </c:pt>
                <c:pt idx="368">
                  <c:v>33847</c:v>
                </c:pt>
                <c:pt idx="369">
                  <c:v>33877</c:v>
                </c:pt>
                <c:pt idx="370">
                  <c:v>33908</c:v>
                </c:pt>
                <c:pt idx="371">
                  <c:v>33938</c:v>
                </c:pt>
                <c:pt idx="372">
                  <c:v>33969</c:v>
                </c:pt>
                <c:pt idx="373">
                  <c:v>34000</c:v>
                </c:pt>
                <c:pt idx="374">
                  <c:v>34028</c:v>
                </c:pt>
                <c:pt idx="375">
                  <c:v>34059</c:v>
                </c:pt>
                <c:pt idx="376">
                  <c:v>34089</c:v>
                </c:pt>
                <c:pt idx="377">
                  <c:v>34120</c:v>
                </c:pt>
                <c:pt idx="378">
                  <c:v>34150</c:v>
                </c:pt>
                <c:pt idx="379">
                  <c:v>34181</c:v>
                </c:pt>
                <c:pt idx="380">
                  <c:v>34212</c:v>
                </c:pt>
                <c:pt idx="381">
                  <c:v>34242</c:v>
                </c:pt>
                <c:pt idx="382">
                  <c:v>34273</c:v>
                </c:pt>
                <c:pt idx="383">
                  <c:v>34303</c:v>
                </c:pt>
                <c:pt idx="384">
                  <c:v>34334</c:v>
                </c:pt>
                <c:pt idx="385">
                  <c:v>34365</c:v>
                </c:pt>
                <c:pt idx="386">
                  <c:v>34393</c:v>
                </c:pt>
                <c:pt idx="387">
                  <c:v>34424</c:v>
                </c:pt>
                <c:pt idx="388">
                  <c:v>34454</c:v>
                </c:pt>
                <c:pt idx="389">
                  <c:v>34485</c:v>
                </c:pt>
                <c:pt idx="390">
                  <c:v>34515</c:v>
                </c:pt>
                <c:pt idx="391">
                  <c:v>34546</c:v>
                </c:pt>
                <c:pt idx="392">
                  <c:v>34577</c:v>
                </c:pt>
                <c:pt idx="393">
                  <c:v>34607</c:v>
                </c:pt>
                <c:pt idx="394">
                  <c:v>34638</c:v>
                </c:pt>
                <c:pt idx="395">
                  <c:v>34668</c:v>
                </c:pt>
                <c:pt idx="396">
                  <c:v>34699</c:v>
                </c:pt>
                <c:pt idx="397">
                  <c:v>34730</c:v>
                </c:pt>
                <c:pt idx="398">
                  <c:v>34758</c:v>
                </c:pt>
                <c:pt idx="399">
                  <c:v>34789</c:v>
                </c:pt>
                <c:pt idx="400">
                  <c:v>34819</c:v>
                </c:pt>
                <c:pt idx="401">
                  <c:v>34850</c:v>
                </c:pt>
                <c:pt idx="402">
                  <c:v>34880</c:v>
                </c:pt>
                <c:pt idx="403">
                  <c:v>34911</c:v>
                </c:pt>
                <c:pt idx="404">
                  <c:v>34942</c:v>
                </c:pt>
                <c:pt idx="405">
                  <c:v>34972</c:v>
                </c:pt>
                <c:pt idx="406">
                  <c:v>35003</c:v>
                </c:pt>
                <c:pt idx="407">
                  <c:v>35033</c:v>
                </c:pt>
                <c:pt idx="408">
                  <c:v>35064</c:v>
                </c:pt>
                <c:pt idx="409">
                  <c:v>35095</c:v>
                </c:pt>
                <c:pt idx="410">
                  <c:v>35124</c:v>
                </c:pt>
                <c:pt idx="411">
                  <c:v>35155</c:v>
                </c:pt>
                <c:pt idx="412">
                  <c:v>35185</c:v>
                </c:pt>
                <c:pt idx="413">
                  <c:v>35216</c:v>
                </c:pt>
                <c:pt idx="414">
                  <c:v>35246</c:v>
                </c:pt>
                <c:pt idx="415">
                  <c:v>35277</c:v>
                </c:pt>
                <c:pt idx="416">
                  <c:v>35308</c:v>
                </c:pt>
                <c:pt idx="417">
                  <c:v>35338</c:v>
                </c:pt>
                <c:pt idx="418">
                  <c:v>35369</c:v>
                </c:pt>
                <c:pt idx="419">
                  <c:v>35399</c:v>
                </c:pt>
                <c:pt idx="420">
                  <c:v>35430</c:v>
                </c:pt>
                <c:pt idx="421">
                  <c:v>35461</c:v>
                </c:pt>
                <c:pt idx="422">
                  <c:v>35489</c:v>
                </c:pt>
                <c:pt idx="423">
                  <c:v>35520</c:v>
                </c:pt>
                <c:pt idx="424">
                  <c:v>35550</c:v>
                </c:pt>
                <c:pt idx="425">
                  <c:v>35581</c:v>
                </c:pt>
                <c:pt idx="426">
                  <c:v>35611</c:v>
                </c:pt>
                <c:pt idx="427">
                  <c:v>35642</c:v>
                </c:pt>
                <c:pt idx="428">
                  <c:v>35673</c:v>
                </c:pt>
                <c:pt idx="429">
                  <c:v>35703</c:v>
                </c:pt>
                <c:pt idx="430">
                  <c:v>35734</c:v>
                </c:pt>
                <c:pt idx="431">
                  <c:v>35764</c:v>
                </c:pt>
                <c:pt idx="432">
                  <c:v>35795</c:v>
                </c:pt>
                <c:pt idx="433">
                  <c:v>35826</c:v>
                </c:pt>
                <c:pt idx="434">
                  <c:v>35854</c:v>
                </c:pt>
                <c:pt idx="435">
                  <c:v>35885</c:v>
                </c:pt>
                <c:pt idx="436">
                  <c:v>35915</c:v>
                </c:pt>
                <c:pt idx="437">
                  <c:v>35946</c:v>
                </c:pt>
                <c:pt idx="438">
                  <c:v>35976</c:v>
                </c:pt>
                <c:pt idx="439">
                  <c:v>36007</c:v>
                </c:pt>
                <c:pt idx="440">
                  <c:v>36038</c:v>
                </c:pt>
                <c:pt idx="441">
                  <c:v>36068</c:v>
                </c:pt>
                <c:pt idx="442">
                  <c:v>36099</c:v>
                </c:pt>
                <c:pt idx="443">
                  <c:v>36129</c:v>
                </c:pt>
                <c:pt idx="444">
                  <c:v>36160</c:v>
                </c:pt>
                <c:pt idx="445">
                  <c:v>36191</c:v>
                </c:pt>
                <c:pt idx="446">
                  <c:v>36219</c:v>
                </c:pt>
                <c:pt idx="447">
                  <c:v>36250</c:v>
                </c:pt>
                <c:pt idx="448">
                  <c:v>36280</c:v>
                </c:pt>
                <c:pt idx="449">
                  <c:v>36311</c:v>
                </c:pt>
                <c:pt idx="450">
                  <c:v>36341</c:v>
                </c:pt>
                <c:pt idx="451">
                  <c:v>36372</c:v>
                </c:pt>
                <c:pt idx="452">
                  <c:v>36403</c:v>
                </c:pt>
                <c:pt idx="453">
                  <c:v>36433</c:v>
                </c:pt>
                <c:pt idx="454">
                  <c:v>36464</c:v>
                </c:pt>
                <c:pt idx="455">
                  <c:v>36494</c:v>
                </c:pt>
                <c:pt idx="456">
                  <c:v>36525</c:v>
                </c:pt>
                <c:pt idx="457">
                  <c:v>36556</c:v>
                </c:pt>
                <c:pt idx="458">
                  <c:v>36585</c:v>
                </c:pt>
                <c:pt idx="459">
                  <c:v>36616</c:v>
                </c:pt>
                <c:pt idx="460">
                  <c:v>36646</c:v>
                </c:pt>
                <c:pt idx="461">
                  <c:v>36677</c:v>
                </c:pt>
                <c:pt idx="462">
                  <c:v>36707</c:v>
                </c:pt>
                <c:pt idx="463">
                  <c:v>36738</c:v>
                </c:pt>
                <c:pt idx="464">
                  <c:v>36769</c:v>
                </c:pt>
                <c:pt idx="465">
                  <c:v>36799</c:v>
                </c:pt>
                <c:pt idx="466">
                  <c:v>36830</c:v>
                </c:pt>
                <c:pt idx="467">
                  <c:v>36860</c:v>
                </c:pt>
                <c:pt idx="468">
                  <c:v>36891</c:v>
                </c:pt>
                <c:pt idx="469">
                  <c:v>36922</c:v>
                </c:pt>
                <c:pt idx="470">
                  <c:v>36950</c:v>
                </c:pt>
                <c:pt idx="471">
                  <c:v>36981</c:v>
                </c:pt>
                <c:pt idx="472">
                  <c:v>37011</c:v>
                </c:pt>
                <c:pt idx="473">
                  <c:v>37042</c:v>
                </c:pt>
                <c:pt idx="474">
                  <c:v>37072</c:v>
                </c:pt>
                <c:pt idx="475">
                  <c:v>37103</c:v>
                </c:pt>
                <c:pt idx="476">
                  <c:v>37134</c:v>
                </c:pt>
                <c:pt idx="477">
                  <c:v>37164</c:v>
                </c:pt>
                <c:pt idx="478">
                  <c:v>37195</c:v>
                </c:pt>
                <c:pt idx="479">
                  <c:v>37225</c:v>
                </c:pt>
                <c:pt idx="480">
                  <c:v>37256</c:v>
                </c:pt>
                <c:pt idx="481">
                  <c:v>37287</c:v>
                </c:pt>
                <c:pt idx="482">
                  <c:v>37315</c:v>
                </c:pt>
                <c:pt idx="483">
                  <c:v>37346</c:v>
                </c:pt>
                <c:pt idx="484">
                  <c:v>37376</c:v>
                </c:pt>
                <c:pt idx="485">
                  <c:v>37407</c:v>
                </c:pt>
                <c:pt idx="486">
                  <c:v>37437</c:v>
                </c:pt>
                <c:pt idx="487">
                  <c:v>37468</c:v>
                </c:pt>
                <c:pt idx="488">
                  <c:v>37499</c:v>
                </c:pt>
                <c:pt idx="489">
                  <c:v>37529</c:v>
                </c:pt>
                <c:pt idx="490">
                  <c:v>37560</c:v>
                </c:pt>
                <c:pt idx="491">
                  <c:v>37590</c:v>
                </c:pt>
                <c:pt idx="492">
                  <c:v>37621</c:v>
                </c:pt>
                <c:pt idx="493">
                  <c:v>37652</c:v>
                </c:pt>
                <c:pt idx="494">
                  <c:v>37680</c:v>
                </c:pt>
                <c:pt idx="495">
                  <c:v>37711</c:v>
                </c:pt>
                <c:pt idx="496">
                  <c:v>37741</c:v>
                </c:pt>
                <c:pt idx="497">
                  <c:v>37772</c:v>
                </c:pt>
                <c:pt idx="498">
                  <c:v>37802</c:v>
                </c:pt>
                <c:pt idx="499">
                  <c:v>37833</c:v>
                </c:pt>
                <c:pt idx="500">
                  <c:v>37864</c:v>
                </c:pt>
                <c:pt idx="501">
                  <c:v>37894</c:v>
                </c:pt>
                <c:pt idx="502">
                  <c:v>37925</c:v>
                </c:pt>
                <c:pt idx="503">
                  <c:v>37955</c:v>
                </c:pt>
                <c:pt idx="504">
                  <c:v>37986</c:v>
                </c:pt>
                <c:pt idx="505">
                  <c:v>38017</c:v>
                </c:pt>
                <c:pt idx="506">
                  <c:v>38046</c:v>
                </c:pt>
                <c:pt idx="507">
                  <c:v>38077</c:v>
                </c:pt>
                <c:pt idx="508">
                  <c:v>38107</c:v>
                </c:pt>
                <c:pt idx="509">
                  <c:v>38138</c:v>
                </c:pt>
                <c:pt idx="510">
                  <c:v>38168</c:v>
                </c:pt>
                <c:pt idx="511">
                  <c:v>38199</c:v>
                </c:pt>
                <c:pt idx="512">
                  <c:v>38230</c:v>
                </c:pt>
                <c:pt idx="513">
                  <c:v>38260</c:v>
                </c:pt>
                <c:pt idx="514">
                  <c:v>38291</c:v>
                </c:pt>
                <c:pt idx="515">
                  <c:v>38321</c:v>
                </c:pt>
                <c:pt idx="516">
                  <c:v>38352</c:v>
                </c:pt>
                <c:pt idx="517">
                  <c:v>38383</c:v>
                </c:pt>
                <c:pt idx="518">
                  <c:v>38411</c:v>
                </c:pt>
                <c:pt idx="519">
                  <c:v>38442</c:v>
                </c:pt>
                <c:pt idx="520">
                  <c:v>38472</c:v>
                </c:pt>
                <c:pt idx="521">
                  <c:v>38503</c:v>
                </c:pt>
                <c:pt idx="522">
                  <c:v>38533</c:v>
                </c:pt>
                <c:pt idx="523">
                  <c:v>38564</c:v>
                </c:pt>
                <c:pt idx="524">
                  <c:v>38595</c:v>
                </c:pt>
                <c:pt idx="525">
                  <c:v>38625</c:v>
                </c:pt>
                <c:pt idx="526">
                  <c:v>38656</c:v>
                </c:pt>
                <c:pt idx="527">
                  <c:v>38686</c:v>
                </c:pt>
                <c:pt idx="528">
                  <c:v>38717</c:v>
                </c:pt>
                <c:pt idx="529">
                  <c:v>38748</c:v>
                </c:pt>
                <c:pt idx="530">
                  <c:v>38776</c:v>
                </c:pt>
                <c:pt idx="531">
                  <c:v>38807</c:v>
                </c:pt>
                <c:pt idx="532">
                  <c:v>38837</c:v>
                </c:pt>
                <c:pt idx="533">
                  <c:v>38868</c:v>
                </c:pt>
                <c:pt idx="534">
                  <c:v>38898</c:v>
                </c:pt>
                <c:pt idx="535">
                  <c:v>38929</c:v>
                </c:pt>
                <c:pt idx="536">
                  <c:v>38960</c:v>
                </c:pt>
                <c:pt idx="537">
                  <c:v>38990</c:v>
                </c:pt>
                <c:pt idx="538">
                  <c:v>39021</c:v>
                </c:pt>
                <c:pt idx="539">
                  <c:v>39051</c:v>
                </c:pt>
                <c:pt idx="540">
                  <c:v>39082</c:v>
                </c:pt>
                <c:pt idx="541">
                  <c:v>39113</c:v>
                </c:pt>
                <c:pt idx="542">
                  <c:v>39141</c:v>
                </c:pt>
                <c:pt idx="543">
                  <c:v>39172</c:v>
                </c:pt>
                <c:pt idx="544">
                  <c:v>39202</c:v>
                </c:pt>
                <c:pt idx="545">
                  <c:v>39233</c:v>
                </c:pt>
                <c:pt idx="546">
                  <c:v>39263</c:v>
                </c:pt>
                <c:pt idx="547">
                  <c:v>39294</c:v>
                </c:pt>
                <c:pt idx="548">
                  <c:v>39325</c:v>
                </c:pt>
                <c:pt idx="549">
                  <c:v>39355</c:v>
                </c:pt>
                <c:pt idx="550">
                  <c:v>39386</c:v>
                </c:pt>
                <c:pt idx="551">
                  <c:v>39416</c:v>
                </c:pt>
                <c:pt idx="552">
                  <c:v>39447</c:v>
                </c:pt>
                <c:pt idx="553">
                  <c:v>39478</c:v>
                </c:pt>
                <c:pt idx="554">
                  <c:v>39507</c:v>
                </c:pt>
                <c:pt idx="555">
                  <c:v>39538</c:v>
                </c:pt>
                <c:pt idx="556">
                  <c:v>39568</c:v>
                </c:pt>
                <c:pt idx="557">
                  <c:v>39599</c:v>
                </c:pt>
                <c:pt idx="558">
                  <c:v>39629</c:v>
                </c:pt>
                <c:pt idx="559">
                  <c:v>39660</c:v>
                </c:pt>
                <c:pt idx="560">
                  <c:v>39691</c:v>
                </c:pt>
                <c:pt idx="561">
                  <c:v>39721</c:v>
                </c:pt>
                <c:pt idx="562">
                  <c:v>39752</c:v>
                </c:pt>
                <c:pt idx="563">
                  <c:v>39782</c:v>
                </c:pt>
                <c:pt idx="564">
                  <c:v>39813</c:v>
                </c:pt>
                <c:pt idx="565">
                  <c:v>39844</c:v>
                </c:pt>
                <c:pt idx="566">
                  <c:v>39872</c:v>
                </c:pt>
                <c:pt idx="567">
                  <c:v>39903</c:v>
                </c:pt>
                <c:pt idx="568">
                  <c:v>39933</c:v>
                </c:pt>
                <c:pt idx="569">
                  <c:v>39964</c:v>
                </c:pt>
                <c:pt idx="570">
                  <c:v>39994</c:v>
                </c:pt>
                <c:pt idx="571">
                  <c:v>40025</c:v>
                </c:pt>
                <c:pt idx="572">
                  <c:v>40056</c:v>
                </c:pt>
                <c:pt idx="573">
                  <c:v>40086</c:v>
                </c:pt>
                <c:pt idx="574">
                  <c:v>40117</c:v>
                </c:pt>
                <c:pt idx="575">
                  <c:v>40147</c:v>
                </c:pt>
                <c:pt idx="576">
                  <c:v>40178</c:v>
                </c:pt>
                <c:pt idx="577">
                  <c:v>40209</c:v>
                </c:pt>
                <c:pt idx="578">
                  <c:v>40237</c:v>
                </c:pt>
                <c:pt idx="579">
                  <c:v>40268</c:v>
                </c:pt>
                <c:pt idx="580">
                  <c:v>40298</c:v>
                </c:pt>
                <c:pt idx="581">
                  <c:v>40329</c:v>
                </c:pt>
                <c:pt idx="582">
                  <c:v>40359</c:v>
                </c:pt>
                <c:pt idx="583">
                  <c:v>40390</c:v>
                </c:pt>
                <c:pt idx="584">
                  <c:v>40421</c:v>
                </c:pt>
                <c:pt idx="585">
                  <c:v>40451</c:v>
                </c:pt>
                <c:pt idx="586">
                  <c:v>40482</c:v>
                </c:pt>
                <c:pt idx="587">
                  <c:v>40512</c:v>
                </c:pt>
                <c:pt idx="588">
                  <c:v>40543</c:v>
                </c:pt>
                <c:pt idx="589">
                  <c:v>40574</c:v>
                </c:pt>
                <c:pt idx="590">
                  <c:v>40602</c:v>
                </c:pt>
                <c:pt idx="591">
                  <c:v>40633</c:v>
                </c:pt>
                <c:pt idx="592">
                  <c:v>40663</c:v>
                </c:pt>
                <c:pt idx="593">
                  <c:v>40694</c:v>
                </c:pt>
                <c:pt idx="594">
                  <c:v>40724</c:v>
                </c:pt>
                <c:pt idx="595">
                  <c:v>40755</c:v>
                </c:pt>
                <c:pt idx="596">
                  <c:v>40786</c:v>
                </c:pt>
                <c:pt idx="597">
                  <c:v>40816</c:v>
                </c:pt>
                <c:pt idx="598">
                  <c:v>40847</c:v>
                </c:pt>
                <c:pt idx="599">
                  <c:v>40877</c:v>
                </c:pt>
                <c:pt idx="600">
                  <c:v>40908</c:v>
                </c:pt>
                <c:pt idx="601">
                  <c:v>40939</c:v>
                </c:pt>
                <c:pt idx="602">
                  <c:v>40968</c:v>
                </c:pt>
                <c:pt idx="603">
                  <c:v>40999</c:v>
                </c:pt>
                <c:pt idx="604">
                  <c:v>41029</c:v>
                </c:pt>
                <c:pt idx="605">
                  <c:v>41060</c:v>
                </c:pt>
                <c:pt idx="606">
                  <c:v>41090</c:v>
                </c:pt>
                <c:pt idx="607">
                  <c:v>41121</c:v>
                </c:pt>
                <c:pt idx="608">
                  <c:v>41152</c:v>
                </c:pt>
                <c:pt idx="609">
                  <c:v>41182</c:v>
                </c:pt>
                <c:pt idx="610">
                  <c:v>41213</c:v>
                </c:pt>
                <c:pt idx="611">
                  <c:v>41243</c:v>
                </c:pt>
                <c:pt idx="612">
                  <c:v>41274</c:v>
                </c:pt>
                <c:pt idx="613">
                  <c:v>41305</c:v>
                </c:pt>
                <c:pt idx="614">
                  <c:v>41333</c:v>
                </c:pt>
                <c:pt idx="615">
                  <c:v>41364</c:v>
                </c:pt>
                <c:pt idx="616">
                  <c:v>41394</c:v>
                </c:pt>
                <c:pt idx="617">
                  <c:v>41425</c:v>
                </c:pt>
                <c:pt idx="618">
                  <c:v>41455</c:v>
                </c:pt>
                <c:pt idx="619">
                  <c:v>41486</c:v>
                </c:pt>
                <c:pt idx="620">
                  <c:v>41517</c:v>
                </c:pt>
                <c:pt idx="621">
                  <c:v>41547</c:v>
                </c:pt>
                <c:pt idx="622">
                  <c:v>41578</c:v>
                </c:pt>
                <c:pt idx="623">
                  <c:v>41608</c:v>
                </c:pt>
                <c:pt idx="624">
                  <c:v>41639</c:v>
                </c:pt>
                <c:pt idx="625">
                  <c:v>41670</c:v>
                </c:pt>
                <c:pt idx="626">
                  <c:v>41698</c:v>
                </c:pt>
                <c:pt idx="627">
                  <c:v>41729</c:v>
                </c:pt>
                <c:pt idx="628">
                  <c:v>41759</c:v>
                </c:pt>
                <c:pt idx="629">
                  <c:v>41790</c:v>
                </c:pt>
                <c:pt idx="630">
                  <c:v>41820</c:v>
                </c:pt>
                <c:pt idx="631">
                  <c:v>41851</c:v>
                </c:pt>
                <c:pt idx="632">
                  <c:v>41882</c:v>
                </c:pt>
                <c:pt idx="633">
                  <c:v>41912</c:v>
                </c:pt>
                <c:pt idx="634">
                  <c:v>41943</c:v>
                </c:pt>
                <c:pt idx="635">
                  <c:v>41973</c:v>
                </c:pt>
                <c:pt idx="636">
                  <c:v>42004</c:v>
                </c:pt>
                <c:pt idx="637">
                  <c:v>42035</c:v>
                </c:pt>
                <c:pt idx="638">
                  <c:v>42063</c:v>
                </c:pt>
                <c:pt idx="639">
                  <c:v>42094</c:v>
                </c:pt>
                <c:pt idx="640">
                  <c:v>42124</c:v>
                </c:pt>
                <c:pt idx="641">
                  <c:v>42155</c:v>
                </c:pt>
                <c:pt idx="642">
                  <c:v>42185</c:v>
                </c:pt>
                <c:pt idx="643">
                  <c:v>42216</c:v>
                </c:pt>
                <c:pt idx="644">
                  <c:v>42247</c:v>
                </c:pt>
                <c:pt idx="645">
                  <c:v>42277</c:v>
                </c:pt>
                <c:pt idx="646">
                  <c:v>42308</c:v>
                </c:pt>
                <c:pt idx="647">
                  <c:v>42338</c:v>
                </c:pt>
                <c:pt idx="648">
                  <c:v>42369</c:v>
                </c:pt>
                <c:pt idx="649">
                  <c:v>42400</c:v>
                </c:pt>
                <c:pt idx="650">
                  <c:v>42429</c:v>
                </c:pt>
                <c:pt idx="651">
                  <c:v>42460</c:v>
                </c:pt>
                <c:pt idx="652">
                  <c:v>42490</c:v>
                </c:pt>
                <c:pt idx="653">
                  <c:v>42521</c:v>
                </c:pt>
                <c:pt idx="654">
                  <c:v>42551</c:v>
                </c:pt>
                <c:pt idx="655">
                  <c:v>42582</c:v>
                </c:pt>
                <c:pt idx="656">
                  <c:v>42613</c:v>
                </c:pt>
                <c:pt idx="657">
                  <c:v>42643</c:v>
                </c:pt>
                <c:pt idx="658">
                  <c:v>42674</c:v>
                </c:pt>
                <c:pt idx="659">
                  <c:v>42704</c:v>
                </c:pt>
                <c:pt idx="660">
                  <c:v>42735</c:v>
                </c:pt>
                <c:pt idx="661">
                  <c:v>42766</c:v>
                </c:pt>
                <c:pt idx="662">
                  <c:v>42794</c:v>
                </c:pt>
                <c:pt idx="663">
                  <c:v>42825</c:v>
                </c:pt>
                <c:pt idx="664">
                  <c:v>42855</c:v>
                </c:pt>
                <c:pt idx="665">
                  <c:v>42886</c:v>
                </c:pt>
                <c:pt idx="666">
                  <c:v>42916</c:v>
                </c:pt>
                <c:pt idx="667">
                  <c:v>42947</c:v>
                </c:pt>
                <c:pt idx="668">
                  <c:v>42978</c:v>
                </c:pt>
                <c:pt idx="669">
                  <c:v>43008</c:v>
                </c:pt>
                <c:pt idx="670">
                  <c:v>43039</c:v>
                </c:pt>
                <c:pt idx="671">
                  <c:v>43069</c:v>
                </c:pt>
                <c:pt idx="672">
                  <c:v>43100</c:v>
                </c:pt>
                <c:pt idx="673">
                  <c:v>43131</c:v>
                </c:pt>
                <c:pt idx="674">
                  <c:v>43159</c:v>
                </c:pt>
                <c:pt idx="675">
                  <c:v>43190</c:v>
                </c:pt>
                <c:pt idx="676">
                  <c:v>43220</c:v>
                </c:pt>
                <c:pt idx="677">
                  <c:v>43251</c:v>
                </c:pt>
                <c:pt idx="678">
                  <c:v>43281</c:v>
                </c:pt>
                <c:pt idx="679">
                  <c:v>43312</c:v>
                </c:pt>
                <c:pt idx="680">
                  <c:v>43343</c:v>
                </c:pt>
                <c:pt idx="681">
                  <c:v>43373</c:v>
                </c:pt>
                <c:pt idx="682">
                  <c:v>43404</c:v>
                </c:pt>
                <c:pt idx="683">
                  <c:v>43434</c:v>
                </c:pt>
                <c:pt idx="684">
                  <c:v>43465</c:v>
                </c:pt>
                <c:pt idx="685">
                  <c:v>43496</c:v>
                </c:pt>
                <c:pt idx="686">
                  <c:v>43524</c:v>
                </c:pt>
                <c:pt idx="687">
                  <c:v>43555</c:v>
                </c:pt>
                <c:pt idx="688">
                  <c:v>43585</c:v>
                </c:pt>
                <c:pt idx="689">
                  <c:v>43616</c:v>
                </c:pt>
                <c:pt idx="690">
                  <c:v>43646</c:v>
                </c:pt>
                <c:pt idx="691">
                  <c:v>43677</c:v>
                </c:pt>
                <c:pt idx="692">
                  <c:v>43708</c:v>
                </c:pt>
                <c:pt idx="693">
                  <c:v>43738</c:v>
                </c:pt>
                <c:pt idx="694">
                  <c:v>43769</c:v>
                </c:pt>
                <c:pt idx="695">
                  <c:v>43799</c:v>
                </c:pt>
                <c:pt idx="696">
                  <c:v>43830</c:v>
                </c:pt>
                <c:pt idx="697">
                  <c:v>43861</c:v>
                </c:pt>
                <c:pt idx="698">
                  <c:v>43890</c:v>
                </c:pt>
                <c:pt idx="699">
                  <c:v>43921</c:v>
                </c:pt>
                <c:pt idx="700">
                  <c:v>43951</c:v>
                </c:pt>
                <c:pt idx="701">
                  <c:v>43982</c:v>
                </c:pt>
                <c:pt idx="702">
                  <c:v>44012</c:v>
                </c:pt>
                <c:pt idx="703">
                  <c:v>44043</c:v>
                </c:pt>
                <c:pt idx="704">
                  <c:v>44074</c:v>
                </c:pt>
                <c:pt idx="705">
                  <c:v>44104</c:v>
                </c:pt>
                <c:pt idx="706">
                  <c:v>44135</c:v>
                </c:pt>
                <c:pt idx="707">
                  <c:v>44165</c:v>
                </c:pt>
                <c:pt idx="708">
                  <c:v>44196</c:v>
                </c:pt>
                <c:pt idx="709">
                  <c:v>44227</c:v>
                </c:pt>
                <c:pt idx="710">
                  <c:v>44255</c:v>
                </c:pt>
                <c:pt idx="711">
                  <c:v>44286</c:v>
                </c:pt>
                <c:pt idx="712">
                  <c:v>44316</c:v>
                </c:pt>
                <c:pt idx="713">
                  <c:v>44347</c:v>
                </c:pt>
                <c:pt idx="714">
                  <c:v>44377</c:v>
                </c:pt>
                <c:pt idx="715">
                  <c:v>44408</c:v>
                </c:pt>
                <c:pt idx="716">
                  <c:v>44439</c:v>
                </c:pt>
                <c:pt idx="717">
                  <c:v>44469</c:v>
                </c:pt>
                <c:pt idx="718">
                  <c:v>44500</c:v>
                </c:pt>
                <c:pt idx="719">
                  <c:v>44530</c:v>
                </c:pt>
                <c:pt idx="720">
                  <c:v>44561</c:v>
                </c:pt>
                <c:pt idx="721">
                  <c:v>44592</c:v>
                </c:pt>
                <c:pt idx="722">
                  <c:v>44620</c:v>
                </c:pt>
                <c:pt idx="723">
                  <c:v>44651</c:v>
                </c:pt>
                <c:pt idx="724">
                  <c:v>44681</c:v>
                </c:pt>
                <c:pt idx="725">
                  <c:v>44712</c:v>
                </c:pt>
                <c:pt idx="726">
                  <c:v>44742</c:v>
                </c:pt>
                <c:pt idx="727">
                  <c:v>44773</c:v>
                </c:pt>
                <c:pt idx="728">
                  <c:v>44804</c:v>
                </c:pt>
                <c:pt idx="729">
                  <c:v>44834</c:v>
                </c:pt>
                <c:pt idx="730">
                  <c:v>44865</c:v>
                </c:pt>
                <c:pt idx="731">
                  <c:v>44895</c:v>
                </c:pt>
                <c:pt idx="732">
                  <c:v>44926</c:v>
                </c:pt>
                <c:pt idx="733">
                  <c:v>44957</c:v>
                </c:pt>
                <c:pt idx="734">
                  <c:v>44985</c:v>
                </c:pt>
                <c:pt idx="735">
                  <c:v>45016</c:v>
                </c:pt>
                <c:pt idx="736">
                  <c:v>45046</c:v>
                </c:pt>
                <c:pt idx="737">
                  <c:v>45077</c:v>
                </c:pt>
                <c:pt idx="738">
                  <c:v>45107</c:v>
                </c:pt>
                <c:pt idx="739">
                  <c:v>45138</c:v>
                </c:pt>
                <c:pt idx="740">
                  <c:v>45169</c:v>
                </c:pt>
                <c:pt idx="741">
                  <c:v>45199</c:v>
                </c:pt>
                <c:pt idx="742">
                  <c:v>45230</c:v>
                </c:pt>
                <c:pt idx="743">
                  <c:v>45260</c:v>
                </c:pt>
                <c:pt idx="744">
                  <c:v>45291</c:v>
                </c:pt>
                <c:pt idx="745">
                  <c:v>45322</c:v>
                </c:pt>
                <c:pt idx="746">
                  <c:v>45351</c:v>
                </c:pt>
                <c:pt idx="747">
                  <c:v>45382</c:v>
                </c:pt>
                <c:pt idx="748">
                  <c:v>45412</c:v>
                </c:pt>
                <c:pt idx="749">
                  <c:v>45443</c:v>
                </c:pt>
                <c:pt idx="750">
                  <c:v>45473</c:v>
                </c:pt>
                <c:pt idx="751">
                  <c:v>45504</c:v>
                </c:pt>
                <c:pt idx="752">
                  <c:v>45535</c:v>
                </c:pt>
                <c:pt idx="753">
                  <c:v>45565</c:v>
                </c:pt>
                <c:pt idx="754">
                  <c:v>45596</c:v>
                </c:pt>
                <c:pt idx="755">
                  <c:v>45626</c:v>
                </c:pt>
                <c:pt idx="756">
                  <c:v>45657</c:v>
                </c:pt>
                <c:pt idx="757">
                  <c:v>45688</c:v>
                </c:pt>
                <c:pt idx="758">
                  <c:v>45716</c:v>
                </c:pt>
                <c:pt idx="759">
                  <c:v>45747</c:v>
                </c:pt>
                <c:pt idx="760">
                  <c:v>45777</c:v>
                </c:pt>
                <c:pt idx="761">
                  <c:v>45808</c:v>
                </c:pt>
                <c:pt idx="762">
                  <c:v>45838</c:v>
                </c:pt>
                <c:pt idx="763">
                  <c:v>45869</c:v>
                </c:pt>
                <c:pt idx="764">
                  <c:v>45900</c:v>
                </c:pt>
                <c:pt idx="765">
                  <c:v>45930</c:v>
                </c:pt>
                <c:pt idx="766">
                  <c:v>45961</c:v>
                </c:pt>
                <c:pt idx="767">
                  <c:v>45991</c:v>
                </c:pt>
                <c:pt idx="768">
                  <c:v>46022</c:v>
                </c:pt>
              </c:numCache>
            </c:numRef>
          </c:cat>
          <c:val>
            <c:numRef>
              <c:f>'Prime de terme US'!$C$9:$C$777</c:f>
              <c:numCache>
                <c:formatCode>General</c:formatCode>
                <c:ptCount val="769"/>
                <c:pt idx="0">
                  <c:v>-0.28753200000000001</c:v>
                </c:pt>
                <c:pt idx="1">
                  <c:v>-0.11404599999999999</c:v>
                </c:pt>
                <c:pt idx="2">
                  <c:v>9.7427E-2</c:v>
                </c:pt>
                <c:pt idx="3">
                  <c:v>0.237958</c:v>
                </c:pt>
                <c:pt idx="4">
                  <c:v>0.30909599999999998</c:v>
                </c:pt>
                <c:pt idx="5">
                  <c:v>0.19788900000000001</c:v>
                </c:pt>
                <c:pt idx="6">
                  <c:v>0.52311799999999997</c:v>
                </c:pt>
                <c:pt idx="7">
                  <c:v>0.20296500000000001</c:v>
                </c:pt>
                <c:pt idx="8">
                  <c:v>0.42181999999999997</c:v>
                </c:pt>
                <c:pt idx="9">
                  <c:v>0.403584</c:v>
                </c:pt>
                <c:pt idx="10">
                  <c:v>0.57373499999999999</c:v>
                </c:pt>
                <c:pt idx="11">
                  <c:v>0.37707000000000002</c:v>
                </c:pt>
                <c:pt idx="12">
                  <c:v>0.34733999999999998</c:v>
                </c:pt>
                <c:pt idx="13">
                  <c:v>0.29223100000000002</c:v>
                </c:pt>
                <c:pt idx="14">
                  <c:v>0.29562500000000003</c:v>
                </c:pt>
                <c:pt idx="15">
                  <c:v>0.42027300000000001</c:v>
                </c:pt>
                <c:pt idx="16">
                  <c:v>0.47733399999999998</c:v>
                </c:pt>
                <c:pt idx="17">
                  <c:v>0.30015399999999998</c:v>
                </c:pt>
                <c:pt idx="18">
                  <c:v>0.32074000000000003</c:v>
                </c:pt>
                <c:pt idx="19">
                  <c:v>0.17696799999999999</c:v>
                </c:pt>
                <c:pt idx="20">
                  <c:v>8.7129999999999999E-2</c:v>
                </c:pt>
                <c:pt idx="21">
                  <c:v>0.21820300000000001</c:v>
                </c:pt>
                <c:pt idx="22">
                  <c:v>0.23801700000000001</c:v>
                </c:pt>
                <c:pt idx="23">
                  <c:v>0.117395</c:v>
                </c:pt>
                <c:pt idx="24">
                  <c:v>3.4898999999999999E-2</c:v>
                </c:pt>
                <c:pt idx="25">
                  <c:v>0.13195899999999999</c:v>
                </c:pt>
                <c:pt idx="26">
                  <c:v>8.9217000000000005E-2</c:v>
                </c:pt>
                <c:pt idx="27">
                  <c:v>0.174122</c:v>
                </c:pt>
                <c:pt idx="28">
                  <c:v>0.14805499999999999</c:v>
                </c:pt>
                <c:pt idx="29">
                  <c:v>0.15917500000000001</c:v>
                </c:pt>
                <c:pt idx="30">
                  <c:v>0.10263700000000001</c:v>
                </c:pt>
                <c:pt idx="31">
                  <c:v>0.261604</c:v>
                </c:pt>
                <c:pt idx="32">
                  <c:v>0.35398299999999999</c:v>
                </c:pt>
                <c:pt idx="33">
                  <c:v>0.152916</c:v>
                </c:pt>
                <c:pt idx="34">
                  <c:v>0.124934</c:v>
                </c:pt>
                <c:pt idx="35">
                  <c:v>5.2793E-2</c:v>
                </c:pt>
                <c:pt idx="36">
                  <c:v>-3.8683000000000002E-2</c:v>
                </c:pt>
                <c:pt idx="37">
                  <c:v>9.6825999999999995E-2</c:v>
                </c:pt>
                <c:pt idx="38">
                  <c:v>1.5561999999999999E-2</c:v>
                </c:pt>
                <c:pt idx="39">
                  <c:v>3.6713999999999997E-2</c:v>
                </c:pt>
                <c:pt idx="40">
                  <c:v>0.15051899999999999</c:v>
                </c:pt>
                <c:pt idx="41">
                  <c:v>1.5813000000000001E-2</c:v>
                </c:pt>
                <c:pt idx="42">
                  <c:v>1.4041E-2</c:v>
                </c:pt>
                <c:pt idx="43">
                  <c:v>5.7528000000000003E-2</c:v>
                </c:pt>
                <c:pt idx="44">
                  <c:v>8.2491999999999996E-2</c:v>
                </c:pt>
                <c:pt idx="45">
                  <c:v>2.1461999999999998E-2</c:v>
                </c:pt>
                <c:pt idx="46">
                  <c:v>7.6674000000000006E-2</c:v>
                </c:pt>
                <c:pt idx="47">
                  <c:v>0.18265400000000001</c:v>
                </c:pt>
                <c:pt idx="48">
                  <c:v>0.21549299999999999</c:v>
                </c:pt>
                <c:pt idx="49">
                  <c:v>0.22361400000000001</c:v>
                </c:pt>
                <c:pt idx="50">
                  <c:v>0.36261300000000002</c:v>
                </c:pt>
                <c:pt idx="51">
                  <c:v>0.40327499999999999</c:v>
                </c:pt>
                <c:pt idx="52">
                  <c:v>0.28237400000000001</c:v>
                </c:pt>
                <c:pt idx="53">
                  <c:v>0.26027299999999998</c:v>
                </c:pt>
                <c:pt idx="54">
                  <c:v>0.24479200000000001</c:v>
                </c:pt>
                <c:pt idx="55">
                  <c:v>0.46917999999999999</c:v>
                </c:pt>
                <c:pt idx="56">
                  <c:v>0.537775</c:v>
                </c:pt>
                <c:pt idx="57">
                  <c:v>0.49019299999999999</c:v>
                </c:pt>
                <c:pt idx="58">
                  <c:v>0.39200499999999999</c:v>
                </c:pt>
                <c:pt idx="59">
                  <c:v>0.45150499999999999</c:v>
                </c:pt>
                <c:pt idx="60">
                  <c:v>0.29957899999999998</c:v>
                </c:pt>
                <c:pt idx="61">
                  <c:v>0.131184</c:v>
                </c:pt>
                <c:pt idx="62">
                  <c:v>0.22037000000000001</c:v>
                </c:pt>
                <c:pt idx="63">
                  <c:v>0.24715400000000001</c:v>
                </c:pt>
                <c:pt idx="64">
                  <c:v>0.34752499999999997</c:v>
                </c:pt>
                <c:pt idx="65">
                  <c:v>0.45685700000000001</c:v>
                </c:pt>
                <c:pt idx="66">
                  <c:v>0.62326400000000004</c:v>
                </c:pt>
                <c:pt idx="67">
                  <c:v>0.52084600000000003</c:v>
                </c:pt>
                <c:pt idx="68">
                  <c:v>0.56199200000000005</c:v>
                </c:pt>
                <c:pt idx="69">
                  <c:v>0.62960099999999997</c:v>
                </c:pt>
                <c:pt idx="70">
                  <c:v>0.78853399999999996</c:v>
                </c:pt>
                <c:pt idx="71">
                  <c:v>0.83016000000000001</c:v>
                </c:pt>
                <c:pt idx="72">
                  <c:v>0.72759499999999999</c:v>
                </c:pt>
                <c:pt idx="73">
                  <c:v>0.60949200000000003</c:v>
                </c:pt>
                <c:pt idx="74">
                  <c:v>0.73172400000000004</c:v>
                </c:pt>
                <c:pt idx="75">
                  <c:v>0.98120499999999999</c:v>
                </c:pt>
                <c:pt idx="76">
                  <c:v>0.63117599999999996</c:v>
                </c:pt>
                <c:pt idx="77">
                  <c:v>0.81065699999999996</c:v>
                </c:pt>
                <c:pt idx="78">
                  <c:v>0.60279400000000005</c:v>
                </c:pt>
                <c:pt idx="79">
                  <c:v>1.1905479999999999</c:v>
                </c:pt>
                <c:pt idx="80">
                  <c:v>0.70556700000000006</c:v>
                </c:pt>
                <c:pt idx="81">
                  <c:v>0.71160400000000001</c:v>
                </c:pt>
                <c:pt idx="82">
                  <c:v>0.79240200000000005</c:v>
                </c:pt>
                <c:pt idx="83">
                  <c:v>0.86878900000000003</c:v>
                </c:pt>
                <c:pt idx="84">
                  <c:v>0.85153400000000001</c:v>
                </c:pt>
                <c:pt idx="85">
                  <c:v>0.82528199999999996</c:v>
                </c:pt>
                <c:pt idx="86">
                  <c:v>0.85132399999999997</c:v>
                </c:pt>
                <c:pt idx="87">
                  <c:v>0.86427699999999996</c:v>
                </c:pt>
                <c:pt idx="88">
                  <c:v>0.77822499999999994</c:v>
                </c:pt>
                <c:pt idx="89">
                  <c:v>0.94211900000000004</c:v>
                </c:pt>
                <c:pt idx="90">
                  <c:v>0.81493800000000005</c:v>
                </c:pt>
                <c:pt idx="91">
                  <c:v>0.354319</c:v>
                </c:pt>
                <c:pt idx="92">
                  <c:v>-1.6012999999999999E-2</c:v>
                </c:pt>
                <c:pt idx="93">
                  <c:v>0.64873400000000003</c:v>
                </c:pt>
                <c:pt idx="94">
                  <c:v>1.2089829999999999</c:v>
                </c:pt>
                <c:pt idx="95">
                  <c:v>-0.161608</c:v>
                </c:pt>
                <c:pt idx="96">
                  <c:v>0.88465899999999997</c:v>
                </c:pt>
                <c:pt idx="97">
                  <c:v>-5.8288E-2</c:v>
                </c:pt>
                <c:pt idx="98">
                  <c:v>0.46960200000000002</c:v>
                </c:pt>
                <c:pt idx="99">
                  <c:v>0.68822300000000003</c:v>
                </c:pt>
                <c:pt idx="100">
                  <c:v>1.0660609999999999</c:v>
                </c:pt>
                <c:pt idx="101">
                  <c:v>1.773768</c:v>
                </c:pt>
                <c:pt idx="102">
                  <c:v>1.5162180000000001</c:v>
                </c:pt>
                <c:pt idx="103">
                  <c:v>1.5705100000000001</c:v>
                </c:pt>
                <c:pt idx="104">
                  <c:v>1.663618</c:v>
                </c:pt>
                <c:pt idx="105">
                  <c:v>1.7210160000000001</c:v>
                </c:pt>
                <c:pt idx="106">
                  <c:v>1.634927</c:v>
                </c:pt>
                <c:pt idx="107">
                  <c:v>1.6710430000000001</c:v>
                </c:pt>
                <c:pt idx="108">
                  <c:v>1.5170809999999999</c:v>
                </c:pt>
                <c:pt idx="109">
                  <c:v>1.7622260000000001</c:v>
                </c:pt>
                <c:pt idx="110">
                  <c:v>2.5140709999999999</c:v>
                </c:pt>
                <c:pt idx="111">
                  <c:v>2.4637829999999998</c:v>
                </c:pt>
                <c:pt idx="112">
                  <c:v>1.753093</c:v>
                </c:pt>
                <c:pt idx="113">
                  <c:v>1.6332040000000001</c:v>
                </c:pt>
                <c:pt idx="114">
                  <c:v>1.757619</c:v>
                </c:pt>
                <c:pt idx="115">
                  <c:v>1.653742</c:v>
                </c:pt>
                <c:pt idx="116">
                  <c:v>1.4275070000000001</c:v>
                </c:pt>
                <c:pt idx="117">
                  <c:v>1.2363040000000001</c:v>
                </c:pt>
                <c:pt idx="118">
                  <c:v>1.33212</c:v>
                </c:pt>
                <c:pt idx="119">
                  <c:v>1.320659</c:v>
                </c:pt>
                <c:pt idx="120">
                  <c:v>1.6184959999999999</c:v>
                </c:pt>
                <c:pt idx="121">
                  <c:v>1.834951</c:v>
                </c:pt>
                <c:pt idx="122">
                  <c:v>1.748707</c:v>
                </c:pt>
                <c:pt idx="123">
                  <c:v>1.540648</c:v>
                </c:pt>
                <c:pt idx="124">
                  <c:v>1.5246630000000001</c:v>
                </c:pt>
                <c:pt idx="125">
                  <c:v>1.566465</c:v>
                </c:pt>
                <c:pt idx="126">
                  <c:v>1.5162059999999999</c:v>
                </c:pt>
                <c:pt idx="127">
                  <c:v>1.320557</c:v>
                </c:pt>
                <c:pt idx="128">
                  <c:v>1.4708559999999999</c:v>
                </c:pt>
                <c:pt idx="129">
                  <c:v>1.500445</c:v>
                </c:pt>
                <c:pt idx="130">
                  <c:v>1.321299</c:v>
                </c:pt>
                <c:pt idx="131">
                  <c:v>1.320298</c:v>
                </c:pt>
                <c:pt idx="132">
                  <c:v>1.2844720000000001</c:v>
                </c:pt>
                <c:pt idx="133">
                  <c:v>1.1318889999999999</c:v>
                </c:pt>
                <c:pt idx="134">
                  <c:v>1.1399379999999999</c:v>
                </c:pt>
                <c:pt idx="135">
                  <c:v>0.93694299999999997</c:v>
                </c:pt>
                <c:pt idx="136">
                  <c:v>0.92308400000000002</c:v>
                </c:pt>
                <c:pt idx="137">
                  <c:v>1.080273</c:v>
                </c:pt>
                <c:pt idx="138">
                  <c:v>0.77668800000000005</c:v>
                </c:pt>
                <c:pt idx="139">
                  <c:v>0.73411000000000004</c:v>
                </c:pt>
                <c:pt idx="140">
                  <c:v>0.58277400000000001</c:v>
                </c:pt>
                <c:pt idx="141">
                  <c:v>0.78673800000000005</c:v>
                </c:pt>
                <c:pt idx="142">
                  <c:v>1.03539</c:v>
                </c:pt>
                <c:pt idx="143">
                  <c:v>0.66813400000000001</c:v>
                </c:pt>
                <c:pt idx="144">
                  <c:v>0.68716500000000003</c:v>
                </c:pt>
                <c:pt idx="145">
                  <c:v>0.97235300000000002</c:v>
                </c:pt>
                <c:pt idx="146">
                  <c:v>1.3957250000000001</c:v>
                </c:pt>
                <c:pt idx="147">
                  <c:v>1.065059</c:v>
                </c:pt>
                <c:pt idx="148">
                  <c:v>1.0701639999999999</c:v>
                </c:pt>
                <c:pt idx="149">
                  <c:v>0.92569900000000005</c:v>
                </c:pt>
                <c:pt idx="150">
                  <c:v>1.1470610000000001</c:v>
                </c:pt>
                <c:pt idx="151">
                  <c:v>0.94991099999999995</c:v>
                </c:pt>
                <c:pt idx="152">
                  <c:v>1.4368289999999999</c:v>
                </c:pt>
                <c:pt idx="153">
                  <c:v>1.43727</c:v>
                </c:pt>
                <c:pt idx="154">
                  <c:v>1.104268</c:v>
                </c:pt>
                <c:pt idx="155">
                  <c:v>1.3045100000000001</c:v>
                </c:pt>
                <c:pt idx="156">
                  <c:v>1.4086449999999999</c:v>
                </c:pt>
                <c:pt idx="157">
                  <c:v>1.481401</c:v>
                </c:pt>
                <c:pt idx="158">
                  <c:v>1.840662</c:v>
                </c:pt>
                <c:pt idx="159">
                  <c:v>1.951117</c:v>
                </c:pt>
                <c:pt idx="160">
                  <c:v>2.0995650000000001</c:v>
                </c:pt>
                <c:pt idx="161">
                  <c:v>2.1850290000000001</c:v>
                </c:pt>
                <c:pt idx="162">
                  <c:v>2.2284000000000002</c:v>
                </c:pt>
                <c:pt idx="163">
                  <c:v>1.8372809999999999</c:v>
                </c:pt>
                <c:pt idx="164">
                  <c:v>1.7546470000000001</c:v>
                </c:pt>
                <c:pt idx="165">
                  <c:v>1.7826340000000001</c:v>
                </c:pt>
                <c:pt idx="166">
                  <c:v>1.939541</c:v>
                </c:pt>
                <c:pt idx="167">
                  <c:v>2.2796189999999998</c:v>
                </c:pt>
                <c:pt idx="168">
                  <c:v>2.164088</c:v>
                </c:pt>
                <c:pt idx="169">
                  <c:v>2.2511779999999999</c:v>
                </c:pt>
                <c:pt idx="170">
                  <c:v>2.2920150000000001</c:v>
                </c:pt>
                <c:pt idx="171">
                  <c:v>2.1439689999999998</c:v>
                </c:pt>
                <c:pt idx="172">
                  <c:v>2.2036370000000001</c:v>
                </c:pt>
                <c:pt idx="173">
                  <c:v>2.1574049999999998</c:v>
                </c:pt>
                <c:pt idx="174">
                  <c:v>2.1276739999999998</c:v>
                </c:pt>
                <c:pt idx="175">
                  <c:v>2.2421669999999998</c:v>
                </c:pt>
                <c:pt idx="176">
                  <c:v>2.3676050000000002</c:v>
                </c:pt>
                <c:pt idx="177">
                  <c:v>2.3132839999999999</c:v>
                </c:pt>
                <c:pt idx="178">
                  <c:v>2.7311899999999998</c:v>
                </c:pt>
                <c:pt idx="179">
                  <c:v>2.4375990000000001</c:v>
                </c:pt>
                <c:pt idx="180">
                  <c:v>2.388674</c:v>
                </c:pt>
                <c:pt idx="181">
                  <c:v>2.1475059999999999</c:v>
                </c:pt>
                <c:pt idx="182">
                  <c:v>2.3292660000000001</c:v>
                </c:pt>
                <c:pt idx="183">
                  <c:v>2.3728950000000002</c:v>
                </c:pt>
                <c:pt idx="184">
                  <c:v>2.5563419999999999</c:v>
                </c:pt>
                <c:pt idx="185">
                  <c:v>2.3684910000000001</c:v>
                </c:pt>
                <c:pt idx="186">
                  <c:v>2.2926280000000001</c:v>
                </c:pt>
                <c:pt idx="187">
                  <c:v>2.264049</c:v>
                </c:pt>
                <c:pt idx="188">
                  <c:v>1.9446619999999999</c:v>
                </c:pt>
                <c:pt idx="189">
                  <c:v>1.8798980000000001</c:v>
                </c:pt>
                <c:pt idx="190">
                  <c:v>1.763924</c:v>
                </c:pt>
                <c:pt idx="191">
                  <c:v>1.865896</c:v>
                </c:pt>
                <c:pt idx="192">
                  <c:v>1.9056420000000001</c:v>
                </c:pt>
                <c:pt idx="193">
                  <c:v>1.970585</c:v>
                </c:pt>
                <c:pt idx="194">
                  <c:v>2.066074</c:v>
                </c:pt>
                <c:pt idx="195">
                  <c:v>2.0126659999999998</c:v>
                </c:pt>
                <c:pt idx="196">
                  <c:v>2.0162369999999998</c:v>
                </c:pt>
                <c:pt idx="197">
                  <c:v>1.978515</c:v>
                </c:pt>
                <c:pt idx="198">
                  <c:v>1.972458</c:v>
                </c:pt>
                <c:pt idx="199">
                  <c:v>2.0415570000000001</c:v>
                </c:pt>
                <c:pt idx="200">
                  <c:v>1.8920429999999999</c:v>
                </c:pt>
                <c:pt idx="201">
                  <c:v>1.6918770000000001</c:v>
                </c:pt>
                <c:pt idx="202">
                  <c:v>1.632876</c:v>
                </c:pt>
                <c:pt idx="203">
                  <c:v>1.430687</c:v>
                </c:pt>
                <c:pt idx="204">
                  <c:v>1.610581</c:v>
                </c:pt>
                <c:pt idx="205">
                  <c:v>1.599734</c:v>
                </c:pt>
                <c:pt idx="206">
                  <c:v>1.6676489999999999</c:v>
                </c:pt>
                <c:pt idx="207">
                  <c:v>1.6772860000000001</c:v>
                </c:pt>
                <c:pt idx="208">
                  <c:v>1.704342</c:v>
                </c:pt>
                <c:pt idx="209">
                  <c:v>1.7764390000000001</c:v>
                </c:pt>
                <c:pt idx="210">
                  <c:v>1.73604</c:v>
                </c:pt>
                <c:pt idx="211">
                  <c:v>1.6743600000000001</c:v>
                </c:pt>
                <c:pt idx="212">
                  <c:v>1.654612</c:v>
                </c:pt>
                <c:pt idx="213">
                  <c:v>1.496362</c:v>
                </c:pt>
                <c:pt idx="214">
                  <c:v>1.696142</c:v>
                </c:pt>
                <c:pt idx="215">
                  <c:v>2.1511770000000001</c:v>
                </c:pt>
                <c:pt idx="216">
                  <c:v>2.1636090000000001</c:v>
                </c:pt>
                <c:pt idx="217">
                  <c:v>2.6806190000000001</c:v>
                </c:pt>
                <c:pt idx="218">
                  <c:v>3.4767980000000001</c:v>
                </c:pt>
                <c:pt idx="219">
                  <c:v>2.178569</c:v>
                </c:pt>
                <c:pt idx="220">
                  <c:v>2.6906829999999999</c:v>
                </c:pt>
                <c:pt idx="221">
                  <c:v>3.7142689999999998</c:v>
                </c:pt>
                <c:pt idx="222">
                  <c:v>3.267916</c:v>
                </c:pt>
                <c:pt idx="223">
                  <c:v>3.651637</c:v>
                </c:pt>
                <c:pt idx="224">
                  <c:v>3.9375830000000001</c:v>
                </c:pt>
                <c:pt idx="225">
                  <c:v>3.282578</c:v>
                </c:pt>
                <c:pt idx="226">
                  <c:v>3.0966170000000002</c:v>
                </c:pt>
                <c:pt idx="227">
                  <c:v>3.214772</c:v>
                </c:pt>
                <c:pt idx="228">
                  <c:v>2.721965</c:v>
                </c:pt>
                <c:pt idx="229">
                  <c:v>2.8063539999999998</c:v>
                </c:pt>
                <c:pt idx="230">
                  <c:v>3.2524320000000002</c:v>
                </c:pt>
                <c:pt idx="231">
                  <c:v>3.433713</c:v>
                </c:pt>
                <c:pt idx="232">
                  <c:v>3.4821140000000002</c:v>
                </c:pt>
                <c:pt idx="233">
                  <c:v>3.1220140000000001</c:v>
                </c:pt>
                <c:pt idx="234">
                  <c:v>3.0773619999999999</c:v>
                </c:pt>
                <c:pt idx="235">
                  <c:v>3.1376230000000001</c:v>
                </c:pt>
                <c:pt idx="236">
                  <c:v>3.1437689999999998</c:v>
                </c:pt>
                <c:pt idx="237">
                  <c:v>4.0584829999999998</c:v>
                </c:pt>
                <c:pt idx="238">
                  <c:v>4.4657939999999998</c:v>
                </c:pt>
                <c:pt idx="239">
                  <c:v>4.2354250000000002</c:v>
                </c:pt>
                <c:pt idx="240">
                  <c:v>4.4453659999999999</c:v>
                </c:pt>
                <c:pt idx="241">
                  <c:v>4.9491750000000003</c:v>
                </c:pt>
                <c:pt idx="242">
                  <c:v>4.3811220000000004</c:v>
                </c:pt>
                <c:pt idx="243">
                  <c:v>3.948359</c:v>
                </c:pt>
                <c:pt idx="244">
                  <c:v>3.5806089999999999</c:v>
                </c:pt>
                <c:pt idx="245">
                  <c:v>3.5759409999999998</c:v>
                </c:pt>
                <c:pt idx="246">
                  <c:v>4.307957</c:v>
                </c:pt>
                <c:pt idx="247">
                  <c:v>4.0891890000000002</c:v>
                </c:pt>
                <c:pt idx="248">
                  <c:v>4.3513310000000001</c:v>
                </c:pt>
                <c:pt idx="249">
                  <c:v>4.1990980000000002</c:v>
                </c:pt>
                <c:pt idx="250">
                  <c:v>3.5724100000000001</c:v>
                </c:pt>
                <c:pt idx="251">
                  <c:v>3.4454159999999998</c:v>
                </c:pt>
                <c:pt idx="252">
                  <c:v>3.530961</c:v>
                </c:pt>
                <c:pt idx="253">
                  <c:v>3.7882929999999999</c:v>
                </c:pt>
                <c:pt idx="254">
                  <c:v>3.8044850000000001</c:v>
                </c:pt>
                <c:pt idx="255">
                  <c:v>3.6966559999999999</c:v>
                </c:pt>
                <c:pt idx="256">
                  <c:v>3.458447</c:v>
                </c:pt>
                <c:pt idx="257">
                  <c:v>3.54114</c:v>
                </c:pt>
                <c:pt idx="258">
                  <c:v>3.6597400000000002</c:v>
                </c:pt>
                <c:pt idx="259">
                  <c:v>3.9129049999999999</c:v>
                </c:pt>
                <c:pt idx="260">
                  <c:v>4.0993250000000003</c:v>
                </c:pt>
                <c:pt idx="261">
                  <c:v>4.102538</c:v>
                </c:pt>
                <c:pt idx="262">
                  <c:v>4.2125919999999999</c:v>
                </c:pt>
                <c:pt idx="263">
                  <c:v>4.1541949999999996</c:v>
                </c:pt>
                <c:pt idx="264">
                  <c:v>4.2032410000000002</c:v>
                </c:pt>
                <c:pt idx="265">
                  <c:v>4.0827099999999996</c:v>
                </c:pt>
                <c:pt idx="266">
                  <c:v>4.1516989999999998</c:v>
                </c:pt>
                <c:pt idx="267">
                  <c:v>4.4070650000000002</c:v>
                </c:pt>
                <c:pt idx="268">
                  <c:v>4.4055730000000004</c:v>
                </c:pt>
                <c:pt idx="269">
                  <c:v>4.9569960000000002</c:v>
                </c:pt>
                <c:pt idx="270">
                  <c:v>4.7121500000000003</c:v>
                </c:pt>
                <c:pt idx="271">
                  <c:v>4.6303530000000004</c:v>
                </c:pt>
                <c:pt idx="272">
                  <c:v>4.121372</c:v>
                </c:pt>
                <c:pt idx="273">
                  <c:v>3.687055</c:v>
                </c:pt>
                <c:pt idx="274">
                  <c:v>3.8167149999999999</c:v>
                </c:pt>
                <c:pt idx="275">
                  <c:v>4.1296410000000003</c:v>
                </c:pt>
                <c:pt idx="276">
                  <c:v>4.2706480000000004</c:v>
                </c:pt>
                <c:pt idx="277">
                  <c:v>4.5374210000000001</c:v>
                </c:pt>
                <c:pt idx="278">
                  <c:v>4.1024219999999998</c:v>
                </c:pt>
                <c:pt idx="279">
                  <c:v>4.171144</c:v>
                </c:pt>
                <c:pt idx="280">
                  <c:v>4.3301069999999999</c:v>
                </c:pt>
                <c:pt idx="281">
                  <c:v>4.3641680000000003</c:v>
                </c:pt>
                <c:pt idx="282">
                  <c:v>4.0183739999999997</c:v>
                </c:pt>
                <c:pt idx="283">
                  <c:v>3.9583729999999999</c:v>
                </c:pt>
                <c:pt idx="284">
                  <c:v>4.1018460000000001</c:v>
                </c:pt>
                <c:pt idx="285">
                  <c:v>4.1087009999999999</c:v>
                </c:pt>
                <c:pt idx="286">
                  <c:v>4.0553169999999996</c:v>
                </c:pt>
                <c:pt idx="287">
                  <c:v>3.7460439999999999</c:v>
                </c:pt>
                <c:pt idx="288">
                  <c:v>3.623462</c:v>
                </c:pt>
                <c:pt idx="289">
                  <c:v>3.457614</c:v>
                </c:pt>
                <c:pt idx="290">
                  <c:v>3.0803630000000002</c:v>
                </c:pt>
                <c:pt idx="291">
                  <c:v>2.3268580000000001</c:v>
                </c:pt>
                <c:pt idx="292">
                  <c:v>2.0453649999999999</c:v>
                </c:pt>
                <c:pt idx="293">
                  <c:v>2.2621120000000001</c:v>
                </c:pt>
                <c:pt idx="294">
                  <c:v>2.4188269999999998</c:v>
                </c:pt>
                <c:pt idx="295">
                  <c:v>2.3143980000000002</c:v>
                </c:pt>
                <c:pt idx="296">
                  <c:v>2.4258350000000002</c:v>
                </c:pt>
                <c:pt idx="297">
                  <c:v>3.0882109999999998</c:v>
                </c:pt>
                <c:pt idx="298">
                  <c:v>3.1881309999999998</c:v>
                </c:pt>
                <c:pt idx="299">
                  <c:v>2.862466</c:v>
                </c:pt>
                <c:pt idx="300">
                  <c:v>2.723287</c:v>
                </c:pt>
                <c:pt idx="301">
                  <c:v>2.5512760000000001</c:v>
                </c:pt>
                <c:pt idx="302">
                  <c:v>2.5232329999999998</c:v>
                </c:pt>
                <c:pt idx="303">
                  <c:v>2.4053179999999998</c:v>
                </c:pt>
                <c:pt idx="304">
                  <c:v>2.8429160000000002</c:v>
                </c:pt>
                <c:pt idx="305">
                  <c:v>3.0178829999999999</c:v>
                </c:pt>
                <c:pt idx="306">
                  <c:v>2.9018679999999999</c:v>
                </c:pt>
                <c:pt idx="307">
                  <c:v>3.0220099999999999</c:v>
                </c:pt>
                <c:pt idx="308">
                  <c:v>3.0382720000000001</c:v>
                </c:pt>
                <c:pt idx="309">
                  <c:v>3.517506</c:v>
                </c:pt>
                <c:pt idx="310">
                  <c:v>3.4968059999999999</c:v>
                </c:pt>
                <c:pt idx="311">
                  <c:v>3.1603699999999999</c:v>
                </c:pt>
                <c:pt idx="312">
                  <c:v>3.6203690000000002</c:v>
                </c:pt>
                <c:pt idx="313">
                  <c:v>3.5179119999999999</c:v>
                </c:pt>
                <c:pt idx="314">
                  <c:v>3.3271799999999998</c:v>
                </c:pt>
                <c:pt idx="315">
                  <c:v>3.3244669999999998</c:v>
                </c:pt>
                <c:pt idx="316">
                  <c:v>3.569232</c:v>
                </c:pt>
                <c:pt idx="317">
                  <c:v>3.6266919999999998</c:v>
                </c:pt>
                <c:pt idx="318">
                  <c:v>3.142293</c:v>
                </c:pt>
                <c:pt idx="319">
                  <c:v>3.4555169999999999</c:v>
                </c:pt>
                <c:pt idx="320">
                  <c:v>3.4022679999999998</c:v>
                </c:pt>
                <c:pt idx="321">
                  <c:v>2.9315639999999998</c:v>
                </c:pt>
                <c:pt idx="322">
                  <c:v>2.8258700000000001</c:v>
                </c:pt>
                <c:pt idx="323">
                  <c:v>2.6263160000000001</c:v>
                </c:pt>
                <c:pt idx="324">
                  <c:v>2.3553470000000001</c:v>
                </c:pt>
                <c:pt idx="325">
                  <c:v>2.2265419999999998</c:v>
                </c:pt>
                <c:pt idx="326">
                  <c:v>2.2069580000000002</c:v>
                </c:pt>
                <c:pt idx="327">
                  <c:v>1.9842230000000001</c:v>
                </c:pt>
                <c:pt idx="328">
                  <c:v>1.9907440000000001</c:v>
                </c:pt>
                <c:pt idx="329">
                  <c:v>2.214845</c:v>
                </c:pt>
                <c:pt idx="330">
                  <c:v>1.7366440000000001</c:v>
                </c:pt>
                <c:pt idx="331">
                  <c:v>2.0369380000000001</c:v>
                </c:pt>
                <c:pt idx="332">
                  <c:v>1.845442</c:v>
                </c:pt>
                <c:pt idx="333">
                  <c:v>1.934407</c:v>
                </c:pt>
                <c:pt idx="334">
                  <c:v>1.876287</c:v>
                </c:pt>
                <c:pt idx="335">
                  <c:v>1.8070090000000001</c:v>
                </c:pt>
                <c:pt idx="336">
                  <c:v>1.7070460000000001</c:v>
                </c:pt>
                <c:pt idx="337">
                  <c:v>1.9406220000000001</c:v>
                </c:pt>
                <c:pt idx="338">
                  <c:v>2.0109720000000002</c:v>
                </c:pt>
                <c:pt idx="339">
                  <c:v>2.0057109999999998</c:v>
                </c:pt>
                <c:pt idx="340">
                  <c:v>2.0349309999999998</c:v>
                </c:pt>
                <c:pt idx="341">
                  <c:v>2.1928070000000002</c:v>
                </c:pt>
                <c:pt idx="342">
                  <c:v>2.0829740000000001</c:v>
                </c:pt>
                <c:pt idx="343">
                  <c:v>2.2518229999999999</c:v>
                </c:pt>
                <c:pt idx="344">
                  <c:v>2.7401360000000001</c:v>
                </c:pt>
                <c:pt idx="345">
                  <c:v>2.967295</c:v>
                </c:pt>
                <c:pt idx="346">
                  <c:v>3.0544030000000002</c:v>
                </c:pt>
                <c:pt idx="347">
                  <c:v>2.6693220000000002</c:v>
                </c:pt>
                <c:pt idx="348">
                  <c:v>2.4986969999999999</c:v>
                </c:pt>
                <c:pt idx="349">
                  <c:v>2.892029</c:v>
                </c:pt>
                <c:pt idx="350">
                  <c:v>2.7453419999999999</c:v>
                </c:pt>
                <c:pt idx="351">
                  <c:v>2.8049900000000001</c:v>
                </c:pt>
                <c:pt idx="352">
                  <c:v>2.8813499999999999</c:v>
                </c:pt>
                <c:pt idx="353">
                  <c:v>3.1036609999999998</c:v>
                </c:pt>
                <c:pt idx="354">
                  <c:v>3.051777</c:v>
                </c:pt>
                <c:pt idx="355">
                  <c:v>2.9048029999999998</c:v>
                </c:pt>
                <c:pt idx="356">
                  <c:v>3.0987239999999998</c:v>
                </c:pt>
                <c:pt idx="357">
                  <c:v>3.0527419999999998</c:v>
                </c:pt>
                <c:pt idx="358">
                  <c:v>3.0750489999999999</c:v>
                </c:pt>
                <c:pt idx="359">
                  <c:v>3.248316</c:v>
                </c:pt>
                <c:pt idx="360">
                  <c:v>3.733622</c:v>
                </c:pt>
                <c:pt idx="361">
                  <c:v>3.4727299999999999</c:v>
                </c:pt>
                <c:pt idx="362">
                  <c:v>3.4586619999999999</c:v>
                </c:pt>
                <c:pt idx="363">
                  <c:v>3.0723479999999999</c:v>
                </c:pt>
                <c:pt idx="364">
                  <c:v>3.4489369999999999</c:v>
                </c:pt>
                <c:pt idx="365">
                  <c:v>3.5334829999999999</c:v>
                </c:pt>
                <c:pt idx="366">
                  <c:v>3.5566719999999998</c:v>
                </c:pt>
                <c:pt idx="367">
                  <c:v>4.1434759999999997</c:v>
                </c:pt>
                <c:pt idx="368">
                  <c:v>3.731725</c:v>
                </c:pt>
                <c:pt idx="369">
                  <c:v>3.9046590000000001</c:v>
                </c:pt>
                <c:pt idx="370">
                  <c:v>3.9225379999999999</c:v>
                </c:pt>
                <c:pt idx="371">
                  <c:v>3.393519</c:v>
                </c:pt>
                <c:pt idx="372">
                  <c:v>3.1176409999999999</c:v>
                </c:pt>
                <c:pt idx="373">
                  <c:v>3.3479459999999999</c:v>
                </c:pt>
                <c:pt idx="374">
                  <c:v>3.2155589999999998</c:v>
                </c:pt>
                <c:pt idx="375">
                  <c:v>3.0127470000000001</c:v>
                </c:pt>
                <c:pt idx="376">
                  <c:v>3.034173</c:v>
                </c:pt>
                <c:pt idx="377">
                  <c:v>3.1113590000000002</c:v>
                </c:pt>
                <c:pt idx="378">
                  <c:v>2.7238280000000001</c:v>
                </c:pt>
                <c:pt idx="379">
                  <c:v>2.4917509999999998</c:v>
                </c:pt>
                <c:pt idx="380">
                  <c:v>2.4684720000000002</c:v>
                </c:pt>
                <c:pt idx="381">
                  <c:v>2.1501540000000001</c:v>
                </c:pt>
                <c:pt idx="382">
                  <c:v>2.049229</c:v>
                </c:pt>
                <c:pt idx="383">
                  <c:v>2.289399</c:v>
                </c:pt>
                <c:pt idx="384">
                  <c:v>2.35242</c:v>
                </c:pt>
                <c:pt idx="385">
                  <c:v>2.350984</c:v>
                </c:pt>
                <c:pt idx="386">
                  <c:v>2.3136779999999999</c:v>
                </c:pt>
                <c:pt idx="387">
                  <c:v>2.5599419999999999</c:v>
                </c:pt>
                <c:pt idx="388">
                  <c:v>2.7882030000000002</c:v>
                </c:pt>
                <c:pt idx="389">
                  <c:v>2.7502460000000002</c:v>
                </c:pt>
                <c:pt idx="390">
                  <c:v>2.4118270000000002</c:v>
                </c:pt>
                <c:pt idx="391">
                  <c:v>2.5724909999999999</c:v>
                </c:pt>
                <c:pt idx="392">
                  <c:v>2.6304650000000001</c:v>
                </c:pt>
                <c:pt idx="393">
                  <c:v>2.5983619999999998</c:v>
                </c:pt>
                <c:pt idx="394">
                  <c:v>2.5428120000000001</c:v>
                </c:pt>
                <c:pt idx="395">
                  <c:v>2.557525</c:v>
                </c:pt>
                <c:pt idx="396">
                  <c:v>1.990275</c:v>
                </c:pt>
                <c:pt idx="397">
                  <c:v>1.978065</c:v>
                </c:pt>
                <c:pt idx="398">
                  <c:v>1.9107890000000001</c:v>
                </c:pt>
                <c:pt idx="399">
                  <c:v>1.785739</c:v>
                </c:pt>
                <c:pt idx="400">
                  <c:v>1.9039950000000001</c:v>
                </c:pt>
                <c:pt idx="401">
                  <c:v>1.6843269999999999</c:v>
                </c:pt>
                <c:pt idx="402">
                  <c:v>1.514024</c:v>
                </c:pt>
                <c:pt idx="403">
                  <c:v>1.492613</c:v>
                </c:pt>
                <c:pt idx="404">
                  <c:v>1.7536970000000001</c:v>
                </c:pt>
                <c:pt idx="405">
                  <c:v>1.479589</c:v>
                </c:pt>
                <c:pt idx="406">
                  <c:v>1.189106</c:v>
                </c:pt>
                <c:pt idx="407">
                  <c:v>1.308306</c:v>
                </c:pt>
                <c:pt idx="408">
                  <c:v>1.168461</c:v>
                </c:pt>
                <c:pt idx="409">
                  <c:v>1.387575</c:v>
                </c:pt>
                <c:pt idx="410">
                  <c:v>1.577577</c:v>
                </c:pt>
                <c:pt idx="411">
                  <c:v>1.8665240000000001</c:v>
                </c:pt>
                <c:pt idx="412">
                  <c:v>2.0215200000000002</c:v>
                </c:pt>
                <c:pt idx="413">
                  <c:v>1.862166</c:v>
                </c:pt>
                <c:pt idx="414">
                  <c:v>1.926639</c:v>
                </c:pt>
                <c:pt idx="415">
                  <c:v>1.8111889999999999</c:v>
                </c:pt>
                <c:pt idx="416">
                  <c:v>1.6550130000000001</c:v>
                </c:pt>
                <c:pt idx="417">
                  <c:v>1.87219</c:v>
                </c:pt>
                <c:pt idx="418">
                  <c:v>1.7344040000000001</c:v>
                </c:pt>
                <c:pt idx="419">
                  <c:v>1.601105</c:v>
                </c:pt>
                <c:pt idx="420">
                  <c:v>1.595942</c:v>
                </c:pt>
                <c:pt idx="421">
                  <c:v>1.56647</c:v>
                </c:pt>
                <c:pt idx="422">
                  <c:v>1.447872</c:v>
                </c:pt>
                <c:pt idx="423">
                  <c:v>1.6839869999999999</c:v>
                </c:pt>
                <c:pt idx="424">
                  <c:v>1.7456830000000001</c:v>
                </c:pt>
                <c:pt idx="425">
                  <c:v>1.6086009999999999</c:v>
                </c:pt>
                <c:pt idx="426">
                  <c:v>1.4943219999999999</c:v>
                </c:pt>
                <c:pt idx="427">
                  <c:v>1.3302130000000001</c:v>
                </c:pt>
                <c:pt idx="428">
                  <c:v>1.409683</c:v>
                </c:pt>
                <c:pt idx="429">
                  <c:v>1.501452</c:v>
                </c:pt>
                <c:pt idx="430">
                  <c:v>1.327197</c:v>
                </c:pt>
                <c:pt idx="431">
                  <c:v>1.029973</c:v>
                </c:pt>
                <c:pt idx="432">
                  <c:v>0.890374</c:v>
                </c:pt>
                <c:pt idx="433">
                  <c:v>0.91600899999999996</c:v>
                </c:pt>
                <c:pt idx="434">
                  <c:v>0.95900200000000002</c:v>
                </c:pt>
                <c:pt idx="435">
                  <c:v>0.91044499999999995</c:v>
                </c:pt>
                <c:pt idx="436">
                  <c:v>0.89036000000000004</c:v>
                </c:pt>
                <c:pt idx="437">
                  <c:v>0.97520300000000004</c:v>
                </c:pt>
                <c:pt idx="438">
                  <c:v>0.78047</c:v>
                </c:pt>
                <c:pt idx="439">
                  <c:v>0.77451099999999995</c:v>
                </c:pt>
                <c:pt idx="440">
                  <c:v>0.68257100000000004</c:v>
                </c:pt>
                <c:pt idx="441">
                  <c:v>0.74717</c:v>
                </c:pt>
                <c:pt idx="442">
                  <c:v>1.0110859999999999</c:v>
                </c:pt>
                <c:pt idx="443">
                  <c:v>0.85179400000000005</c:v>
                </c:pt>
                <c:pt idx="444">
                  <c:v>0.734487</c:v>
                </c:pt>
                <c:pt idx="445">
                  <c:v>0.95304999999999995</c:v>
                </c:pt>
                <c:pt idx="446">
                  <c:v>1.1031</c:v>
                </c:pt>
                <c:pt idx="447">
                  <c:v>1.1407780000000001</c:v>
                </c:pt>
                <c:pt idx="448">
                  <c:v>1.1620729999999999</c:v>
                </c:pt>
                <c:pt idx="449">
                  <c:v>1.402236</c:v>
                </c:pt>
                <c:pt idx="450">
                  <c:v>1.4258420000000001</c:v>
                </c:pt>
                <c:pt idx="451">
                  <c:v>1.3606180000000001</c:v>
                </c:pt>
                <c:pt idx="452">
                  <c:v>1.601637</c:v>
                </c:pt>
                <c:pt idx="453">
                  <c:v>1.7706249999999999</c:v>
                </c:pt>
                <c:pt idx="454">
                  <c:v>1.8387830000000001</c:v>
                </c:pt>
                <c:pt idx="455">
                  <c:v>1.4631449999999999</c:v>
                </c:pt>
                <c:pt idx="456">
                  <c:v>1.614673</c:v>
                </c:pt>
                <c:pt idx="457">
                  <c:v>1.7029339999999999</c:v>
                </c:pt>
                <c:pt idx="458">
                  <c:v>1.236996</c:v>
                </c:pt>
                <c:pt idx="459">
                  <c:v>1.1367799999999999</c:v>
                </c:pt>
                <c:pt idx="460">
                  <c:v>0.89165099999999997</c:v>
                </c:pt>
                <c:pt idx="461">
                  <c:v>1.081658</c:v>
                </c:pt>
                <c:pt idx="462">
                  <c:v>0.87393200000000004</c:v>
                </c:pt>
                <c:pt idx="463">
                  <c:v>0.82849399999999995</c:v>
                </c:pt>
                <c:pt idx="464">
                  <c:v>0.64774299999999996</c:v>
                </c:pt>
                <c:pt idx="465">
                  <c:v>0.903806</c:v>
                </c:pt>
                <c:pt idx="466">
                  <c:v>0.98060000000000003</c:v>
                </c:pt>
                <c:pt idx="467">
                  <c:v>0.84546399999999999</c:v>
                </c:pt>
                <c:pt idx="468">
                  <c:v>0.64581200000000005</c:v>
                </c:pt>
                <c:pt idx="469">
                  <c:v>1.0673319999999999</c:v>
                </c:pt>
                <c:pt idx="470">
                  <c:v>1.06379</c:v>
                </c:pt>
                <c:pt idx="471">
                  <c:v>1.064675</c:v>
                </c:pt>
                <c:pt idx="472">
                  <c:v>1.5129379999999999</c:v>
                </c:pt>
                <c:pt idx="473">
                  <c:v>1.8174090000000001</c:v>
                </c:pt>
                <c:pt idx="474">
                  <c:v>1.7441990000000001</c:v>
                </c:pt>
                <c:pt idx="475">
                  <c:v>1.718199</c:v>
                </c:pt>
                <c:pt idx="476">
                  <c:v>1.7325950000000001</c:v>
                </c:pt>
                <c:pt idx="477">
                  <c:v>1.9759979999999999</c:v>
                </c:pt>
                <c:pt idx="478">
                  <c:v>2.1657389999999999</c:v>
                </c:pt>
                <c:pt idx="479">
                  <c:v>1.999466</c:v>
                </c:pt>
                <c:pt idx="480">
                  <c:v>2.5433270000000001</c:v>
                </c:pt>
                <c:pt idx="481">
                  <c:v>2.3937279999999999</c:v>
                </c:pt>
                <c:pt idx="482">
                  <c:v>2.3208899999999999</c:v>
                </c:pt>
                <c:pt idx="483">
                  <c:v>2.5283129999999998</c:v>
                </c:pt>
                <c:pt idx="484">
                  <c:v>2.3432309999999998</c:v>
                </c:pt>
                <c:pt idx="485">
                  <c:v>2.5097779999999998</c:v>
                </c:pt>
                <c:pt idx="486">
                  <c:v>2.249511</c:v>
                </c:pt>
                <c:pt idx="487">
                  <c:v>2.2512819999999998</c:v>
                </c:pt>
                <c:pt idx="488">
                  <c:v>2.1109939999999998</c:v>
                </c:pt>
                <c:pt idx="489">
                  <c:v>2.0059140000000002</c:v>
                </c:pt>
                <c:pt idx="490">
                  <c:v>2.1742050000000002</c:v>
                </c:pt>
                <c:pt idx="491">
                  <c:v>2.2661410000000002</c:v>
                </c:pt>
                <c:pt idx="492">
                  <c:v>2.3143030000000002</c:v>
                </c:pt>
                <c:pt idx="493">
                  <c:v>2.3873519999999999</c:v>
                </c:pt>
                <c:pt idx="494">
                  <c:v>2.273746</c:v>
                </c:pt>
                <c:pt idx="495">
                  <c:v>2.042265</c:v>
                </c:pt>
                <c:pt idx="496">
                  <c:v>2.2434850000000002</c:v>
                </c:pt>
                <c:pt idx="497">
                  <c:v>1.9162539999999999</c:v>
                </c:pt>
                <c:pt idx="498">
                  <c:v>1.704685</c:v>
                </c:pt>
                <c:pt idx="499">
                  <c:v>2.2317550000000002</c:v>
                </c:pt>
                <c:pt idx="500">
                  <c:v>2.8269929999999999</c:v>
                </c:pt>
                <c:pt idx="501">
                  <c:v>2.5751189999999999</c:v>
                </c:pt>
                <c:pt idx="502">
                  <c:v>2.6631819999999999</c:v>
                </c:pt>
                <c:pt idx="503">
                  <c:v>2.3528449999999999</c:v>
                </c:pt>
                <c:pt idx="504">
                  <c:v>2.3401830000000001</c:v>
                </c:pt>
                <c:pt idx="505">
                  <c:v>2.2116060000000002</c:v>
                </c:pt>
                <c:pt idx="506">
                  <c:v>2.197918</c:v>
                </c:pt>
                <c:pt idx="507">
                  <c:v>2.0183330000000002</c:v>
                </c:pt>
                <c:pt idx="508">
                  <c:v>2.3665310000000002</c:v>
                </c:pt>
                <c:pt idx="509">
                  <c:v>2.4578549999999999</c:v>
                </c:pt>
                <c:pt idx="510">
                  <c:v>2.3072110000000001</c:v>
                </c:pt>
                <c:pt idx="511">
                  <c:v>2.0961630000000002</c:v>
                </c:pt>
                <c:pt idx="512">
                  <c:v>1.8854</c:v>
                </c:pt>
                <c:pt idx="513">
                  <c:v>1.7766649999999999</c:v>
                </c:pt>
                <c:pt idx="514">
                  <c:v>1.654107</c:v>
                </c:pt>
                <c:pt idx="515">
                  <c:v>1.5569999999999999</c:v>
                </c:pt>
                <c:pt idx="516">
                  <c:v>1.3490960000000001</c:v>
                </c:pt>
                <c:pt idx="517">
                  <c:v>1.1410229999999999</c:v>
                </c:pt>
                <c:pt idx="518">
                  <c:v>0.85196400000000005</c:v>
                </c:pt>
                <c:pt idx="519">
                  <c:v>1.005355</c:v>
                </c:pt>
                <c:pt idx="520">
                  <c:v>0.98061900000000002</c:v>
                </c:pt>
                <c:pt idx="521">
                  <c:v>0.71593600000000002</c:v>
                </c:pt>
                <c:pt idx="522">
                  <c:v>0.57837400000000005</c:v>
                </c:pt>
                <c:pt idx="523">
                  <c:v>0.50484899999999999</c:v>
                </c:pt>
                <c:pt idx="524">
                  <c:v>0.38910899999999998</c:v>
                </c:pt>
                <c:pt idx="525">
                  <c:v>0.44812600000000002</c:v>
                </c:pt>
                <c:pt idx="526">
                  <c:v>0.50715500000000002</c:v>
                </c:pt>
                <c:pt idx="527">
                  <c:v>0.493033</c:v>
                </c:pt>
                <c:pt idx="528">
                  <c:v>0.424064</c:v>
                </c:pt>
                <c:pt idx="529">
                  <c:v>0.243919</c:v>
                </c:pt>
                <c:pt idx="530">
                  <c:v>0.26022200000000001</c:v>
                </c:pt>
                <c:pt idx="531">
                  <c:v>0.37001099999999998</c:v>
                </c:pt>
                <c:pt idx="532">
                  <c:v>0.62641899999999995</c:v>
                </c:pt>
                <c:pt idx="533">
                  <c:v>0.77845900000000001</c:v>
                </c:pt>
                <c:pt idx="534">
                  <c:v>0.51729599999999998</c:v>
                </c:pt>
                <c:pt idx="535">
                  <c:v>0.50524599999999997</c:v>
                </c:pt>
                <c:pt idx="536">
                  <c:v>0.50812100000000004</c:v>
                </c:pt>
                <c:pt idx="537">
                  <c:v>0.41755700000000001</c:v>
                </c:pt>
                <c:pt idx="538">
                  <c:v>0.39288699999999999</c:v>
                </c:pt>
                <c:pt idx="539">
                  <c:v>0.21096000000000001</c:v>
                </c:pt>
                <c:pt idx="540">
                  <c:v>0.26688200000000001</c:v>
                </c:pt>
                <c:pt idx="541">
                  <c:v>0.33729500000000001</c:v>
                </c:pt>
                <c:pt idx="542">
                  <c:v>0.322131</c:v>
                </c:pt>
                <c:pt idx="543">
                  <c:v>0.34709699999999999</c:v>
                </c:pt>
                <c:pt idx="544">
                  <c:v>0.45971499999999998</c:v>
                </c:pt>
                <c:pt idx="545">
                  <c:v>0.390793</c:v>
                </c:pt>
                <c:pt idx="546">
                  <c:v>0.70399999999999996</c:v>
                </c:pt>
                <c:pt idx="547">
                  <c:v>0.70707799999999998</c:v>
                </c:pt>
                <c:pt idx="548">
                  <c:v>0.73723899999999998</c:v>
                </c:pt>
                <c:pt idx="549">
                  <c:v>0.77043300000000003</c:v>
                </c:pt>
                <c:pt idx="550">
                  <c:v>0.91044999999999998</c:v>
                </c:pt>
                <c:pt idx="551">
                  <c:v>1.001001</c:v>
                </c:pt>
                <c:pt idx="552">
                  <c:v>1.330827</c:v>
                </c:pt>
                <c:pt idx="553">
                  <c:v>1.268599</c:v>
                </c:pt>
                <c:pt idx="554">
                  <c:v>1.9054310000000001</c:v>
                </c:pt>
                <c:pt idx="555">
                  <c:v>2.030357</c:v>
                </c:pt>
                <c:pt idx="556">
                  <c:v>1.81402</c:v>
                </c:pt>
                <c:pt idx="557">
                  <c:v>1.547031</c:v>
                </c:pt>
                <c:pt idx="558">
                  <c:v>1.48444</c:v>
                </c:pt>
                <c:pt idx="559">
                  <c:v>1.500834</c:v>
                </c:pt>
                <c:pt idx="560">
                  <c:v>1.57264</c:v>
                </c:pt>
                <c:pt idx="561">
                  <c:v>1.566141</c:v>
                </c:pt>
                <c:pt idx="562">
                  <c:v>2.778851</c:v>
                </c:pt>
                <c:pt idx="563">
                  <c:v>3.2193830000000001</c:v>
                </c:pt>
                <c:pt idx="564">
                  <c:v>2.1708789999999998</c:v>
                </c:pt>
                <c:pt idx="565">
                  <c:v>1.5763339999999999</c:v>
                </c:pt>
                <c:pt idx="566">
                  <c:v>2.177467</c:v>
                </c:pt>
                <c:pt idx="567">
                  <c:v>1.9640519999999999</c:v>
                </c:pt>
                <c:pt idx="568">
                  <c:v>1.84056</c:v>
                </c:pt>
                <c:pt idx="569">
                  <c:v>2.231446</c:v>
                </c:pt>
                <c:pt idx="570">
                  <c:v>2.580905</c:v>
                </c:pt>
                <c:pt idx="571">
                  <c:v>2.5294099999999999</c:v>
                </c:pt>
                <c:pt idx="572">
                  <c:v>2.4104580000000002</c:v>
                </c:pt>
                <c:pt idx="573">
                  <c:v>2.2623709999999999</c:v>
                </c:pt>
                <c:pt idx="574">
                  <c:v>2.3150019999999998</c:v>
                </c:pt>
                <c:pt idx="575">
                  <c:v>2.4471799999999999</c:v>
                </c:pt>
                <c:pt idx="576">
                  <c:v>2.542535</c:v>
                </c:pt>
                <c:pt idx="577">
                  <c:v>2.6161180000000002</c:v>
                </c:pt>
                <c:pt idx="578">
                  <c:v>2.6792829999999999</c:v>
                </c:pt>
                <c:pt idx="579">
                  <c:v>2.5260579999999999</c:v>
                </c:pt>
                <c:pt idx="580">
                  <c:v>2.5126759999999999</c:v>
                </c:pt>
                <c:pt idx="581">
                  <c:v>2.2880600000000002</c:v>
                </c:pt>
                <c:pt idx="582">
                  <c:v>2.0723950000000002</c:v>
                </c:pt>
                <c:pt idx="583">
                  <c:v>1.9558260000000001</c:v>
                </c:pt>
                <c:pt idx="584">
                  <c:v>1.572028</c:v>
                </c:pt>
                <c:pt idx="585">
                  <c:v>1.5955889999999999</c:v>
                </c:pt>
                <c:pt idx="586">
                  <c:v>1.5784050000000001</c:v>
                </c:pt>
                <c:pt idx="587">
                  <c:v>1.7575879999999999</c:v>
                </c:pt>
                <c:pt idx="588">
                  <c:v>2.4691960000000002</c:v>
                </c:pt>
                <c:pt idx="589">
                  <c:v>2.353046</c:v>
                </c:pt>
                <c:pt idx="590">
                  <c:v>2.2696260000000001</c:v>
                </c:pt>
                <c:pt idx="591">
                  <c:v>2.280907</c:v>
                </c:pt>
                <c:pt idx="592">
                  <c:v>2.2559800000000001</c:v>
                </c:pt>
                <c:pt idx="593">
                  <c:v>2.1166469999999999</c:v>
                </c:pt>
                <c:pt idx="594">
                  <c:v>2.2018460000000002</c:v>
                </c:pt>
                <c:pt idx="595">
                  <c:v>2.1682700000000001</c:v>
                </c:pt>
                <c:pt idx="596">
                  <c:v>1.327895</c:v>
                </c:pt>
                <c:pt idx="597">
                  <c:v>0.923454</c:v>
                </c:pt>
                <c:pt idx="598">
                  <c:v>1.1249720000000001</c:v>
                </c:pt>
                <c:pt idx="599">
                  <c:v>0.89480400000000004</c:v>
                </c:pt>
                <c:pt idx="600">
                  <c:v>0.67214499999999999</c:v>
                </c:pt>
                <c:pt idx="601">
                  <c:v>0.66400499999999996</c:v>
                </c:pt>
                <c:pt idx="602">
                  <c:v>0.68349700000000002</c:v>
                </c:pt>
                <c:pt idx="603">
                  <c:v>1.049455</c:v>
                </c:pt>
                <c:pt idx="604">
                  <c:v>0.79581199999999996</c:v>
                </c:pt>
                <c:pt idx="605">
                  <c:v>0.45763500000000001</c:v>
                </c:pt>
                <c:pt idx="606">
                  <c:v>0.14166200000000001</c:v>
                </c:pt>
                <c:pt idx="607">
                  <c:v>2.1651E-2</c:v>
                </c:pt>
                <c:pt idx="608">
                  <c:v>0.36127199999999998</c:v>
                </c:pt>
                <c:pt idx="609">
                  <c:v>0.64368199999999998</c:v>
                </c:pt>
                <c:pt idx="610">
                  <c:v>0.30351099999999998</c:v>
                </c:pt>
                <c:pt idx="611">
                  <c:v>0.16017600000000001</c:v>
                </c:pt>
                <c:pt idx="612">
                  <c:v>0.36085899999999999</c:v>
                </c:pt>
                <c:pt idx="613">
                  <c:v>0.61662099999999997</c:v>
                </c:pt>
                <c:pt idx="614">
                  <c:v>0.76812100000000005</c:v>
                </c:pt>
                <c:pt idx="615">
                  <c:v>0.85043999999999997</c:v>
                </c:pt>
                <c:pt idx="616">
                  <c:v>0.41434100000000001</c:v>
                </c:pt>
                <c:pt idx="617">
                  <c:v>0.70355999999999996</c:v>
                </c:pt>
                <c:pt idx="618">
                  <c:v>0.91598900000000005</c:v>
                </c:pt>
                <c:pt idx="619">
                  <c:v>1.3667149999999999</c:v>
                </c:pt>
                <c:pt idx="620">
                  <c:v>1.5753109999999999</c:v>
                </c:pt>
                <c:pt idx="621">
                  <c:v>1.570065</c:v>
                </c:pt>
                <c:pt idx="622">
                  <c:v>1.5617920000000001</c:v>
                </c:pt>
                <c:pt idx="623">
                  <c:v>1.697713</c:v>
                </c:pt>
                <c:pt idx="624">
                  <c:v>1.820881</c:v>
                </c:pt>
                <c:pt idx="625">
                  <c:v>1.637578</c:v>
                </c:pt>
                <c:pt idx="626">
                  <c:v>1.507763</c:v>
                </c:pt>
                <c:pt idx="627">
                  <c:v>1.2864580000000001</c:v>
                </c:pt>
                <c:pt idx="628">
                  <c:v>1.1494740000000001</c:v>
                </c:pt>
                <c:pt idx="629">
                  <c:v>0.95541600000000004</c:v>
                </c:pt>
                <c:pt idx="630">
                  <c:v>0.94200399999999995</c:v>
                </c:pt>
                <c:pt idx="631">
                  <c:v>0.81571099999999996</c:v>
                </c:pt>
                <c:pt idx="632">
                  <c:v>0.63100599999999996</c:v>
                </c:pt>
                <c:pt idx="633">
                  <c:v>0.73025899999999999</c:v>
                </c:pt>
                <c:pt idx="634">
                  <c:v>0.401314</c:v>
                </c:pt>
                <c:pt idx="635">
                  <c:v>0.46140300000000001</c:v>
                </c:pt>
                <c:pt idx="636">
                  <c:v>5.8859000000000002E-2</c:v>
                </c:pt>
                <c:pt idx="637">
                  <c:v>-0.121377</c:v>
                </c:pt>
                <c:pt idx="638">
                  <c:v>-1.3214999999999999E-2</c:v>
                </c:pt>
                <c:pt idx="639">
                  <c:v>6.8797999999999998E-2</c:v>
                </c:pt>
                <c:pt idx="640">
                  <c:v>-2.9020000000000001E-3</c:v>
                </c:pt>
                <c:pt idx="641">
                  <c:v>0.46354000000000001</c:v>
                </c:pt>
                <c:pt idx="642">
                  <c:v>0.44215500000000002</c:v>
                </c:pt>
                <c:pt idx="643">
                  <c:v>0.58837600000000001</c:v>
                </c:pt>
                <c:pt idx="644">
                  <c:v>0.184667</c:v>
                </c:pt>
                <c:pt idx="645">
                  <c:v>0.27260899999999999</c:v>
                </c:pt>
                <c:pt idx="646">
                  <c:v>0.198411</c:v>
                </c:pt>
                <c:pt idx="647">
                  <c:v>0.28883300000000001</c:v>
                </c:pt>
                <c:pt idx="648">
                  <c:v>0.14848</c:v>
                </c:pt>
                <c:pt idx="649">
                  <c:v>8.9265999999999998E-2</c:v>
                </c:pt>
                <c:pt idx="650">
                  <c:v>-0.18578600000000001</c:v>
                </c:pt>
                <c:pt idx="651">
                  <c:v>-0.14208799999999999</c:v>
                </c:pt>
                <c:pt idx="652">
                  <c:v>-0.19623199999999999</c:v>
                </c:pt>
                <c:pt idx="653">
                  <c:v>-0.27913399999999999</c:v>
                </c:pt>
                <c:pt idx="654">
                  <c:v>-0.404117</c:v>
                </c:pt>
                <c:pt idx="655">
                  <c:v>-0.53587300000000004</c:v>
                </c:pt>
                <c:pt idx="656">
                  <c:v>-0.55117799999999995</c:v>
                </c:pt>
                <c:pt idx="657">
                  <c:v>-0.38464300000000001</c:v>
                </c:pt>
                <c:pt idx="658">
                  <c:v>-0.30310399999999998</c:v>
                </c:pt>
                <c:pt idx="659">
                  <c:v>8.0159999999999995E-2</c:v>
                </c:pt>
                <c:pt idx="660">
                  <c:v>0.265515</c:v>
                </c:pt>
                <c:pt idx="661">
                  <c:v>0.101733</c:v>
                </c:pt>
                <c:pt idx="662">
                  <c:v>0.17765800000000001</c:v>
                </c:pt>
                <c:pt idx="663">
                  <c:v>0.13264400000000001</c:v>
                </c:pt>
                <c:pt idx="664">
                  <c:v>-9.2426999999999995E-2</c:v>
                </c:pt>
                <c:pt idx="665">
                  <c:v>-6.2610000000000001E-3</c:v>
                </c:pt>
                <c:pt idx="666">
                  <c:v>-0.29322799999999999</c:v>
                </c:pt>
                <c:pt idx="667">
                  <c:v>-7.6051999999999995E-2</c:v>
                </c:pt>
                <c:pt idx="668">
                  <c:v>-0.161855</c:v>
                </c:pt>
                <c:pt idx="669">
                  <c:v>-0.26487899999999998</c:v>
                </c:pt>
                <c:pt idx="670">
                  <c:v>-0.27928900000000001</c:v>
                </c:pt>
                <c:pt idx="671">
                  <c:v>-0.294014</c:v>
                </c:pt>
                <c:pt idx="672">
                  <c:v>-0.46776400000000001</c:v>
                </c:pt>
                <c:pt idx="673">
                  <c:v>-0.371861</c:v>
                </c:pt>
                <c:pt idx="674">
                  <c:v>-8.0762E-2</c:v>
                </c:pt>
                <c:pt idx="675">
                  <c:v>-0.26566899999999999</c:v>
                </c:pt>
                <c:pt idx="676">
                  <c:v>-0.38927899999999999</c:v>
                </c:pt>
                <c:pt idx="677">
                  <c:v>-0.25065700000000002</c:v>
                </c:pt>
                <c:pt idx="678">
                  <c:v>-0.31293700000000002</c:v>
                </c:pt>
                <c:pt idx="679">
                  <c:v>-0.42511900000000002</c:v>
                </c:pt>
                <c:pt idx="680">
                  <c:v>-0.3639</c:v>
                </c:pt>
                <c:pt idx="681">
                  <c:v>-0.38172600000000001</c:v>
                </c:pt>
                <c:pt idx="682">
                  <c:v>-0.21519099999999999</c:v>
                </c:pt>
                <c:pt idx="683">
                  <c:v>-0.225354</c:v>
                </c:pt>
                <c:pt idx="684">
                  <c:v>-0.51166</c:v>
                </c:pt>
                <c:pt idx="685">
                  <c:v>-0.53399300000000005</c:v>
                </c:pt>
                <c:pt idx="686">
                  <c:v>-0.57430700000000001</c:v>
                </c:pt>
                <c:pt idx="687">
                  <c:v>-0.55907499999999999</c:v>
                </c:pt>
                <c:pt idx="688">
                  <c:v>-0.58746200000000004</c:v>
                </c:pt>
                <c:pt idx="689">
                  <c:v>-0.59144699999999994</c:v>
                </c:pt>
                <c:pt idx="690">
                  <c:v>-0.741089</c:v>
                </c:pt>
                <c:pt idx="691">
                  <c:v>-0.707901</c:v>
                </c:pt>
                <c:pt idx="692">
                  <c:v>-1.251341</c:v>
                </c:pt>
                <c:pt idx="693">
                  <c:v>-0.98009400000000002</c:v>
                </c:pt>
                <c:pt idx="694">
                  <c:v>-1.0129809999999999</c:v>
                </c:pt>
                <c:pt idx="695">
                  <c:v>-0.877162</c:v>
                </c:pt>
                <c:pt idx="696">
                  <c:v>-0.92592600000000003</c:v>
                </c:pt>
                <c:pt idx="697">
                  <c:v>-0.87335099999999999</c:v>
                </c:pt>
                <c:pt idx="698">
                  <c:v>-1.0376129999999999</c:v>
                </c:pt>
                <c:pt idx="699">
                  <c:v>-1.2163630000000001</c:v>
                </c:pt>
                <c:pt idx="700">
                  <c:v>-1.0739879999999999</c:v>
                </c:pt>
                <c:pt idx="701">
                  <c:v>-1.2392799999999999</c:v>
                </c:pt>
                <c:pt idx="702">
                  <c:v>-1.139502</c:v>
                </c:pt>
                <c:pt idx="703">
                  <c:v>-1.2477050000000001</c:v>
                </c:pt>
                <c:pt idx="704">
                  <c:v>-1.1191629999999999</c:v>
                </c:pt>
                <c:pt idx="705">
                  <c:v>-1.1389720000000001</c:v>
                </c:pt>
                <c:pt idx="706">
                  <c:v>-1.0720400000000001</c:v>
                </c:pt>
                <c:pt idx="707">
                  <c:v>-0.88471</c:v>
                </c:pt>
                <c:pt idx="708">
                  <c:v>-0.80636300000000005</c:v>
                </c:pt>
                <c:pt idx="709">
                  <c:v>-0.46570800000000001</c:v>
                </c:pt>
                <c:pt idx="710">
                  <c:v>-0.327517</c:v>
                </c:pt>
                <c:pt idx="711">
                  <c:v>0.21127000000000001</c:v>
                </c:pt>
                <c:pt idx="712">
                  <c:v>0.18729199999999999</c:v>
                </c:pt>
                <c:pt idx="713">
                  <c:v>0.237179</c:v>
                </c:pt>
                <c:pt idx="714">
                  <c:v>1.3905000000000001E-2</c:v>
                </c:pt>
                <c:pt idx="715">
                  <c:v>-0.34630699999999998</c:v>
                </c:pt>
                <c:pt idx="716">
                  <c:v>-0.49548799999999998</c:v>
                </c:pt>
                <c:pt idx="717">
                  <c:v>-0.53313100000000002</c:v>
                </c:pt>
                <c:pt idx="718">
                  <c:v>-0.37110799999999999</c:v>
                </c:pt>
                <c:pt idx="719">
                  <c:v>-0.53458399999999995</c:v>
                </c:pt>
                <c:pt idx="720">
                  <c:v>-0.80641499999999999</c:v>
                </c:pt>
                <c:pt idx="721">
                  <c:v>-0.50270599999999999</c:v>
                </c:pt>
                <c:pt idx="722">
                  <c:v>-0.68556499999999998</c:v>
                </c:pt>
                <c:pt idx="723">
                  <c:v>-0.69293099999999996</c:v>
                </c:pt>
                <c:pt idx="724">
                  <c:v>-0.28663</c:v>
                </c:pt>
                <c:pt idx="725">
                  <c:v>-0.18481800000000001</c:v>
                </c:pt>
                <c:pt idx="726">
                  <c:v>-0.16156000000000001</c:v>
                </c:pt>
                <c:pt idx="727">
                  <c:v>-0.56940400000000002</c:v>
                </c:pt>
                <c:pt idx="728">
                  <c:v>-0.89056199999999996</c:v>
                </c:pt>
                <c:pt idx="729">
                  <c:v>-0.70311900000000005</c:v>
                </c:pt>
                <c:pt idx="730">
                  <c:v>-0.35442000000000001</c:v>
                </c:pt>
                <c:pt idx="731">
                  <c:v>-0.450658</c:v>
                </c:pt>
                <c:pt idx="732">
                  <c:v>-0.87629299999999999</c:v>
                </c:pt>
                <c:pt idx="733">
                  <c:v>-0.80247299999999999</c:v>
                </c:pt>
                <c:pt idx="734">
                  <c:v>-0.87694300000000003</c:v>
                </c:pt>
                <c:pt idx="735">
                  <c:v>-0.69666899999999998</c:v>
                </c:pt>
                <c:pt idx="736">
                  <c:v>-0.66631300000000004</c:v>
                </c:pt>
                <c:pt idx="737">
                  <c:v>-0.59987100000000004</c:v>
                </c:pt>
                <c:pt idx="738">
                  <c:v>-0.80191800000000002</c:v>
                </c:pt>
                <c:pt idx="739">
                  <c:v>-0.79662100000000002</c:v>
                </c:pt>
                <c:pt idx="740">
                  <c:v>-0.53253600000000001</c:v>
                </c:pt>
                <c:pt idx="741">
                  <c:v>-0.42493399999999998</c:v>
                </c:pt>
                <c:pt idx="742">
                  <c:v>0.20393600000000001</c:v>
                </c:pt>
                <c:pt idx="743">
                  <c:v>7.6810000000000003E-2</c:v>
                </c:pt>
                <c:pt idx="744">
                  <c:v>-0.29389300000000002</c:v>
                </c:pt>
                <c:pt idx="745">
                  <c:v>-0.16817399999999999</c:v>
                </c:pt>
                <c:pt idx="746">
                  <c:v>-6.1129000000000003E-2</c:v>
                </c:pt>
                <c:pt idx="747">
                  <c:v>-0.14305499999999999</c:v>
                </c:pt>
                <c:pt idx="748">
                  <c:v>-0.10952199999999999</c:v>
                </c:pt>
                <c:pt idx="749">
                  <c:v>-7.0942000000000005E-2</c:v>
                </c:pt>
                <c:pt idx="750">
                  <c:v>-0.240754</c:v>
                </c:pt>
                <c:pt idx="751">
                  <c:v>-7.1383000000000002E-2</c:v>
                </c:pt>
                <c:pt idx="752">
                  <c:v>-0.21720900000000001</c:v>
                </c:pt>
                <c:pt idx="753">
                  <c:v>-0.227605</c:v>
                </c:pt>
                <c:pt idx="754">
                  <c:v>0.13173199999999999</c:v>
                </c:pt>
                <c:pt idx="755">
                  <c:v>0.22781499999999999</c:v>
                </c:pt>
                <c:pt idx="756">
                  <c:v>0.29301100000000002</c:v>
                </c:pt>
                <c:pt idx="757">
                  <c:v>0.68134799999999995</c:v>
                </c:pt>
                <c:pt idx="758">
                  <c:v>0.33739200000000003</c:v>
                </c:pt>
                <c:pt idx="759">
                  <c:v>0.38682899999999998</c:v>
                </c:pt>
                <c:pt idx="760">
                  <c:v>0.652362</c:v>
                </c:pt>
                <c:pt idx="761">
                  <c:v>0.75581900000000002</c:v>
                </c:pt>
                <c:pt idx="762">
                  <c:v>0.70617099999999999</c:v>
                </c:pt>
                <c:pt idx="763">
                  <c:v>0.78239899999999996</c:v>
                </c:pt>
                <c:pt idx="764">
                  <c:v>0.73280299999999998</c:v>
                </c:pt>
                <c:pt idx="765">
                  <c:v>0.59422200000000003</c:v>
                </c:pt>
                <c:pt idx="766">
                  <c:v>0.57261799999999996</c:v>
                </c:pt>
                <c:pt idx="767">
                  <c:v>0.64764100000000002</c:v>
                </c:pt>
                <c:pt idx="768">
                  <c:v>0.79603599999999997</c:v>
                </c:pt>
              </c:numCache>
            </c:numRef>
          </c:val>
          <c:smooth val="0"/>
          <c:extLst>
            <c:ext xmlns:c16="http://schemas.microsoft.com/office/drawing/2014/chart" uri="{C3380CC4-5D6E-409C-BE32-E72D297353CC}">
              <c16:uniqueId val="{00000001-CF1D-4393-8417-C62752BA2250}"/>
            </c:ext>
          </c:extLst>
        </c:ser>
        <c:dLbls>
          <c:showLegendKey val="0"/>
          <c:showVal val="0"/>
          <c:showCatName val="0"/>
          <c:showSerName val="0"/>
          <c:showPercent val="0"/>
          <c:showBubbleSize val="0"/>
        </c:dLbls>
        <c:smooth val="0"/>
        <c:axId val="995584480"/>
        <c:axId val="995580544"/>
      </c:lineChart>
      <c:dateAx>
        <c:axId val="995584480"/>
        <c:scaling>
          <c:orientation val="minMax"/>
        </c:scaling>
        <c:delete val="0"/>
        <c:axPos val="b"/>
        <c:numFmt formatCode="[$-409]mmm\-yy;@" sourceLinked="0"/>
        <c:majorTickMark val="none"/>
        <c:minorTickMark val="none"/>
        <c:tickLblPos val="low"/>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995580544"/>
        <c:crosses val="autoZero"/>
        <c:auto val="1"/>
        <c:lblOffset val="100"/>
        <c:baseTimeUnit val="months"/>
        <c:majorUnit val="48"/>
        <c:majorTimeUnit val="months"/>
      </c:dateAx>
      <c:valAx>
        <c:axId val="9955805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995584480"/>
        <c:crosses val="autoZero"/>
        <c:crossBetween val="between"/>
      </c:valAx>
      <c:spPr>
        <a:noFill/>
        <a:ln>
          <a:noFill/>
        </a:ln>
        <a:effectLst/>
      </c:spPr>
    </c:plotArea>
    <c:legend>
      <c:legendPos val="r"/>
      <c:layout>
        <c:manualLayout>
          <c:xMode val="edge"/>
          <c:yMode val="edge"/>
          <c:x val="0.37335445540521967"/>
          <c:y val="6.1738641623457235E-4"/>
          <c:w val="0.61165605754887797"/>
          <c:h val="0.12847331583552055"/>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legend>
    <c:plotVisOnly val="1"/>
    <c:dispBlanksAs val="gap"/>
    <c:showDLblsOverMax val="0"/>
  </c:chart>
  <c:spPr>
    <a:noFill/>
    <a:ln>
      <a:noFill/>
    </a:ln>
    <a:effectLst/>
  </c:spPr>
  <c:txPr>
    <a:bodyPr/>
    <a:lstStyle/>
    <a:p>
      <a:pPr>
        <a:defRPr sz="1200" b="1">
          <a:solidFill>
            <a:schemeClr val="tx1"/>
          </a:solidFill>
        </a:defRPr>
      </a:pPr>
      <a:endParaRPr lang="fr-F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640439987786442E-2"/>
          <c:y val="4.350061296318266E-2"/>
          <c:w val="0.93210868380186318"/>
          <c:h val="0.87100090955827103"/>
        </c:manualLayout>
      </c:layout>
      <c:lineChart>
        <c:grouping val="standard"/>
        <c:varyColors val="0"/>
        <c:ser>
          <c:idx val="0"/>
          <c:order val="0"/>
          <c:spPr>
            <a:ln w="28575" cap="rnd">
              <a:solidFill>
                <a:schemeClr val="bg2"/>
              </a:solidFill>
              <a:round/>
            </a:ln>
            <a:effectLst/>
          </c:spPr>
          <c:marker>
            <c:symbol val="none"/>
          </c:marker>
          <c:cat>
            <c:numRef>
              <c:f>Feuil1!$E$3:$E$183</c:f>
              <c:numCache>
                <c:formatCode>m/d/yyyy</c:formatCode>
                <c:ptCount val="181"/>
                <c:pt idx="0">
                  <c:v>40523</c:v>
                </c:pt>
                <c:pt idx="1">
                  <c:v>40554</c:v>
                </c:pt>
                <c:pt idx="2">
                  <c:v>40585</c:v>
                </c:pt>
                <c:pt idx="3">
                  <c:v>40613</c:v>
                </c:pt>
                <c:pt idx="4">
                  <c:v>40644</c:v>
                </c:pt>
                <c:pt idx="5">
                  <c:v>40674</c:v>
                </c:pt>
                <c:pt idx="6">
                  <c:v>40705</c:v>
                </c:pt>
                <c:pt idx="7">
                  <c:v>40735</c:v>
                </c:pt>
                <c:pt idx="8">
                  <c:v>40766</c:v>
                </c:pt>
                <c:pt idx="9">
                  <c:v>40797</c:v>
                </c:pt>
                <c:pt idx="10">
                  <c:v>40827</c:v>
                </c:pt>
                <c:pt idx="11">
                  <c:v>40858</c:v>
                </c:pt>
                <c:pt idx="12">
                  <c:v>40888</c:v>
                </c:pt>
                <c:pt idx="13">
                  <c:v>40919</c:v>
                </c:pt>
                <c:pt idx="14">
                  <c:v>40950</c:v>
                </c:pt>
                <c:pt idx="15">
                  <c:v>40979</c:v>
                </c:pt>
                <c:pt idx="16">
                  <c:v>41010</c:v>
                </c:pt>
                <c:pt idx="17">
                  <c:v>41040</c:v>
                </c:pt>
                <c:pt idx="18">
                  <c:v>41071</c:v>
                </c:pt>
                <c:pt idx="19">
                  <c:v>41101</c:v>
                </c:pt>
                <c:pt idx="20">
                  <c:v>41132</c:v>
                </c:pt>
                <c:pt idx="21">
                  <c:v>41163</c:v>
                </c:pt>
                <c:pt idx="22">
                  <c:v>41193</c:v>
                </c:pt>
                <c:pt idx="23">
                  <c:v>41224</c:v>
                </c:pt>
                <c:pt idx="24">
                  <c:v>41254</c:v>
                </c:pt>
                <c:pt idx="25">
                  <c:v>41285</c:v>
                </c:pt>
                <c:pt idx="26">
                  <c:v>41316</c:v>
                </c:pt>
                <c:pt idx="27">
                  <c:v>41344</c:v>
                </c:pt>
                <c:pt idx="28">
                  <c:v>41375</c:v>
                </c:pt>
                <c:pt idx="29">
                  <c:v>41405</c:v>
                </c:pt>
                <c:pt idx="30">
                  <c:v>41436</c:v>
                </c:pt>
                <c:pt idx="31">
                  <c:v>41466</c:v>
                </c:pt>
                <c:pt idx="32">
                  <c:v>41497</c:v>
                </c:pt>
                <c:pt idx="33">
                  <c:v>41528</c:v>
                </c:pt>
                <c:pt idx="34">
                  <c:v>41558</c:v>
                </c:pt>
                <c:pt idx="35">
                  <c:v>41589</c:v>
                </c:pt>
                <c:pt idx="36">
                  <c:v>41619</c:v>
                </c:pt>
                <c:pt idx="37">
                  <c:v>41650</c:v>
                </c:pt>
                <c:pt idx="38">
                  <c:v>41681</c:v>
                </c:pt>
                <c:pt idx="39">
                  <c:v>41709</c:v>
                </c:pt>
                <c:pt idx="40">
                  <c:v>41740</c:v>
                </c:pt>
                <c:pt idx="41">
                  <c:v>41770</c:v>
                </c:pt>
                <c:pt idx="42">
                  <c:v>41801</c:v>
                </c:pt>
                <c:pt idx="43">
                  <c:v>41831</c:v>
                </c:pt>
                <c:pt idx="44">
                  <c:v>41862</c:v>
                </c:pt>
                <c:pt idx="45">
                  <c:v>41893</c:v>
                </c:pt>
                <c:pt idx="46">
                  <c:v>41923</c:v>
                </c:pt>
                <c:pt idx="47">
                  <c:v>41954</c:v>
                </c:pt>
                <c:pt idx="48">
                  <c:v>41984</c:v>
                </c:pt>
                <c:pt idx="49">
                  <c:v>42015</c:v>
                </c:pt>
                <c:pt idx="50">
                  <c:v>42046</c:v>
                </c:pt>
                <c:pt idx="51">
                  <c:v>42074</c:v>
                </c:pt>
                <c:pt idx="52">
                  <c:v>42105</c:v>
                </c:pt>
                <c:pt idx="53">
                  <c:v>42135</c:v>
                </c:pt>
                <c:pt idx="54">
                  <c:v>42166</c:v>
                </c:pt>
                <c:pt idx="55">
                  <c:v>42196</c:v>
                </c:pt>
                <c:pt idx="56">
                  <c:v>42227</c:v>
                </c:pt>
                <c:pt idx="57">
                  <c:v>42258</c:v>
                </c:pt>
                <c:pt idx="58">
                  <c:v>42288</c:v>
                </c:pt>
                <c:pt idx="59">
                  <c:v>42319</c:v>
                </c:pt>
                <c:pt idx="60">
                  <c:v>42349</c:v>
                </c:pt>
                <c:pt idx="61">
                  <c:v>42380</c:v>
                </c:pt>
                <c:pt idx="62">
                  <c:v>42411</c:v>
                </c:pt>
                <c:pt idx="63">
                  <c:v>42440</c:v>
                </c:pt>
                <c:pt idx="64">
                  <c:v>42471</c:v>
                </c:pt>
                <c:pt idx="65">
                  <c:v>42501</c:v>
                </c:pt>
                <c:pt idx="66">
                  <c:v>42532</c:v>
                </c:pt>
                <c:pt idx="67">
                  <c:v>42562</c:v>
                </c:pt>
                <c:pt idx="68">
                  <c:v>42593</c:v>
                </c:pt>
                <c:pt idx="69">
                  <c:v>42624</c:v>
                </c:pt>
                <c:pt idx="70">
                  <c:v>42654</c:v>
                </c:pt>
                <c:pt idx="71">
                  <c:v>42685</c:v>
                </c:pt>
                <c:pt idx="72">
                  <c:v>42715</c:v>
                </c:pt>
                <c:pt idx="73">
                  <c:v>42746</c:v>
                </c:pt>
                <c:pt idx="74">
                  <c:v>42777</c:v>
                </c:pt>
                <c:pt idx="75">
                  <c:v>42805</c:v>
                </c:pt>
                <c:pt idx="76">
                  <c:v>42836</c:v>
                </c:pt>
                <c:pt idx="77">
                  <c:v>42866</c:v>
                </c:pt>
                <c:pt idx="78">
                  <c:v>42897</c:v>
                </c:pt>
                <c:pt idx="79">
                  <c:v>42927</c:v>
                </c:pt>
                <c:pt idx="80">
                  <c:v>42958</c:v>
                </c:pt>
                <c:pt idx="81">
                  <c:v>42989</c:v>
                </c:pt>
                <c:pt idx="82">
                  <c:v>43019</c:v>
                </c:pt>
                <c:pt idx="83">
                  <c:v>43050</c:v>
                </c:pt>
                <c:pt idx="84">
                  <c:v>43080</c:v>
                </c:pt>
                <c:pt idx="85">
                  <c:v>43111</c:v>
                </c:pt>
                <c:pt idx="86">
                  <c:v>43142</c:v>
                </c:pt>
                <c:pt idx="87">
                  <c:v>43170</c:v>
                </c:pt>
                <c:pt idx="88">
                  <c:v>43201</c:v>
                </c:pt>
                <c:pt idx="89">
                  <c:v>43231</c:v>
                </c:pt>
                <c:pt idx="90">
                  <c:v>43262</c:v>
                </c:pt>
                <c:pt idx="91">
                  <c:v>43292</c:v>
                </c:pt>
                <c:pt idx="92">
                  <c:v>43323</c:v>
                </c:pt>
                <c:pt idx="93">
                  <c:v>43354</c:v>
                </c:pt>
                <c:pt idx="94">
                  <c:v>43384</c:v>
                </c:pt>
                <c:pt idx="95">
                  <c:v>43415</c:v>
                </c:pt>
                <c:pt idx="96">
                  <c:v>43445</c:v>
                </c:pt>
                <c:pt idx="97">
                  <c:v>43476</c:v>
                </c:pt>
                <c:pt idx="98">
                  <c:v>43507</c:v>
                </c:pt>
                <c:pt idx="99">
                  <c:v>43535</c:v>
                </c:pt>
                <c:pt idx="100">
                  <c:v>43566</c:v>
                </c:pt>
                <c:pt idx="101">
                  <c:v>43596</c:v>
                </c:pt>
                <c:pt idx="102">
                  <c:v>43627</c:v>
                </c:pt>
                <c:pt idx="103">
                  <c:v>43657</c:v>
                </c:pt>
                <c:pt idx="104">
                  <c:v>43688</c:v>
                </c:pt>
                <c:pt idx="105">
                  <c:v>43719</c:v>
                </c:pt>
                <c:pt idx="106">
                  <c:v>43749</c:v>
                </c:pt>
                <c:pt idx="107">
                  <c:v>43780</c:v>
                </c:pt>
                <c:pt idx="108">
                  <c:v>43810</c:v>
                </c:pt>
                <c:pt idx="109">
                  <c:v>43841</c:v>
                </c:pt>
                <c:pt idx="110">
                  <c:v>43872</c:v>
                </c:pt>
                <c:pt idx="111">
                  <c:v>43901</c:v>
                </c:pt>
                <c:pt idx="112">
                  <c:v>43932</c:v>
                </c:pt>
                <c:pt idx="113">
                  <c:v>43962</c:v>
                </c:pt>
                <c:pt idx="114">
                  <c:v>43993</c:v>
                </c:pt>
                <c:pt idx="115">
                  <c:v>44023</c:v>
                </c:pt>
                <c:pt idx="116">
                  <c:v>44054</c:v>
                </c:pt>
                <c:pt idx="117">
                  <c:v>44085</c:v>
                </c:pt>
                <c:pt idx="118">
                  <c:v>44115</c:v>
                </c:pt>
                <c:pt idx="119">
                  <c:v>44146</c:v>
                </c:pt>
                <c:pt idx="120">
                  <c:v>44176</c:v>
                </c:pt>
                <c:pt idx="121">
                  <c:v>44207</c:v>
                </c:pt>
                <c:pt idx="122">
                  <c:v>44238</c:v>
                </c:pt>
                <c:pt idx="123">
                  <c:v>44266</c:v>
                </c:pt>
                <c:pt idx="124">
                  <c:v>44297</c:v>
                </c:pt>
                <c:pt idx="125">
                  <c:v>44327</c:v>
                </c:pt>
                <c:pt idx="126">
                  <c:v>44358</c:v>
                </c:pt>
                <c:pt idx="127">
                  <c:v>44388</c:v>
                </c:pt>
                <c:pt idx="128">
                  <c:v>44419</c:v>
                </c:pt>
                <c:pt idx="129">
                  <c:v>44450</c:v>
                </c:pt>
                <c:pt idx="130">
                  <c:v>44480</c:v>
                </c:pt>
                <c:pt idx="131">
                  <c:v>44511</c:v>
                </c:pt>
                <c:pt idx="132">
                  <c:v>44541</c:v>
                </c:pt>
                <c:pt idx="133">
                  <c:v>44572</c:v>
                </c:pt>
                <c:pt idx="134">
                  <c:v>44603</c:v>
                </c:pt>
                <c:pt idx="135">
                  <c:v>44631</c:v>
                </c:pt>
                <c:pt idx="136">
                  <c:v>44662</c:v>
                </c:pt>
                <c:pt idx="137">
                  <c:v>44692</c:v>
                </c:pt>
                <c:pt idx="138">
                  <c:v>44723</c:v>
                </c:pt>
                <c:pt idx="139">
                  <c:v>44753</c:v>
                </c:pt>
                <c:pt idx="140">
                  <c:v>44784</c:v>
                </c:pt>
                <c:pt idx="141">
                  <c:v>44815</c:v>
                </c:pt>
                <c:pt idx="142">
                  <c:v>44845</c:v>
                </c:pt>
                <c:pt idx="143">
                  <c:v>44876</c:v>
                </c:pt>
                <c:pt idx="144">
                  <c:v>44906</c:v>
                </c:pt>
                <c:pt idx="145">
                  <c:v>44937</c:v>
                </c:pt>
                <c:pt idx="146">
                  <c:v>44968</c:v>
                </c:pt>
                <c:pt idx="147">
                  <c:v>44996</c:v>
                </c:pt>
                <c:pt idx="148">
                  <c:v>45027</c:v>
                </c:pt>
                <c:pt idx="149">
                  <c:v>45057</c:v>
                </c:pt>
                <c:pt idx="150">
                  <c:v>45088</c:v>
                </c:pt>
                <c:pt idx="151">
                  <c:v>45118</c:v>
                </c:pt>
                <c:pt idx="152">
                  <c:v>45149</c:v>
                </c:pt>
                <c:pt idx="153">
                  <c:v>45180</c:v>
                </c:pt>
                <c:pt idx="154">
                  <c:v>45210</c:v>
                </c:pt>
                <c:pt idx="155">
                  <c:v>45241</c:v>
                </c:pt>
                <c:pt idx="156">
                  <c:v>45271</c:v>
                </c:pt>
                <c:pt idx="157">
                  <c:v>45302</c:v>
                </c:pt>
                <c:pt idx="158">
                  <c:v>45333</c:v>
                </c:pt>
                <c:pt idx="159">
                  <c:v>45362</c:v>
                </c:pt>
                <c:pt idx="160">
                  <c:v>45393</c:v>
                </c:pt>
                <c:pt idx="161">
                  <c:v>45423</c:v>
                </c:pt>
                <c:pt idx="162">
                  <c:v>45454</c:v>
                </c:pt>
                <c:pt idx="163">
                  <c:v>45484</c:v>
                </c:pt>
                <c:pt idx="164">
                  <c:v>45515</c:v>
                </c:pt>
                <c:pt idx="165">
                  <c:v>45546</c:v>
                </c:pt>
                <c:pt idx="166">
                  <c:v>45576</c:v>
                </c:pt>
                <c:pt idx="167">
                  <c:v>45607</c:v>
                </c:pt>
                <c:pt idx="168">
                  <c:v>45637</c:v>
                </c:pt>
                <c:pt idx="169">
                  <c:v>45668</c:v>
                </c:pt>
                <c:pt idx="170">
                  <c:v>45699</c:v>
                </c:pt>
                <c:pt idx="171">
                  <c:v>45727</c:v>
                </c:pt>
                <c:pt idx="172">
                  <c:v>45758</c:v>
                </c:pt>
                <c:pt idx="173">
                  <c:v>45788</c:v>
                </c:pt>
                <c:pt idx="174">
                  <c:v>45819</c:v>
                </c:pt>
                <c:pt idx="175">
                  <c:v>45849</c:v>
                </c:pt>
                <c:pt idx="176">
                  <c:v>45880</c:v>
                </c:pt>
                <c:pt idx="177">
                  <c:v>45911</c:v>
                </c:pt>
                <c:pt idx="178">
                  <c:v>45941</c:v>
                </c:pt>
                <c:pt idx="179">
                  <c:v>45972</c:v>
                </c:pt>
                <c:pt idx="180">
                  <c:v>46002</c:v>
                </c:pt>
              </c:numCache>
            </c:numRef>
          </c:cat>
          <c:val>
            <c:numRef>
              <c:f>Feuil1!$F$3:$F$183</c:f>
              <c:numCache>
                <c:formatCode>General</c:formatCode>
                <c:ptCount val="181"/>
                <c:pt idx="0">
                  <c:v>1.212</c:v>
                </c:pt>
                <c:pt idx="1">
                  <c:v>1.222</c:v>
                </c:pt>
                <c:pt idx="2">
                  <c:v>1.2030000000000001</c:v>
                </c:pt>
                <c:pt idx="3">
                  <c:v>1.2030000000000001</c:v>
                </c:pt>
                <c:pt idx="4">
                  <c:v>1.236</c:v>
                </c:pt>
                <c:pt idx="5">
                  <c:v>1.2330000000000001</c:v>
                </c:pt>
                <c:pt idx="6">
                  <c:v>1.27</c:v>
                </c:pt>
                <c:pt idx="7">
                  <c:v>1.21</c:v>
                </c:pt>
                <c:pt idx="8">
                  <c:v>1.159</c:v>
                </c:pt>
                <c:pt idx="9">
                  <c:v>1.2150000000000001</c:v>
                </c:pt>
                <c:pt idx="10">
                  <c:v>1.1599999999999999</c:v>
                </c:pt>
                <c:pt idx="11">
                  <c:v>1.1539999999999999</c:v>
                </c:pt>
                <c:pt idx="12">
                  <c:v>1.135</c:v>
                </c:pt>
                <c:pt idx="13">
                  <c:v>1.127</c:v>
                </c:pt>
                <c:pt idx="14">
                  <c:v>1.1579999999999999</c:v>
                </c:pt>
                <c:pt idx="15">
                  <c:v>1.147</c:v>
                </c:pt>
                <c:pt idx="16">
                  <c:v>1.145</c:v>
                </c:pt>
                <c:pt idx="17">
                  <c:v>1.1479999999999999</c:v>
                </c:pt>
                <c:pt idx="18">
                  <c:v>1.141</c:v>
                </c:pt>
                <c:pt idx="19">
                  <c:v>1.143</c:v>
                </c:pt>
                <c:pt idx="20">
                  <c:v>1.1279999999999999</c:v>
                </c:pt>
                <c:pt idx="21">
                  <c:v>1.1579999999999999</c:v>
                </c:pt>
                <c:pt idx="22">
                  <c:v>1.161</c:v>
                </c:pt>
                <c:pt idx="23">
                  <c:v>1.1619999999999999</c:v>
                </c:pt>
                <c:pt idx="24">
                  <c:v>1.145</c:v>
                </c:pt>
                <c:pt idx="25">
                  <c:v>1.173</c:v>
                </c:pt>
                <c:pt idx="26">
                  <c:v>1.1659999999999999</c:v>
                </c:pt>
                <c:pt idx="27">
                  <c:v>1.181</c:v>
                </c:pt>
                <c:pt idx="28">
                  <c:v>1.1759999999999999</c:v>
                </c:pt>
                <c:pt idx="29">
                  <c:v>1.1830000000000001</c:v>
                </c:pt>
                <c:pt idx="30">
                  <c:v>1.1830000000000001</c:v>
                </c:pt>
                <c:pt idx="31">
                  <c:v>1.173</c:v>
                </c:pt>
                <c:pt idx="32">
                  <c:v>1.1739999999999999</c:v>
                </c:pt>
                <c:pt idx="33">
                  <c:v>1.1679999999999999</c:v>
                </c:pt>
                <c:pt idx="34">
                  <c:v>1.177</c:v>
                </c:pt>
                <c:pt idx="35">
                  <c:v>1.163</c:v>
                </c:pt>
                <c:pt idx="36">
                  <c:v>1.1539999999999999</c:v>
                </c:pt>
                <c:pt idx="37">
                  <c:v>1.1519999999999999</c:v>
                </c:pt>
                <c:pt idx="38">
                  <c:v>1.1539999999999999</c:v>
                </c:pt>
                <c:pt idx="39">
                  <c:v>1.177</c:v>
                </c:pt>
                <c:pt idx="40">
                  <c:v>1.1399999999999999</c:v>
                </c:pt>
                <c:pt idx="41">
                  <c:v>1.1220000000000001</c:v>
                </c:pt>
                <c:pt idx="42">
                  <c:v>1.1120000000000001</c:v>
                </c:pt>
                <c:pt idx="43">
                  <c:v>1.1140000000000001</c:v>
                </c:pt>
                <c:pt idx="44">
                  <c:v>1.083</c:v>
                </c:pt>
                <c:pt idx="45">
                  <c:v>1.089</c:v>
                </c:pt>
                <c:pt idx="46">
                  <c:v>1.0840000000000001</c:v>
                </c:pt>
                <c:pt idx="47">
                  <c:v>1.0900000000000001</c:v>
                </c:pt>
                <c:pt idx="48">
                  <c:v>1.0940000000000001</c:v>
                </c:pt>
                <c:pt idx="49">
                  <c:v>1.0980000000000001</c:v>
                </c:pt>
                <c:pt idx="50">
                  <c:v>1.075</c:v>
                </c:pt>
                <c:pt idx="51">
                  <c:v>1.0660000000000001</c:v>
                </c:pt>
                <c:pt idx="52">
                  <c:v>1.0349999999999999</c:v>
                </c:pt>
                <c:pt idx="53">
                  <c:v>1.052</c:v>
                </c:pt>
                <c:pt idx="54">
                  <c:v>1.0820000000000001</c:v>
                </c:pt>
                <c:pt idx="55">
                  <c:v>1.0840000000000001</c:v>
                </c:pt>
                <c:pt idx="56">
                  <c:v>1.0720000000000001</c:v>
                </c:pt>
                <c:pt idx="57">
                  <c:v>1.0760000000000001</c:v>
                </c:pt>
                <c:pt idx="58">
                  <c:v>1.0509999999999999</c:v>
                </c:pt>
                <c:pt idx="59">
                  <c:v>1.038</c:v>
                </c:pt>
                <c:pt idx="60">
                  <c:v>1.0609999999999999</c:v>
                </c:pt>
                <c:pt idx="61">
                  <c:v>1.1040000000000001</c:v>
                </c:pt>
                <c:pt idx="62">
                  <c:v>1.0569999999999999</c:v>
                </c:pt>
                <c:pt idx="63">
                  <c:v>1.0720000000000001</c:v>
                </c:pt>
                <c:pt idx="64">
                  <c:v>1.0820000000000001</c:v>
                </c:pt>
                <c:pt idx="65">
                  <c:v>1.0529999999999999</c:v>
                </c:pt>
                <c:pt idx="66">
                  <c:v>1.052</c:v>
                </c:pt>
                <c:pt idx="67">
                  <c:v>1.016</c:v>
                </c:pt>
                <c:pt idx="68">
                  <c:v>1.0640000000000001</c:v>
                </c:pt>
                <c:pt idx="69">
                  <c:v>1.0640000000000001</c:v>
                </c:pt>
                <c:pt idx="70">
                  <c:v>1.0609999999999999</c:v>
                </c:pt>
                <c:pt idx="71">
                  <c:v>1.07</c:v>
                </c:pt>
                <c:pt idx="72">
                  <c:v>1.071</c:v>
                </c:pt>
                <c:pt idx="73">
                  <c:v>1.073</c:v>
                </c:pt>
                <c:pt idx="74">
                  <c:v>1.091</c:v>
                </c:pt>
                <c:pt idx="75">
                  <c:v>1.0860000000000001</c:v>
                </c:pt>
                <c:pt idx="76">
                  <c:v>1.083</c:v>
                </c:pt>
                <c:pt idx="77">
                  <c:v>1.103</c:v>
                </c:pt>
                <c:pt idx="78">
                  <c:v>1.1000000000000001</c:v>
                </c:pt>
                <c:pt idx="79">
                  <c:v>1.095</c:v>
                </c:pt>
                <c:pt idx="80">
                  <c:v>1.093</c:v>
                </c:pt>
                <c:pt idx="81">
                  <c:v>1.107</c:v>
                </c:pt>
                <c:pt idx="82">
                  <c:v>1.0920000000000001</c:v>
                </c:pt>
                <c:pt idx="83">
                  <c:v>1.0840000000000001</c:v>
                </c:pt>
                <c:pt idx="84">
                  <c:v>1.1000000000000001</c:v>
                </c:pt>
                <c:pt idx="85">
                  <c:v>1.1279999999999999</c:v>
                </c:pt>
                <c:pt idx="86">
                  <c:v>1.139</c:v>
                </c:pt>
                <c:pt idx="87">
                  <c:v>1.169</c:v>
                </c:pt>
                <c:pt idx="88">
                  <c:v>1.1919999999999999</c:v>
                </c:pt>
                <c:pt idx="89">
                  <c:v>1.2010000000000001</c:v>
                </c:pt>
                <c:pt idx="90">
                  <c:v>1.2190000000000001</c:v>
                </c:pt>
                <c:pt idx="91">
                  <c:v>1.212</c:v>
                </c:pt>
                <c:pt idx="92">
                  <c:v>1.2050000000000001</c:v>
                </c:pt>
                <c:pt idx="93">
                  <c:v>1.222</c:v>
                </c:pt>
                <c:pt idx="94">
                  <c:v>1.1879999999999999</c:v>
                </c:pt>
                <c:pt idx="95">
                  <c:v>1.18</c:v>
                </c:pt>
                <c:pt idx="96">
                  <c:v>1.159</c:v>
                </c:pt>
                <c:pt idx="97">
                  <c:v>1.1459999999999999</c:v>
                </c:pt>
                <c:pt idx="98">
                  <c:v>1.135</c:v>
                </c:pt>
                <c:pt idx="99">
                  <c:v>1.145</c:v>
                </c:pt>
                <c:pt idx="100">
                  <c:v>1.133</c:v>
                </c:pt>
                <c:pt idx="101">
                  <c:v>1.141</c:v>
                </c:pt>
                <c:pt idx="102">
                  <c:v>1.129</c:v>
                </c:pt>
                <c:pt idx="103">
                  <c:v>1.111</c:v>
                </c:pt>
                <c:pt idx="104">
                  <c:v>1.1240000000000001</c:v>
                </c:pt>
                <c:pt idx="105">
                  <c:v>1.113</c:v>
                </c:pt>
                <c:pt idx="106">
                  <c:v>1.1060000000000001</c:v>
                </c:pt>
                <c:pt idx="107">
                  <c:v>1.1359999999999999</c:v>
                </c:pt>
                <c:pt idx="108">
                  <c:v>1.161</c:v>
                </c:pt>
                <c:pt idx="109">
                  <c:v>1.143</c:v>
                </c:pt>
                <c:pt idx="110">
                  <c:v>1.145</c:v>
                </c:pt>
                <c:pt idx="111">
                  <c:v>1.1379999999999999</c:v>
                </c:pt>
                <c:pt idx="112">
                  <c:v>1.079</c:v>
                </c:pt>
                <c:pt idx="113">
                  <c:v>1.1579999999999999</c:v>
                </c:pt>
                <c:pt idx="114">
                  <c:v>1.1879999999999999</c:v>
                </c:pt>
                <c:pt idx="115">
                  <c:v>1.2150000000000001</c:v>
                </c:pt>
                <c:pt idx="116">
                  <c:v>1.2010000000000001</c:v>
                </c:pt>
                <c:pt idx="117">
                  <c:v>1.2210000000000001</c:v>
                </c:pt>
                <c:pt idx="118">
                  <c:v>1.254</c:v>
                </c:pt>
                <c:pt idx="119">
                  <c:v>1.232</c:v>
                </c:pt>
                <c:pt idx="120">
                  <c:v>1.23</c:v>
                </c:pt>
                <c:pt idx="121">
                  <c:v>1.2649999999999999</c:v>
                </c:pt>
                <c:pt idx="122">
                  <c:v>1.294</c:v>
                </c:pt>
                <c:pt idx="123">
                  <c:v>1.3129999999999999</c:v>
                </c:pt>
                <c:pt idx="124">
                  <c:v>1.2929999999999999</c:v>
                </c:pt>
                <c:pt idx="125">
                  <c:v>1.3180000000000001</c:v>
                </c:pt>
                <c:pt idx="126">
                  <c:v>1.304</c:v>
                </c:pt>
                <c:pt idx="127">
                  <c:v>1.369</c:v>
                </c:pt>
                <c:pt idx="128">
                  <c:v>1.357</c:v>
                </c:pt>
                <c:pt idx="129">
                  <c:v>1.3440000000000001</c:v>
                </c:pt>
                <c:pt idx="130">
                  <c:v>1.2450000000000001</c:v>
                </c:pt>
                <c:pt idx="131">
                  <c:v>1.224</c:v>
                </c:pt>
                <c:pt idx="132">
                  <c:v>1.181</c:v>
                </c:pt>
                <c:pt idx="133">
                  <c:v>1.159</c:v>
                </c:pt>
                <c:pt idx="134">
                  <c:v>1.109</c:v>
                </c:pt>
                <c:pt idx="135">
                  <c:v>1.1200000000000001</c:v>
                </c:pt>
                <c:pt idx="136">
                  <c:v>1.143</c:v>
                </c:pt>
                <c:pt idx="137">
                  <c:v>1.1319999999999999</c:v>
                </c:pt>
                <c:pt idx="138">
                  <c:v>1.115</c:v>
                </c:pt>
                <c:pt idx="139">
                  <c:v>1.1060000000000001</c:v>
                </c:pt>
                <c:pt idx="140">
                  <c:v>1.119</c:v>
                </c:pt>
                <c:pt idx="141">
                  <c:v>1.1100000000000001</c:v>
                </c:pt>
                <c:pt idx="142">
                  <c:v>1.1220000000000001</c:v>
                </c:pt>
                <c:pt idx="143">
                  <c:v>1.143</c:v>
                </c:pt>
                <c:pt idx="144">
                  <c:v>1.1040000000000001</c:v>
                </c:pt>
                <c:pt idx="145">
                  <c:v>1.107</c:v>
                </c:pt>
                <c:pt idx="146">
                  <c:v>1.119</c:v>
                </c:pt>
                <c:pt idx="147">
                  <c:v>1.125</c:v>
                </c:pt>
                <c:pt idx="148">
                  <c:v>1.048</c:v>
                </c:pt>
                <c:pt idx="149">
                  <c:v>1.048</c:v>
                </c:pt>
                <c:pt idx="150">
                  <c:v>1.048</c:v>
                </c:pt>
                <c:pt idx="151">
                  <c:v>1.034</c:v>
                </c:pt>
                <c:pt idx="152">
                  <c:v>1.05</c:v>
                </c:pt>
                <c:pt idx="153">
                  <c:v>1.0389999999999999</c:v>
                </c:pt>
                <c:pt idx="154">
                  <c:v>1.004</c:v>
                </c:pt>
                <c:pt idx="155">
                  <c:v>1.0029999999999999</c:v>
                </c:pt>
                <c:pt idx="156">
                  <c:v>0.99199999999999999</c:v>
                </c:pt>
                <c:pt idx="157">
                  <c:v>0.999</c:v>
                </c:pt>
                <c:pt idx="158">
                  <c:v>0.96299999999999997</c:v>
                </c:pt>
                <c:pt idx="159">
                  <c:v>0.96299999999999997</c:v>
                </c:pt>
                <c:pt idx="160">
                  <c:v>0.96099999999999997</c:v>
                </c:pt>
                <c:pt idx="161">
                  <c:v>0.95499999999999996</c:v>
                </c:pt>
                <c:pt idx="162">
                  <c:v>0.97099999999999997</c:v>
                </c:pt>
                <c:pt idx="163">
                  <c:v>0.96399999999999997</c:v>
                </c:pt>
                <c:pt idx="164">
                  <c:v>0.96199999999999997</c:v>
                </c:pt>
                <c:pt idx="165">
                  <c:v>0.95399999999999996</c:v>
                </c:pt>
                <c:pt idx="166">
                  <c:v>0.95899999999999996</c:v>
                </c:pt>
                <c:pt idx="167">
                  <c:v>0.95199999999999996</c:v>
                </c:pt>
                <c:pt idx="168">
                  <c:v>0.95199999999999996</c:v>
                </c:pt>
                <c:pt idx="169">
                  <c:v>0.95399999999999996</c:v>
                </c:pt>
                <c:pt idx="170">
                  <c:v>0.94099999999999995</c:v>
                </c:pt>
                <c:pt idx="171">
                  <c:v>0.90700000000000003</c:v>
                </c:pt>
                <c:pt idx="172">
                  <c:v>0.93400000000000005</c:v>
                </c:pt>
                <c:pt idx="173">
                  <c:v>0.94399999999999995</c:v>
                </c:pt>
                <c:pt idx="174">
                  <c:v>0.94399999999999995</c:v>
                </c:pt>
                <c:pt idx="175">
                  <c:v>0.93899999999999995</c:v>
                </c:pt>
                <c:pt idx="176">
                  <c:v>0.94799999999999995</c:v>
                </c:pt>
                <c:pt idx="177">
                  <c:v>0.93899999999999995</c:v>
                </c:pt>
                <c:pt idx="178">
                  <c:v>0.92400000000000004</c:v>
                </c:pt>
                <c:pt idx="179">
                  <c:v>0.91800000000000004</c:v>
                </c:pt>
                <c:pt idx="180">
                  <c:v>0.91400000000000003</c:v>
                </c:pt>
              </c:numCache>
            </c:numRef>
          </c:val>
          <c:smooth val="0"/>
          <c:extLst>
            <c:ext xmlns:c16="http://schemas.microsoft.com/office/drawing/2014/chart" uri="{C3380CC4-5D6E-409C-BE32-E72D297353CC}">
              <c16:uniqueId val="{00000000-A6A8-4425-BAA3-94946988288C}"/>
            </c:ext>
          </c:extLst>
        </c:ser>
        <c:dLbls>
          <c:showLegendKey val="0"/>
          <c:showVal val="0"/>
          <c:showCatName val="0"/>
          <c:showSerName val="0"/>
          <c:showPercent val="0"/>
          <c:showBubbleSize val="0"/>
        </c:dLbls>
        <c:smooth val="0"/>
        <c:axId val="1837117167"/>
        <c:axId val="1837141647"/>
      </c:lineChart>
      <c:dateAx>
        <c:axId val="1837117167"/>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fr-FR"/>
          </a:p>
        </c:txPr>
        <c:crossAx val="1837141647"/>
        <c:crosses val="autoZero"/>
        <c:auto val="1"/>
        <c:lblOffset val="100"/>
        <c:baseTimeUnit val="months"/>
        <c:majorUnit val="12"/>
        <c:majorTimeUnit val="months"/>
      </c:dateAx>
      <c:valAx>
        <c:axId val="1837141647"/>
        <c:scaling>
          <c:orientation val="minMax"/>
          <c:min val="0.9"/>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fr-FR"/>
          </a:p>
        </c:txPr>
        <c:crossAx val="1837117167"/>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1">
          <a:solidFill>
            <a:schemeClr val="tx1"/>
          </a:solidFill>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FD77FC85-F415-4A8E-82B6-3C1A9025040A}" type="datetimeFigureOut">
              <a:rPr lang="fr-FR" smtClean="0"/>
              <a:t>18/02/2026</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539693B2-705F-4A31-A8FA-B417D338BCA6}" type="slidenum">
              <a:rPr lang="fr-FR" smtClean="0"/>
              <a:t>‹N°›</a:t>
            </a:fld>
            <a:endParaRPr lang="fr-FR"/>
          </a:p>
        </p:txBody>
      </p:sp>
    </p:spTree>
    <p:extLst>
      <p:ext uri="{BB962C8B-B14F-4D97-AF65-F5344CB8AC3E}">
        <p14:creationId xmlns:p14="http://schemas.microsoft.com/office/powerpoint/2010/main" val="4148631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bleue)">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B9E056-48A3-405D-81C9-A088594EAD3B}"/>
              </a:ext>
            </a:extLst>
          </p:cNvPr>
          <p:cNvSpPr>
            <a:spLocks noGrp="1"/>
          </p:cNvSpPr>
          <p:nvPr>
            <p:ph type="ctrTitle" hasCustomPrompt="1"/>
          </p:nvPr>
        </p:nvSpPr>
        <p:spPr>
          <a:xfrm>
            <a:off x="610626" y="2308030"/>
            <a:ext cx="6110258" cy="2206800"/>
          </a:xfrm>
        </p:spPr>
        <p:txBody>
          <a:bodyPr lIns="0" tIns="0" rIns="0" bIns="0" anchor="b">
            <a:normAutofit/>
          </a:bodyPr>
          <a:lstStyle>
            <a:lvl1pPr algn="l">
              <a:defRPr sz="3600" b="0" i="0" baseline="0">
                <a:solidFill>
                  <a:schemeClr val="bg1"/>
                </a:solidFill>
                <a:latin typeface="Gotham Office" panose="02000000000000000000" pitchFamily="2" charset="0"/>
              </a:defRPr>
            </a:lvl1pPr>
          </a:lstStyle>
          <a:p>
            <a:r>
              <a:rPr lang="fr-FR" dirty="0"/>
              <a:t>Titre de la présentation</a:t>
            </a:r>
          </a:p>
        </p:txBody>
      </p:sp>
      <p:sp>
        <p:nvSpPr>
          <p:cNvPr id="6" name="Espace réservé du numéro de diapositive 5">
            <a:extLst>
              <a:ext uri="{FF2B5EF4-FFF2-40B4-BE49-F238E27FC236}">
                <a16:creationId xmlns:a16="http://schemas.microsoft.com/office/drawing/2014/main" id="{AA350CD4-104A-44AE-82BC-598C155DBB58}"/>
              </a:ext>
            </a:extLst>
          </p:cNvPr>
          <p:cNvSpPr>
            <a:spLocks noGrp="1"/>
          </p:cNvSpPr>
          <p:nvPr>
            <p:ph type="sldNum" sz="quarter" idx="12"/>
          </p:nvPr>
        </p:nvSpPr>
        <p:spPr>
          <a:xfrm>
            <a:off x="13466372" y="7058435"/>
            <a:ext cx="0" cy="0"/>
          </a:xfrm>
        </p:spPr>
        <p:txBody>
          <a:bodyPr/>
          <a:lstStyle>
            <a:lvl1pPr>
              <a:defRPr sz="100" b="0" i="0">
                <a:noFill/>
                <a:latin typeface="Gotham Office" panose="02000000000000000000" pitchFamily="2" charset="0"/>
              </a:defRPr>
            </a:lvl1pPr>
          </a:lstStyle>
          <a:p>
            <a:fld id="{E4361461-078F-48AF-88AE-4D21A9B65272}" type="slidenum">
              <a:rPr lang="fr-FR" smtClean="0"/>
              <a:pPr/>
              <a:t>‹N°›</a:t>
            </a:fld>
            <a:endParaRPr lang="fr-FR" dirty="0"/>
          </a:p>
        </p:txBody>
      </p:sp>
      <p:cxnSp>
        <p:nvCxnSpPr>
          <p:cNvPr id="11" name="Connecteur droit 10">
            <a:extLst>
              <a:ext uri="{FF2B5EF4-FFF2-40B4-BE49-F238E27FC236}">
                <a16:creationId xmlns:a16="http://schemas.microsoft.com/office/drawing/2014/main" id="{A8C6F299-764F-EEF1-A64C-55DE7526C840}"/>
              </a:ext>
            </a:extLst>
          </p:cNvPr>
          <p:cNvCxnSpPr/>
          <p:nvPr userDrawn="1"/>
        </p:nvCxnSpPr>
        <p:spPr>
          <a:xfrm>
            <a:off x="610626" y="4977863"/>
            <a:ext cx="824937"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Espace réservé du texte 17">
            <a:extLst>
              <a:ext uri="{FF2B5EF4-FFF2-40B4-BE49-F238E27FC236}">
                <a16:creationId xmlns:a16="http://schemas.microsoft.com/office/drawing/2014/main" id="{4716F37E-8308-42C3-1DB6-FC0A87EF524C}"/>
              </a:ext>
            </a:extLst>
          </p:cNvPr>
          <p:cNvSpPr>
            <a:spLocks noGrp="1"/>
          </p:cNvSpPr>
          <p:nvPr>
            <p:ph type="body" sz="quarter" idx="13" hasCustomPrompt="1"/>
          </p:nvPr>
        </p:nvSpPr>
        <p:spPr>
          <a:xfrm>
            <a:off x="610627" y="5527460"/>
            <a:ext cx="2707599" cy="236223"/>
          </a:xfrm>
        </p:spPr>
        <p:txBody>
          <a:bodyPr>
            <a:normAutofit/>
          </a:bodyPr>
          <a:lstStyle>
            <a:lvl1pPr>
              <a:defRPr sz="1600" b="0">
                <a:solidFill>
                  <a:schemeClr val="tx2"/>
                </a:solidFill>
                <a:latin typeface="+mj-lt"/>
              </a:defRPr>
            </a:lvl1pPr>
          </a:lstStyle>
          <a:p>
            <a:pPr lvl="0"/>
            <a:r>
              <a:rPr lang="fr-FR" dirty="0"/>
              <a:t>Date</a:t>
            </a:r>
          </a:p>
        </p:txBody>
      </p:sp>
      <p:pic>
        <p:nvPicPr>
          <p:cNvPr id="9" name="Graphique 8">
            <a:extLst>
              <a:ext uri="{FF2B5EF4-FFF2-40B4-BE49-F238E27FC236}">
                <a16:creationId xmlns:a16="http://schemas.microsoft.com/office/drawing/2014/main" id="{0639D133-C205-9771-5EF1-21D5BFE2C163}"/>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136"/>
          <a:stretch/>
        </p:blipFill>
        <p:spPr>
          <a:xfrm>
            <a:off x="7947296" y="0"/>
            <a:ext cx="5492479" cy="7561856"/>
          </a:xfrm>
          <a:prstGeom prst="rect">
            <a:avLst/>
          </a:prstGeom>
        </p:spPr>
      </p:pic>
      <p:pic>
        <p:nvPicPr>
          <p:cNvPr id="4" name="Logo EdR">
            <a:extLst>
              <a:ext uri="{FF2B5EF4-FFF2-40B4-BE49-F238E27FC236}">
                <a16:creationId xmlns:a16="http://schemas.microsoft.com/office/drawing/2014/main" id="{5DDC79A1-2D59-CAAA-DA2D-7C7C35C4A73D}"/>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934" y="472286"/>
            <a:ext cx="3270325" cy="930338"/>
          </a:xfrm>
          <a:prstGeom prst="rect">
            <a:avLst/>
          </a:prstGeom>
        </p:spPr>
      </p:pic>
    </p:spTree>
    <p:extLst>
      <p:ext uri="{BB962C8B-B14F-4D97-AF65-F5344CB8AC3E}">
        <p14:creationId xmlns:p14="http://schemas.microsoft.com/office/powerpoint/2010/main" val="684598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uverture (blanch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B9E056-48A3-405D-81C9-A088594EAD3B}"/>
              </a:ext>
            </a:extLst>
          </p:cNvPr>
          <p:cNvSpPr>
            <a:spLocks noGrp="1"/>
          </p:cNvSpPr>
          <p:nvPr>
            <p:ph type="ctrTitle" hasCustomPrompt="1"/>
          </p:nvPr>
        </p:nvSpPr>
        <p:spPr>
          <a:xfrm>
            <a:off x="610626" y="2308030"/>
            <a:ext cx="6110258" cy="2206800"/>
          </a:xfrm>
          <a:noFill/>
        </p:spPr>
        <p:txBody>
          <a:bodyPr lIns="0" tIns="0" rIns="0" bIns="0" anchor="b">
            <a:normAutofit/>
          </a:bodyPr>
          <a:lstStyle>
            <a:lvl1pPr algn="l">
              <a:defRPr sz="3600" b="0" i="0" baseline="0">
                <a:solidFill>
                  <a:schemeClr val="bg2"/>
                </a:solidFill>
                <a:latin typeface="Gotham Office" panose="02000000000000000000" pitchFamily="2" charset="0"/>
              </a:defRPr>
            </a:lvl1pPr>
          </a:lstStyle>
          <a:p>
            <a:r>
              <a:rPr lang="fr-FR" dirty="0"/>
              <a:t>Titre de la présentation</a:t>
            </a:r>
          </a:p>
        </p:txBody>
      </p:sp>
      <p:sp>
        <p:nvSpPr>
          <p:cNvPr id="6" name="Espace réservé du numéro de diapositive 5">
            <a:extLst>
              <a:ext uri="{FF2B5EF4-FFF2-40B4-BE49-F238E27FC236}">
                <a16:creationId xmlns:a16="http://schemas.microsoft.com/office/drawing/2014/main" id="{AA350CD4-104A-44AE-82BC-598C155DBB58}"/>
              </a:ext>
            </a:extLst>
          </p:cNvPr>
          <p:cNvSpPr>
            <a:spLocks noGrp="1"/>
          </p:cNvSpPr>
          <p:nvPr>
            <p:ph type="sldNum" sz="quarter" idx="12"/>
          </p:nvPr>
        </p:nvSpPr>
        <p:spPr>
          <a:xfrm>
            <a:off x="13466372" y="7058435"/>
            <a:ext cx="0" cy="0"/>
          </a:xfrm>
        </p:spPr>
        <p:txBody>
          <a:bodyPr/>
          <a:lstStyle>
            <a:lvl1pPr>
              <a:defRPr sz="100" b="0" i="0">
                <a:noFill/>
                <a:latin typeface="Gotham Office" panose="02000000000000000000" pitchFamily="2" charset="0"/>
              </a:defRPr>
            </a:lvl1pPr>
          </a:lstStyle>
          <a:p>
            <a:fld id="{E4361461-078F-48AF-88AE-4D21A9B65272}" type="slidenum">
              <a:rPr lang="fr-FR" smtClean="0"/>
              <a:pPr/>
              <a:t>‹N°›</a:t>
            </a:fld>
            <a:endParaRPr lang="fr-FR" dirty="0"/>
          </a:p>
        </p:txBody>
      </p:sp>
      <p:cxnSp>
        <p:nvCxnSpPr>
          <p:cNvPr id="11" name="Connecteur droit 10">
            <a:extLst>
              <a:ext uri="{FF2B5EF4-FFF2-40B4-BE49-F238E27FC236}">
                <a16:creationId xmlns:a16="http://schemas.microsoft.com/office/drawing/2014/main" id="{A8C6F299-764F-EEF1-A64C-55DE7526C840}"/>
              </a:ext>
            </a:extLst>
          </p:cNvPr>
          <p:cNvCxnSpPr/>
          <p:nvPr userDrawn="1"/>
        </p:nvCxnSpPr>
        <p:spPr>
          <a:xfrm>
            <a:off x="610626" y="4977863"/>
            <a:ext cx="824937" cy="0"/>
          </a:xfrm>
          <a:prstGeom prst="line">
            <a:avLst/>
          </a:prstGeom>
          <a:ln w="1270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 name="Espace réservé du texte 17">
            <a:extLst>
              <a:ext uri="{FF2B5EF4-FFF2-40B4-BE49-F238E27FC236}">
                <a16:creationId xmlns:a16="http://schemas.microsoft.com/office/drawing/2014/main" id="{848C65CB-EC1D-5C70-6B22-BCB4D6FBEFE9}"/>
              </a:ext>
            </a:extLst>
          </p:cNvPr>
          <p:cNvSpPr>
            <a:spLocks noGrp="1"/>
          </p:cNvSpPr>
          <p:nvPr>
            <p:ph type="body" sz="quarter" idx="13" hasCustomPrompt="1"/>
          </p:nvPr>
        </p:nvSpPr>
        <p:spPr>
          <a:xfrm>
            <a:off x="610627" y="5527460"/>
            <a:ext cx="2707599" cy="236223"/>
          </a:xfrm>
        </p:spPr>
        <p:txBody>
          <a:bodyPr>
            <a:normAutofit/>
          </a:bodyPr>
          <a:lstStyle>
            <a:lvl1pPr>
              <a:defRPr sz="1600" b="0">
                <a:solidFill>
                  <a:schemeClr val="tx2"/>
                </a:solidFill>
                <a:latin typeface="+mj-lt"/>
              </a:defRPr>
            </a:lvl1pPr>
          </a:lstStyle>
          <a:p>
            <a:pPr lvl="0"/>
            <a:r>
              <a:rPr lang="fr-FR" dirty="0"/>
              <a:t>[Date]</a:t>
            </a:r>
          </a:p>
        </p:txBody>
      </p:sp>
      <p:pic>
        <p:nvPicPr>
          <p:cNvPr id="3" name="Logo EdR">
            <a:extLst>
              <a:ext uri="{FF2B5EF4-FFF2-40B4-BE49-F238E27FC236}">
                <a16:creationId xmlns:a16="http://schemas.microsoft.com/office/drawing/2014/main" id="{D235BE1E-AC8F-7A78-5609-DF1F1DA70DD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936" y="472285"/>
            <a:ext cx="3368828" cy="930338"/>
          </a:xfrm>
          <a:prstGeom prst="rect">
            <a:avLst/>
          </a:prstGeom>
        </p:spPr>
      </p:pic>
      <p:pic>
        <p:nvPicPr>
          <p:cNvPr id="4" name="Graphique 3">
            <a:extLst>
              <a:ext uri="{FF2B5EF4-FFF2-40B4-BE49-F238E27FC236}">
                <a16:creationId xmlns:a16="http://schemas.microsoft.com/office/drawing/2014/main" id="{C66947CA-3ADE-C25F-BBD9-18EF970B1D0C}"/>
              </a:ext>
            </a:extLst>
          </p:cNvPr>
          <p:cNvPicPr>
            <a:picLocks noChangeAspect="1"/>
          </p:cNvPicPr>
          <p:nvPr userDrawn="1"/>
        </p:nvPicPr>
        <p:blipFill rotWithShape="1">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25136"/>
          <a:stretch/>
        </p:blipFill>
        <p:spPr>
          <a:xfrm>
            <a:off x="9059960" y="0"/>
            <a:ext cx="4366675" cy="7557171"/>
          </a:xfrm>
          <a:prstGeom prst="rect">
            <a:avLst/>
          </a:prstGeom>
        </p:spPr>
      </p:pic>
    </p:spTree>
    <p:extLst>
      <p:ext uri="{BB962C8B-B14F-4D97-AF65-F5344CB8AC3E}">
        <p14:creationId xmlns:p14="http://schemas.microsoft.com/office/powerpoint/2010/main" val="2878677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able des matières (bleue)">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a:xfrm>
            <a:off x="0" y="0"/>
            <a:ext cx="0" cy="0"/>
          </a:xfrm>
          <a:noFill/>
          <a:ln>
            <a:noFill/>
          </a:ln>
        </p:spPr>
        <p:txBody>
          <a:bodyPr lIns="0" tIns="0" rIns="0" bIns="0"/>
          <a:lstStyle>
            <a:lvl1pPr>
              <a:defRPr sz="100" b="0" i="0">
                <a:ln>
                  <a:noFill/>
                </a:ln>
                <a:noFill/>
                <a:latin typeface="Gotham Office" panose="02000000000000000000" pitchFamily="2" charset="0"/>
              </a:defRPr>
            </a:lvl1pPr>
          </a:lstStyle>
          <a:p>
            <a:fld id="{E4361461-078F-48AF-88AE-4D21A9B65272}" type="slidenum">
              <a:rPr lang="fr-FR" smtClean="0"/>
              <a:pPr/>
              <a:t>‹N°›</a:t>
            </a:fld>
            <a:endParaRPr lang="fr-FR" dirty="0"/>
          </a:p>
        </p:txBody>
      </p:sp>
      <p:sp>
        <p:nvSpPr>
          <p:cNvPr id="10" name="Footer">
            <a:extLst>
              <a:ext uri="{FF2B5EF4-FFF2-40B4-BE49-F238E27FC236}">
                <a16:creationId xmlns:a16="http://schemas.microsoft.com/office/drawing/2014/main" id="{51A7D621-A4C5-0811-ABBE-621E2AC19743}"/>
              </a:ext>
            </a:extLst>
          </p:cNvPr>
          <p:cNvSpPr txBox="1">
            <a:spLocks/>
          </p:cNvSpPr>
          <p:nvPr userDrawn="1"/>
        </p:nvSpPr>
        <p:spPr bwMode="gray">
          <a:xfrm>
            <a:off x="619300" y="7113668"/>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0" i="0" dirty="0">
                <a:solidFill>
                  <a:schemeClr val="tx2"/>
                </a:solidFill>
                <a:latin typeface="Gotham Office" panose="02000000000000000000" pitchFamily="2" charset="0"/>
              </a:rPr>
              <a:t>EDMOND DE ROTHSCHILD</a:t>
            </a:r>
          </a:p>
        </p:txBody>
      </p:sp>
      <p:sp>
        <p:nvSpPr>
          <p:cNvPr id="2" name="Titre 8">
            <a:extLst>
              <a:ext uri="{FF2B5EF4-FFF2-40B4-BE49-F238E27FC236}">
                <a16:creationId xmlns:a16="http://schemas.microsoft.com/office/drawing/2014/main" id="{F2D0682D-BB5B-47C9-242D-76D9A7942430}"/>
              </a:ext>
            </a:extLst>
          </p:cNvPr>
          <p:cNvSpPr>
            <a:spLocks noGrp="1"/>
          </p:cNvSpPr>
          <p:nvPr>
            <p:ph type="title" hasCustomPrompt="1"/>
          </p:nvPr>
        </p:nvSpPr>
        <p:spPr>
          <a:xfrm>
            <a:off x="619301" y="541084"/>
            <a:ext cx="12171932" cy="430887"/>
          </a:xfrm>
        </p:spPr>
        <p:txBody>
          <a:bodyPr/>
          <a:lstStyle>
            <a:lvl1pPr>
              <a:defRPr b="0" i="0">
                <a:latin typeface="Gotham Office" panose="02000000000000000000" pitchFamily="2" charset="0"/>
              </a:defRPr>
            </a:lvl1pPr>
          </a:lstStyle>
          <a:p>
            <a:r>
              <a:rPr lang="fr-FR" dirty="0"/>
              <a:t>Table des matières</a:t>
            </a:r>
          </a:p>
        </p:txBody>
      </p:sp>
      <p:sp>
        <p:nvSpPr>
          <p:cNvPr id="4" name="ZoneTexte 3">
            <a:extLst>
              <a:ext uri="{FF2B5EF4-FFF2-40B4-BE49-F238E27FC236}">
                <a16:creationId xmlns:a16="http://schemas.microsoft.com/office/drawing/2014/main" id="{ABDA23C5-878C-629F-7764-546F278B3AF8}"/>
              </a:ext>
            </a:extLst>
          </p:cNvPr>
          <p:cNvSpPr txBox="1"/>
          <p:nvPr userDrawn="1"/>
        </p:nvSpPr>
        <p:spPr>
          <a:xfrm>
            <a:off x="2692254" y="840757"/>
            <a:ext cx="0" cy="0"/>
          </a:xfrm>
          <a:prstGeom prst="rect">
            <a:avLst/>
          </a:prstGeom>
        </p:spPr>
        <p:txBody>
          <a:bodyPr vert="horz" wrap="none" lIns="0" tIns="0" rIns="0" bIns="0" rtlCol="0">
            <a:noAutofit/>
          </a:bodyPr>
          <a:lstStyle/>
          <a:p>
            <a:pPr algn="l">
              <a:spcBef>
                <a:spcPts val="600"/>
              </a:spcBef>
            </a:pPr>
            <a:endParaRPr lang="fr-FR" sz="1100" b="1" dirty="0" err="1"/>
          </a:p>
        </p:txBody>
      </p:sp>
    </p:spTree>
    <p:extLst>
      <p:ext uri="{BB962C8B-B14F-4D97-AF65-F5344CB8AC3E}">
        <p14:creationId xmlns:p14="http://schemas.microsoft.com/office/powerpoint/2010/main" val="1757886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able des matières (blanche)">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a:xfrm>
            <a:off x="0" y="0"/>
            <a:ext cx="0" cy="0"/>
          </a:xfrm>
          <a:noFill/>
          <a:ln>
            <a:noFill/>
          </a:ln>
        </p:spPr>
        <p:txBody>
          <a:bodyPr lIns="0" tIns="0" rIns="0" bIns="0"/>
          <a:lstStyle>
            <a:lvl1pPr>
              <a:defRPr sz="100" b="0" i="0">
                <a:ln>
                  <a:noFill/>
                </a:ln>
                <a:noFill/>
                <a:latin typeface="Gotham Office" panose="02000000000000000000" pitchFamily="2" charset="0"/>
              </a:defRPr>
            </a:lvl1pPr>
          </a:lstStyle>
          <a:p>
            <a:fld id="{E4361461-078F-48AF-88AE-4D21A9B65272}" type="slidenum">
              <a:rPr lang="fr-FR" smtClean="0"/>
              <a:pPr/>
              <a:t>‹N°›</a:t>
            </a:fld>
            <a:endParaRPr lang="fr-FR" dirty="0"/>
          </a:p>
        </p:txBody>
      </p:sp>
      <p:sp>
        <p:nvSpPr>
          <p:cNvPr id="10" name="Footer">
            <a:extLst>
              <a:ext uri="{FF2B5EF4-FFF2-40B4-BE49-F238E27FC236}">
                <a16:creationId xmlns:a16="http://schemas.microsoft.com/office/drawing/2014/main" id="{51A7D621-A4C5-0811-ABBE-621E2AC19743}"/>
              </a:ext>
            </a:extLst>
          </p:cNvPr>
          <p:cNvSpPr txBox="1">
            <a:spLocks/>
          </p:cNvSpPr>
          <p:nvPr userDrawn="1"/>
        </p:nvSpPr>
        <p:spPr bwMode="gray">
          <a:xfrm>
            <a:off x="619300" y="7113668"/>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0" i="0" dirty="0">
                <a:solidFill>
                  <a:schemeClr val="tx2"/>
                </a:solidFill>
                <a:latin typeface="Gotham Office" panose="02000000000000000000" pitchFamily="2" charset="0"/>
              </a:rPr>
              <a:t>EDMOND DE ROTHSCHILD</a:t>
            </a:r>
          </a:p>
        </p:txBody>
      </p:sp>
      <p:sp>
        <p:nvSpPr>
          <p:cNvPr id="3" name="Titre 8">
            <a:extLst>
              <a:ext uri="{FF2B5EF4-FFF2-40B4-BE49-F238E27FC236}">
                <a16:creationId xmlns:a16="http://schemas.microsoft.com/office/drawing/2014/main" id="{770B351A-2F6B-877E-3B60-4D5493CA9B30}"/>
              </a:ext>
            </a:extLst>
          </p:cNvPr>
          <p:cNvSpPr>
            <a:spLocks noGrp="1"/>
          </p:cNvSpPr>
          <p:nvPr>
            <p:ph type="title" hasCustomPrompt="1"/>
          </p:nvPr>
        </p:nvSpPr>
        <p:spPr>
          <a:xfrm>
            <a:off x="619301" y="541084"/>
            <a:ext cx="12171932" cy="430887"/>
          </a:xfrm>
        </p:spPr>
        <p:txBody>
          <a:bodyPr/>
          <a:lstStyle>
            <a:lvl1pPr>
              <a:defRPr b="0" i="0">
                <a:latin typeface="Gotham Office" panose="02000000000000000000" pitchFamily="2" charset="0"/>
              </a:defRPr>
            </a:lvl1pPr>
          </a:lstStyle>
          <a:p>
            <a:r>
              <a:rPr lang="fr-FR" dirty="0"/>
              <a:t>Table des matières</a:t>
            </a:r>
          </a:p>
        </p:txBody>
      </p:sp>
    </p:spTree>
    <p:extLst>
      <p:ext uri="{BB962C8B-B14F-4D97-AF65-F5344CB8AC3E}">
        <p14:creationId xmlns:p14="http://schemas.microsoft.com/office/powerpoint/2010/main" val="2951364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Intercalaire de section (bleu)">
    <p:bg>
      <p:bgPr>
        <a:solidFill>
          <a:schemeClr val="bg2"/>
        </a:solidFill>
        <a:effectLst/>
      </p:bgPr>
    </p:bg>
    <p:spTree>
      <p:nvGrpSpPr>
        <p:cNvPr id="1" name=""/>
        <p:cNvGrpSpPr/>
        <p:nvPr/>
      </p:nvGrpSpPr>
      <p:grpSpPr>
        <a:xfrm>
          <a:off x="0" y="0"/>
          <a:ext cx="0" cy="0"/>
          <a:chOff x="0" y="0"/>
          <a:chExt cx="0" cy="0"/>
        </a:xfrm>
      </p:grpSpPr>
      <p:pic>
        <p:nvPicPr>
          <p:cNvPr id="4" name="Graphique 3">
            <a:extLst>
              <a:ext uri="{FF2B5EF4-FFF2-40B4-BE49-F238E27FC236}">
                <a16:creationId xmlns:a16="http://schemas.microsoft.com/office/drawing/2014/main" id="{E8557565-D69A-7AA4-B74C-5DC53D006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27" y="1"/>
            <a:ext cx="13444303" cy="7559675"/>
          </a:xfrm>
          <a:prstGeom prst="rect">
            <a:avLst/>
          </a:prstGeom>
        </p:spPr>
      </p:pic>
      <p:sp>
        <p:nvSpPr>
          <p:cNvPr id="2" name="Titre 1">
            <a:extLst>
              <a:ext uri="{FF2B5EF4-FFF2-40B4-BE49-F238E27FC236}">
                <a16:creationId xmlns:a16="http://schemas.microsoft.com/office/drawing/2014/main" id="{597E4329-6F81-4C38-A9B8-0B156B2A5C0D}"/>
              </a:ext>
            </a:extLst>
          </p:cNvPr>
          <p:cNvSpPr>
            <a:spLocks noGrp="1"/>
          </p:cNvSpPr>
          <p:nvPr>
            <p:ph type="title"/>
          </p:nvPr>
        </p:nvSpPr>
        <p:spPr>
          <a:xfrm>
            <a:off x="0" y="0"/>
            <a:ext cx="0" cy="0"/>
          </a:xfrm>
          <a:noFill/>
          <a:ln>
            <a:noFill/>
          </a:ln>
        </p:spPr>
        <p:txBody>
          <a:bodyPr lIns="0" tIns="0" rIns="0" bIns="0" anchor="b">
            <a:normAutofit/>
          </a:bodyPr>
          <a:lstStyle>
            <a:lvl1pPr>
              <a:defRPr sz="100" b="0" i="0">
                <a:ln>
                  <a:noFill/>
                </a:ln>
                <a:noFill/>
                <a:latin typeface="Gotham Office" panose="02000000000000000000" pitchFamily="2" charset="0"/>
              </a:defRPr>
            </a:lvl1pPr>
          </a:lstStyle>
          <a:p>
            <a:r>
              <a:rPr lang="fr-FR" dirty="0"/>
              <a:t>Modifiez le style du titre</a:t>
            </a:r>
          </a:p>
        </p:txBody>
      </p:sp>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cxnSp>
        <p:nvCxnSpPr>
          <p:cNvPr id="8" name="Connecteur droit 7">
            <a:extLst>
              <a:ext uri="{FF2B5EF4-FFF2-40B4-BE49-F238E27FC236}">
                <a16:creationId xmlns:a16="http://schemas.microsoft.com/office/drawing/2014/main" id="{BAFD2EE5-24A0-55E9-D989-B72B8F628282}"/>
              </a:ext>
            </a:extLst>
          </p:cNvPr>
          <p:cNvCxnSpPr>
            <a:cxnSpLocks/>
          </p:cNvCxnSpPr>
          <p:nvPr/>
        </p:nvCxnSpPr>
        <p:spPr>
          <a:xfrm>
            <a:off x="2728855" y="3105808"/>
            <a:ext cx="0" cy="1216912"/>
          </a:xfrm>
          <a:prstGeom prst="line">
            <a:avLst/>
          </a:prstGeom>
          <a:ln w="254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Espace réservé du texte 3">
            <a:extLst>
              <a:ext uri="{FF2B5EF4-FFF2-40B4-BE49-F238E27FC236}">
                <a16:creationId xmlns:a16="http://schemas.microsoft.com/office/drawing/2014/main" id="{071FEE72-0A68-57FD-92F6-3E859E124329}"/>
              </a:ext>
            </a:extLst>
          </p:cNvPr>
          <p:cNvSpPr>
            <a:spLocks noGrp="1"/>
          </p:cNvSpPr>
          <p:nvPr>
            <p:ph type="body" sz="quarter" idx="14" hasCustomPrompt="1"/>
          </p:nvPr>
        </p:nvSpPr>
        <p:spPr>
          <a:xfrm>
            <a:off x="988442" y="3105808"/>
            <a:ext cx="1664703" cy="1216912"/>
          </a:xfrm>
        </p:spPr>
        <p:txBody>
          <a:bodyPr>
            <a:noAutofit/>
          </a:bodyPr>
          <a:lstStyle>
            <a:lvl1pPr algn="ctr">
              <a:defRPr sz="8000" b="0" i="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1</a:t>
            </a:r>
          </a:p>
        </p:txBody>
      </p:sp>
      <p:sp>
        <p:nvSpPr>
          <p:cNvPr id="19" name="Espace réservé du texte 3">
            <a:extLst>
              <a:ext uri="{FF2B5EF4-FFF2-40B4-BE49-F238E27FC236}">
                <a16:creationId xmlns:a16="http://schemas.microsoft.com/office/drawing/2014/main" id="{9F69C989-7694-D3E2-DC71-7F807F702E6D}"/>
              </a:ext>
            </a:extLst>
          </p:cNvPr>
          <p:cNvSpPr>
            <a:spLocks noGrp="1"/>
          </p:cNvSpPr>
          <p:nvPr>
            <p:ph type="body" sz="quarter" idx="15" hasCustomPrompt="1"/>
          </p:nvPr>
        </p:nvSpPr>
        <p:spPr>
          <a:xfrm>
            <a:off x="3297697" y="1822093"/>
            <a:ext cx="9497528" cy="3784343"/>
          </a:xfrm>
        </p:spPr>
        <p:txBody>
          <a:bodyPr anchor="ctr" anchorCtr="0">
            <a:noAutofit/>
          </a:bodyPr>
          <a:lstStyle>
            <a:lvl1pPr algn="l">
              <a:defRPr sz="4400" b="0" i="0" cap="all" baseline="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TITRE du chapitre</a:t>
            </a:r>
          </a:p>
        </p:txBody>
      </p:sp>
      <p:pic>
        <p:nvPicPr>
          <p:cNvPr id="5" name="Logo EdR">
            <a:extLst>
              <a:ext uri="{FF2B5EF4-FFF2-40B4-BE49-F238E27FC236}">
                <a16:creationId xmlns:a16="http://schemas.microsoft.com/office/drawing/2014/main" id="{C87399B4-DDC0-78B4-3D9C-34AFA6B4123E}"/>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6673" y="756331"/>
            <a:ext cx="2581835" cy="734477"/>
          </a:xfrm>
          <a:prstGeom prst="rect">
            <a:avLst/>
          </a:prstGeom>
        </p:spPr>
      </p:pic>
    </p:spTree>
    <p:extLst>
      <p:ext uri="{BB962C8B-B14F-4D97-AF65-F5344CB8AC3E}">
        <p14:creationId xmlns:p14="http://schemas.microsoft.com/office/powerpoint/2010/main" val="2392752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Intercalaire de section (blanc)">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A8B4FBD4-8BB9-7527-73AD-B08D81B561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 y="1"/>
            <a:ext cx="13444303" cy="7559675"/>
          </a:xfrm>
          <a:prstGeom prst="rect">
            <a:avLst/>
          </a:prstGeom>
        </p:spPr>
      </p:pic>
      <p:sp>
        <p:nvSpPr>
          <p:cNvPr id="2" name="Titre 1">
            <a:extLst>
              <a:ext uri="{FF2B5EF4-FFF2-40B4-BE49-F238E27FC236}">
                <a16:creationId xmlns:a16="http://schemas.microsoft.com/office/drawing/2014/main" id="{597E4329-6F81-4C38-A9B8-0B156B2A5C0D}"/>
              </a:ext>
            </a:extLst>
          </p:cNvPr>
          <p:cNvSpPr>
            <a:spLocks noGrp="1"/>
          </p:cNvSpPr>
          <p:nvPr>
            <p:ph type="title"/>
          </p:nvPr>
        </p:nvSpPr>
        <p:spPr>
          <a:xfrm>
            <a:off x="0" y="0"/>
            <a:ext cx="0" cy="0"/>
          </a:xfrm>
          <a:noFill/>
          <a:ln>
            <a:noFill/>
          </a:ln>
        </p:spPr>
        <p:txBody>
          <a:bodyPr lIns="0" tIns="0" rIns="0" bIns="0" anchor="b">
            <a:normAutofit/>
          </a:bodyPr>
          <a:lstStyle>
            <a:lvl1pPr>
              <a:defRPr sz="100" b="0" i="0">
                <a:ln>
                  <a:noFill/>
                </a:ln>
                <a:noFill/>
                <a:latin typeface="Gotham Office" panose="02000000000000000000" pitchFamily="2" charset="0"/>
              </a:defRPr>
            </a:lvl1pPr>
          </a:lstStyle>
          <a:p>
            <a:r>
              <a:rPr lang="fr-FR" dirty="0"/>
              <a:t>Modifiez le style du titre</a:t>
            </a:r>
          </a:p>
        </p:txBody>
      </p:sp>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cxnSp>
        <p:nvCxnSpPr>
          <p:cNvPr id="5" name="Connecteur droit 4">
            <a:extLst>
              <a:ext uri="{FF2B5EF4-FFF2-40B4-BE49-F238E27FC236}">
                <a16:creationId xmlns:a16="http://schemas.microsoft.com/office/drawing/2014/main" id="{D2855C62-FF86-0558-AAE5-28C193981F09}"/>
              </a:ext>
            </a:extLst>
          </p:cNvPr>
          <p:cNvCxnSpPr>
            <a:cxnSpLocks/>
          </p:cNvCxnSpPr>
          <p:nvPr userDrawn="1"/>
        </p:nvCxnSpPr>
        <p:spPr>
          <a:xfrm>
            <a:off x="2728855" y="3105808"/>
            <a:ext cx="0" cy="1216912"/>
          </a:xfrm>
          <a:prstGeom prst="line">
            <a:avLst/>
          </a:prstGeom>
          <a:ln w="254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Espace réservé du texte 3">
            <a:extLst>
              <a:ext uri="{FF2B5EF4-FFF2-40B4-BE49-F238E27FC236}">
                <a16:creationId xmlns:a16="http://schemas.microsoft.com/office/drawing/2014/main" id="{2B1747D0-CB56-BCBC-AD7A-96E8F8F529DB}"/>
              </a:ext>
            </a:extLst>
          </p:cNvPr>
          <p:cNvSpPr>
            <a:spLocks noGrp="1"/>
          </p:cNvSpPr>
          <p:nvPr>
            <p:ph type="body" sz="quarter" idx="14" hasCustomPrompt="1"/>
          </p:nvPr>
        </p:nvSpPr>
        <p:spPr>
          <a:xfrm>
            <a:off x="988442" y="3105808"/>
            <a:ext cx="1664703" cy="1216912"/>
          </a:xfrm>
        </p:spPr>
        <p:txBody>
          <a:bodyPr>
            <a:noAutofit/>
          </a:bodyPr>
          <a:lstStyle>
            <a:lvl1pPr algn="ctr">
              <a:defRPr sz="8000" b="0" i="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1</a:t>
            </a:r>
          </a:p>
        </p:txBody>
      </p:sp>
      <p:sp>
        <p:nvSpPr>
          <p:cNvPr id="8" name="Espace réservé du texte 3">
            <a:extLst>
              <a:ext uri="{FF2B5EF4-FFF2-40B4-BE49-F238E27FC236}">
                <a16:creationId xmlns:a16="http://schemas.microsoft.com/office/drawing/2014/main" id="{5E2C03DE-FF31-D02E-D13C-E81DC24B0202}"/>
              </a:ext>
            </a:extLst>
          </p:cNvPr>
          <p:cNvSpPr>
            <a:spLocks noGrp="1"/>
          </p:cNvSpPr>
          <p:nvPr>
            <p:ph type="body" sz="quarter" idx="15" hasCustomPrompt="1"/>
          </p:nvPr>
        </p:nvSpPr>
        <p:spPr>
          <a:xfrm>
            <a:off x="3297697" y="1822093"/>
            <a:ext cx="9497528" cy="3784343"/>
          </a:xfrm>
        </p:spPr>
        <p:txBody>
          <a:bodyPr anchor="ctr" anchorCtr="0">
            <a:noAutofit/>
          </a:bodyPr>
          <a:lstStyle>
            <a:lvl1pPr algn="l">
              <a:defRPr sz="4400" b="0" i="0" cap="all" baseline="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TITRE du chapitre</a:t>
            </a:r>
          </a:p>
        </p:txBody>
      </p:sp>
      <p:pic>
        <p:nvPicPr>
          <p:cNvPr id="9" name="Logo EdR">
            <a:extLst>
              <a:ext uri="{FF2B5EF4-FFF2-40B4-BE49-F238E27FC236}">
                <a16:creationId xmlns:a16="http://schemas.microsoft.com/office/drawing/2014/main" id="{51B0809B-FC96-ED41-A037-55B05EB21B0F}"/>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6675" y="756331"/>
            <a:ext cx="2659601" cy="734477"/>
          </a:xfrm>
          <a:prstGeom prst="rect">
            <a:avLst/>
          </a:prstGeom>
        </p:spPr>
      </p:pic>
    </p:spTree>
    <p:extLst>
      <p:ext uri="{BB962C8B-B14F-4D97-AF65-F5344CB8AC3E}">
        <p14:creationId xmlns:p14="http://schemas.microsoft.com/office/powerpoint/2010/main" val="332955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ercalaire de sous-section (bleu)">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7E4329-6F81-4C38-A9B8-0B156B2A5C0D}"/>
              </a:ext>
            </a:extLst>
          </p:cNvPr>
          <p:cNvSpPr>
            <a:spLocks noGrp="1"/>
          </p:cNvSpPr>
          <p:nvPr>
            <p:ph type="title"/>
          </p:nvPr>
        </p:nvSpPr>
        <p:spPr>
          <a:xfrm>
            <a:off x="0" y="0"/>
            <a:ext cx="0" cy="0"/>
          </a:xfrm>
          <a:noFill/>
          <a:ln>
            <a:noFill/>
          </a:ln>
        </p:spPr>
        <p:txBody>
          <a:bodyPr lIns="0" tIns="0" rIns="0" bIns="0" anchor="b">
            <a:normAutofit/>
          </a:bodyPr>
          <a:lstStyle>
            <a:lvl1pPr>
              <a:defRPr sz="100" b="0" i="0">
                <a:ln>
                  <a:noFill/>
                </a:ln>
                <a:noFill/>
                <a:latin typeface="Gotham Office" panose="02000000000000000000" pitchFamily="2" charset="0"/>
              </a:defRPr>
            </a:lvl1pPr>
          </a:lstStyle>
          <a:p>
            <a:r>
              <a:rPr lang="fr-FR" dirty="0"/>
              <a:t>Modifiez le style du titre</a:t>
            </a:r>
          </a:p>
        </p:txBody>
      </p:sp>
      <p:sp>
        <p:nvSpPr>
          <p:cNvPr id="15" name="Footer">
            <a:extLst>
              <a:ext uri="{FF2B5EF4-FFF2-40B4-BE49-F238E27FC236}">
                <a16:creationId xmlns:a16="http://schemas.microsoft.com/office/drawing/2014/main" id="{B1AE2C53-6BF0-79D2-0D7B-DD5E962CDB0B}"/>
              </a:ext>
            </a:extLst>
          </p:cNvPr>
          <p:cNvSpPr txBox="1">
            <a:spLocks/>
          </p:cNvSpPr>
          <p:nvPr userDrawn="1"/>
        </p:nvSpPr>
        <p:spPr bwMode="gray">
          <a:xfrm>
            <a:off x="619300" y="7113668"/>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0" i="0" dirty="0">
                <a:solidFill>
                  <a:schemeClr val="tx2"/>
                </a:solidFill>
                <a:latin typeface="Gotham Office" panose="02000000000000000000" pitchFamily="2" charset="0"/>
              </a:rPr>
              <a:t>EDMOND DE ROTHSCHILD</a:t>
            </a:r>
          </a:p>
        </p:txBody>
      </p:sp>
      <p:sp>
        <p:nvSpPr>
          <p:cNvPr id="18" name="Espace réservé du numéro de diapositive 17">
            <a:extLst>
              <a:ext uri="{FF2B5EF4-FFF2-40B4-BE49-F238E27FC236}">
                <a16:creationId xmlns:a16="http://schemas.microsoft.com/office/drawing/2014/main" id="{04A794CB-6EFD-D9F6-71D8-F1752286D76E}"/>
              </a:ext>
            </a:extLst>
          </p:cNvPr>
          <p:cNvSpPr>
            <a:spLocks noGrp="1"/>
          </p:cNvSpPr>
          <p:nvPr>
            <p:ph type="sldNum" sz="quarter" idx="12"/>
          </p:nvPr>
        </p:nvSpPr>
        <p:spPr>
          <a:xfrm>
            <a:off x="10008443" y="7058436"/>
            <a:ext cx="315290" cy="274163"/>
          </a:xfrm>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3" name="Espace réservé du texte 3">
            <a:extLst>
              <a:ext uri="{FF2B5EF4-FFF2-40B4-BE49-F238E27FC236}">
                <a16:creationId xmlns:a16="http://schemas.microsoft.com/office/drawing/2014/main" id="{8CD2EE2B-E7EC-9368-E187-B7D37CE39DF2}"/>
              </a:ext>
            </a:extLst>
          </p:cNvPr>
          <p:cNvSpPr>
            <a:spLocks noGrp="1"/>
          </p:cNvSpPr>
          <p:nvPr>
            <p:ph type="body" sz="quarter" idx="15" hasCustomPrompt="1"/>
          </p:nvPr>
        </p:nvSpPr>
        <p:spPr>
          <a:xfrm>
            <a:off x="616615" y="974726"/>
            <a:ext cx="12178610" cy="3784343"/>
          </a:xfrm>
        </p:spPr>
        <p:txBody>
          <a:bodyPr anchor="ctr" anchorCtr="0">
            <a:noAutofit/>
          </a:bodyPr>
          <a:lstStyle>
            <a:lvl1pPr algn="l">
              <a:defRPr sz="3600" b="0" i="0" cap="none" baseline="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Titre de la section</a:t>
            </a:r>
          </a:p>
        </p:txBody>
      </p:sp>
    </p:spTree>
    <p:extLst>
      <p:ext uri="{BB962C8B-B14F-4D97-AF65-F5344CB8AC3E}">
        <p14:creationId xmlns:p14="http://schemas.microsoft.com/office/powerpoint/2010/main" val="2836015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Intercalaire de sous-section (blanc)">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7E4329-6F81-4C38-A9B8-0B156B2A5C0D}"/>
              </a:ext>
            </a:extLst>
          </p:cNvPr>
          <p:cNvSpPr>
            <a:spLocks noGrp="1"/>
          </p:cNvSpPr>
          <p:nvPr>
            <p:ph type="title"/>
          </p:nvPr>
        </p:nvSpPr>
        <p:spPr>
          <a:xfrm>
            <a:off x="0" y="0"/>
            <a:ext cx="0" cy="0"/>
          </a:xfrm>
          <a:noFill/>
          <a:ln>
            <a:noFill/>
          </a:ln>
        </p:spPr>
        <p:txBody>
          <a:bodyPr lIns="0" tIns="0" rIns="0" bIns="0" anchor="b">
            <a:normAutofit/>
          </a:bodyPr>
          <a:lstStyle>
            <a:lvl1pPr>
              <a:defRPr sz="100" b="0" i="0">
                <a:ln>
                  <a:noFill/>
                </a:ln>
                <a:noFill/>
                <a:latin typeface="Gotham Office" panose="02000000000000000000" pitchFamily="2" charset="0"/>
              </a:defRPr>
            </a:lvl1pPr>
          </a:lstStyle>
          <a:p>
            <a:r>
              <a:rPr lang="fr-FR" dirty="0"/>
              <a:t>Modifiez le style du titre</a:t>
            </a:r>
          </a:p>
        </p:txBody>
      </p:sp>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a:xfrm>
            <a:off x="10008443" y="7058436"/>
            <a:ext cx="315290" cy="274163"/>
          </a:xfrm>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14" name="Footer">
            <a:extLst>
              <a:ext uri="{FF2B5EF4-FFF2-40B4-BE49-F238E27FC236}">
                <a16:creationId xmlns:a16="http://schemas.microsoft.com/office/drawing/2014/main" id="{0FA267D6-C9AC-A626-3ED7-E10CA32513A8}"/>
              </a:ext>
            </a:extLst>
          </p:cNvPr>
          <p:cNvSpPr txBox="1">
            <a:spLocks/>
          </p:cNvSpPr>
          <p:nvPr userDrawn="1"/>
        </p:nvSpPr>
        <p:spPr bwMode="gray">
          <a:xfrm>
            <a:off x="619300" y="7113668"/>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0" i="0" dirty="0">
                <a:solidFill>
                  <a:schemeClr val="tx2"/>
                </a:solidFill>
                <a:latin typeface="Gotham Office" panose="02000000000000000000" pitchFamily="2" charset="0"/>
              </a:rPr>
              <a:t>EDMOND DE ROTHSCHILD</a:t>
            </a:r>
          </a:p>
        </p:txBody>
      </p:sp>
      <p:sp>
        <p:nvSpPr>
          <p:cNvPr id="3" name="Espace réservé du texte 3">
            <a:extLst>
              <a:ext uri="{FF2B5EF4-FFF2-40B4-BE49-F238E27FC236}">
                <a16:creationId xmlns:a16="http://schemas.microsoft.com/office/drawing/2014/main" id="{C558AAEF-B59C-C854-CC69-08F4C06290BD}"/>
              </a:ext>
            </a:extLst>
          </p:cNvPr>
          <p:cNvSpPr>
            <a:spLocks noGrp="1"/>
          </p:cNvSpPr>
          <p:nvPr>
            <p:ph type="body" sz="quarter" idx="15" hasCustomPrompt="1"/>
          </p:nvPr>
        </p:nvSpPr>
        <p:spPr>
          <a:xfrm>
            <a:off x="616615" y="974726"/>
            <a:ext cx="12178610" cy="3784343"/>
          </a:xfrm>
        </p:spPr>
        <p:txBody>
          <a:bodyPr anchor="ctr" anchorCtr="0">
            <a:noAutofit/>
          </a:bodyPr>
          <a:lstStyle>
            <a:lvl1pPr algn="l">
              <a:defRPr sz="3600" b="0" i="0" cap="none" baseline="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Titre de la section</a:t>
            </a:r>
          </a:p>
        </p:txBody>
      </p:sp>
    </p:spTree>
    <p:extLst>
      <p:ext uri="{BB962C8B-B14F-4D97-AF65-F5344CB8AC3E}">
        <p14:creationId xmlns:p14="http://schemas.microsoft.com/office/powerpoint/2010/main" val="3372912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3BF5781-06B9-41F5-88EB-000766D19E9E}"/>
              </a:ext>
            </a:extLst>
          </p:cNvPr>
          <p:cNvSpPr>
            <a:spLocks noGrp="1"/>
          </p:cNvSpPr>
          <p:nvPr>
            <p:ph idx="1" hasCustomPrompt="1"/>
          </p:nvPr>
        </p:nvSpPr>
        <p:spPr/>
        <p:txBody>
          <a:bodyPr/>
          <a:lstStyle>
            <a:lvl1pPr>
              <a:defRPr b="0" i="0">
                <a:latin typeface="Gotham Office" panose="02000000000000000000" pitchFamily="2" charset="0"/>
              </a:defRPr>
            </a:lvl1pPr>
            <a:lvl2pPr>
              <a:defRPr b="0" i="0">
                <a:latin typeface="Gotham Office" panose="02000000000000000000" pitchFamily="2" charset="0"/>
              </a:defRPr>
            </a:lvl2pPr>
            <a:lvl3pPr>
              <a:defRPr b="0" i="0">
                <a:latin typeface="Gotham Office" panose="02000000000000000000" pitchFamily="2" charset="0"/>
              </a:defRPr>
            </a:lvl3pPr>
            <a:lvl4pPr>
              <a:defRPr b="0" i="0">
                <a:latin typeface="Gotham Office" panose="02000000000000000000" pitchFamily="2" charset="0"/>
              </a:defRPr>
            </a:lvl4pPr>
            <a:lvl5pPr>
              <a:defRPr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4" name="Espace réservé du texte 3">
            <a:extLst>
              <a:ext uri="{FF2B5EF4-FFF2-40B4-BE49-F238E27FC236}">
                <a16:creationId xmlns:a16="http://schemas.microsoft.com/office/drawing/2014/main" id="{145A98C1-E42C-8643-D912-AA8DE18B224F}"/>
              </a:ext>
            </a:extLst>
          </p:cNvPr>
          <p:cNvSpPr>
            <a:spLocks noGrp="1"/>
          </p:cNvSpPr>
          <p:nvPr>
            <p:ph type="body" sz="quarter" idx="14"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3514670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07B88395-7FC8-E11D-C264-0458DB3FC1D2}"/>
              </a:ext>
            </a:extLst>
          </p:cNvPr>
          <p:cNvSpPr>
            <a:spLocks noGrp="1"/>
          </p:cNvSpPr>
          <p:nvPr>
            <p:ph type="body" sz="quarter" idx="14"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1068991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ux colonn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E1632F60-B35E-0D03-E913-30F03590CAC8}"/>
              </a:ext>
            </a:extLst>
          </p:cNvPr>
          <p:cNvSpPr>
            <a:spLocks noGrp="1"/>
          </p:cNvSpPr>
          <p:nvPr>
            <p:ph sz="quarter" idx="14" hasCustomPrompt="1"/>
          </p:nvPr>
        </p:nvSpPr>
        <p:spPr>
          <a:xfrm>
            <a:off x="619300" y="1773621"/>
            <a:ext cx="6006146"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81ED9C51-DA9D-7FA5-26C1-CFA6FA88E7B1}"/>
              </a:ext>
            </a:extLst>
          </p:cNvPr>
          <p:cNvSpPr>
            <a:spLocks noGrp="1"/>
          </p:cNvSpPr>
          <p:nvPr>
            <p:ph sz="quarter" idx="15" hasCustomPrompt="1"/>
          </p:nvPr>
        </p:nvSpPr>
        <p:spPr>
          <a:xfrm>
            <a:off x="6785087" y="1773621"/>
            <a:ext cx="6006146"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BF53C8FA-DB97-B036-DBB9-B8FAB7E05BED}"/>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C8F15AC1-7218-0D53-5309-54AEB8B860EF}"/>
              </a:ext>
            </a:extLst>
          </p:cNvPr>
          <p:cNvSpPr>
            <a:spLocks noGrp="1"/>
          </p:cNvSpPr>
          <p:nvPr>
            <p:ph type="body" sz="quarter" idx="16"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348270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ux lign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B9F1B3B2-64FF-7504-A8A5-4BF527445368}"/>
              </a:ext>
            </a:extLst>
          </p:cNvPr>
          <p:cNvSpPr>
            <a:spLocks noGrp="1"/>
          </p:cNvSpPr>
          <p:nvPr>
            <p:ph sz="quarter" idx="14" hasCustomPrompt="1"/>
          </p:nvPr>
        </p:nvSpPr>
        <p:spPr>
          <a:xfrm>
            <a:off x="619299" y="1773623"/>
            <a:ext cx="12171933"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BD6B1B68-2FCC-828C-476B-5A1E0C82B0D9}"/>
              </a:ext>
            </a:extLst>
          </p:cNvPr>
          <p:cNvSpPr>
            <a:spLocks noGrp="1"/>
          </p:cNvSpPr>
          <p:nvPr>
            <p:ph sz="quarter" idx="15" hasCustomPrompt="1"/>
          </p:nvPr>
        </p:nvSpPr>
        <p:spPr>
          <a:xfrm>
            <a:off x="619299" y="4421946"/>
            <a:ext cx="12171933"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E7F9DDAC-5FC7-B167-9F7D-15081A063522}"/>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3328B9AF-6942-8873-8D13-5D1512EC6C36}"/>
              </a:ext>
            </a:extLst>
          </p:cNvPr>
          <p:cNvSpPr>
            <a:spLocks noGrp="1"/>
          </p:cNvSpPr>
          <p:nvPr>
            <p:ph type="body" sz="quarter" idx="16"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124492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atre rectangl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A95EDCE3-EF52-30A5-3E35-D8699CB854D4}"/>
              </a:ext>
            </a:extLst>
          </p:cNvPr>
          <p:cNvSpPr>
            <a:spLocks noGrp="1"/>
          </p:cNvSpPr>
          <p:nvPr>
            <p:ph sz="quarter" idx="14" hasCustomPrompt="1"/>
          </p:nvPr>
        </p:nvSpPr>
        <p:spPr>
          <a:xfrm>
            <a:off x="619300" y="1773623"/>
            <a:ext cx="6006146"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1FF04ACB-A147-B784-1994-C66AEA3B7AF0}"/>
              </a:ext>
            </a:extLst>
          </p:cNvPr>
          <p:cNvSpPr>
            <a:spLocks noGrp="1"/>
          </p:cNvSpPr>
          <p:nvPr>
            <p:ph sz="quarter" idx="15" hasCustomPrompt="1"/>
          </p:nvPr>
        </p:nvSpPr>
        <p:spPr>
          <a:xfrm>
            <a:off x="619300" y="4421946"/>
            <a:ext cx="6006146"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0" name="Espace réservé du contenu 9">
            <a:extLst>
              <a:ext uri="{FF2B5EF4-FFF2-40B4-BE49-F238E27FC236}">
                <a16:creationId xmlns:a16="http://schemas.microsoft.com/office/drawing/2014/main" id="{9639C780-8754-37F0-4F81-C62EBB766739}"/>
              </a:ext>
            </a:extLst>
          </p:cNvPr>
          <p:cNvSpPr>
            <a:spLocks noGrp="1"/>
          </p:cNvSpPr>
          <p:nvPr>
            <p:ph sz="quarter" idx="16" hasCustomPrompt="1"/>
          </p:nvPr>
        </p:nvSpPr>
        <p:spPr>
          <a:xfrm>
            <a:off x="6785087" y="1773623"/>
            <a:ext cx="6006146"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1" name="Espace réservé du contenu 10">
            <a:extLst>
              <a:ext uri="{FF2B5EF4-FFF2-40B4-BE49-F238E27FC236}">
                <a16:creationId xmlns:a16="http://schemas.microsoft.com/office/drawing/2014/main" id="{E39BE4A4-CEDC-12DF-81CC-12205EC250E1}"/>
              </a:ext>
            </a:extLst>
          </p:cNvPr>
          <p:cNvSpPr>
            <a:spLocks noGrp="1"/>
          </p:cNvSpPr>
          <p:nvPr>
            <p:ph sz="quarter" idx="17" hasCustomPrompt="1"/>
          </p:nvPr>
        </p:nvSpPr>
        <p:spPr>
          <a:xfrm>
            <a:off x="6785087" y="4421946"/>
            <a:ext cx="6006146"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981A3563-31CA-0662-B060-2B16A4DAC19B}"/>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A781077E-DF80-123C-B3F6-09C1D8AD448F}"/>
              </a:ext>
            </a:extLst>
          </p:cNvPr>
          <p:cNvSpPr>
            <a:spLocks noGrp="1"/>
          </p:cNvSpPr>
          <p:nvPr>
            <p:ph type="body" sz="quarter" idx="18"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2866537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ux colonnes (2/3, 1/3)">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B2799285-ACBF-1844-43EB-2FEE09EDA9B8}"/>
              </a:ext>
            </a:extLst>
          </p:cNvPr>
          <p:cNvSpPr>
            <a:spLocks noGrp="1"/>
          </p:cNvSpPr>
          <p:nvPr>
            <p:ph sz="quarter" idx="14" hasCustomPrompt="1"/>
          </p:nvPr>
        </p:nvSpPr>
        <p:spPr>
          <a:xfrm>
            <a:off x="619300" y="1773621"/>
            <a:ext cx="8008195"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2B570AF1-11E3-BEF2-F754-CC5B0F939A45}"/>
              </a:ext>
            </a:extLst>
          </p:cNvPr>
          <p:cNvSpPr>
            <a:spLocks noGrp="1"/>
          </p:cNvSpPr>
          <p:nvPr>
            <p:ph sz="quarter" idx="15" hasCustomPrompt="1"/>
          </p:nvPr>
        </p:nvSpPr>
        <p:spPr>
          <a:xfrm>
            <a:off x="8787136" y="1773621"/>
            <a:ext cx="4004097"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973F01E1-232F-9D0F-A040-3E23AB1A393C}"/>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7E1DFF0F-821D-5825-E5B4-3188B45552A3}"/>
              </a:ext>
            </a:extLst>
          </p:cNvPr>
          <p:cNvSpPr>
            <a:spLocks noGrp="1"/>
          </p:cNvSpPr>
          <p:nvPr>
            <p:ph type="body" sz="quarter" idx="16"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1507049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ux colonnes (1/3, 2/3)">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B2799285-ACBF-1844-43EB-2FEE09EDA9B8}"/>
              </a:ext>
            </a:extLst>
          </p:cNvPr>
          <p:cNvSpPr>
            <a:spLocks noGrp="1"/>
          </p:cNvSpPr>
          <p:nvPr>
            <p:ph sz="quarter" idx="14" hasCustomPrompt="1"/>
          </p:nvPr>
        </p:nvSpPr>
        <p:spPr>
          <a:xfrm>
            <a:off x="4783037" y="1773621"/>
            <a:ext cx="8008195"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2B570AF1-11E3-BEF2-F754-CC5B0F939A45}"/>
              </a:ext>
            </a:extLst>
          </p:cNvPr>
          <p:cNvSpPr>
            <a:spLocks noGrp="1"/>
          </p:cNvSpPr>
          <p:nvPr>
            <p:ph sz="quarter" idx="15" hasCustomPrompt="1"/>
          </p:nvPr>
        </p:nvSpPr>
        <p:spPr>
          <a:xfrm>
            <a:off x="619300" y="1773621"/>
            <a:ext cx="4004097"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973F01E1-232F-9D0F-A040-3E23AB1A393C}"/>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88106538-DEC9-5546-BEBF-1D9C54FA84D1}"/>
              </a:ext>
            </a:extLst>
          </p:cNvPr>
          <p:cNvSpPr>
            <a:spLocks noGrp="1"/>
          </p:cNvSpPr>
          <p:nvPr>
            <p:ph type="body" sz="quarter" idx="16"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2420556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a:xfrm>
            <a:off x="0" y="0"/>
            <a:ext cx="0" cy="76944"/>
          </a:xfrm>
          <a:noFill/>
          <a:ln>
            <a:noFill/>
          </a:ln>
        </p:spPr>
        <p:txBody>
          <a:bodyPr lIns="0"/>
          <a:lstStyle>
            <a:lvl1pPr>
              <a:defRPr sz="100" b="0" i="0">
                <a:ln>
                  <a:noFill/>
                </a:ln>
                <a:noFill/>
                <a:latin typeface="Gotham Office" panose="02000000000000000000" pitchFamily="2" charset="0"/>
              </a:defRPr>
            </a:lvl1pPr>
          </a:lstStyle>
          <a:p>
            <a:r>
              <a:rPr lang="fr-FR" dirty="0"/>
              <a:t>titre</a:t>
            </a:r>
          </a:p>
        </p:txBody>
      </p:sp>
    </p:spTree>
    <p:extLst>
      <p:ext uri="{BB962C8B-B14F-4D97-AF65-F5344CB8AC3E}">
        <p14:creationId xmlns:p14="http://schemas.microsoft.com/office/powerpoint/2010/main" val="2215940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age de fin">
    <p:bg>
      <p:bgPr>
        <a:solidFill>
          <a:schemeClr val="bg2"/>
        </a:solidFill>
        <a:effectLst/>
      </p:bgPr>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FBA4AA01-8E2C-A17D-11AC-59564A1F6E7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27" y="1"/>
            <a:ext cx="13444303" cy="7559675"/>
          </a:xfrm>
          <a:prstGeom prst="rect">
            <a:avLst/>
          </a:prstGeom>
        </p:spPr>
      </p:pic>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a:xfrm>
            <a:off x="0" y="0"/>
            <a:ext cx="0" cy="0"/>
          </a:xfrm>
          <a:noFill/>
          <a:ln>
            <a:noFill/>
          </a:ln>
        </p:spPr>
        <p:txBody>
          <a:bodyPr lIns="0" tIns="0" rIns="0" bIns="0"/>
          <a:lstStyle>
            <a:lvl1pPr>
              <a:defRPr sz="100" b="0" i="0">
                <a:ln>
                  <a:noFill/>
                </a:ln>
                <a:noFill/>
                <a:latin typeface="Gotham Office" panose="02000000000000000000" pitchFamily="2" charset="0"/>
              </a:defRPr>
            </a:lvl1pPr>
          </a:lstStyle>
          <a:p>
            <a:fld id="{E4361461-078F-48AF-88AE-4D21A9B65272}" type="slidenum">
              <a:rPr lang="fr-FR" smtClean="0"/>
              <a:pPr/>
              <a:t>‹N°›</a:t>
            </a:fld>
            <a:endParaRPr lang="fr-FR"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a:xfrm>
            <a:off x="0" y="0"/>
            <a:ext cx="0" cy="76944"/>
          </a:xfrm>
          <a:noFill/>
          <a:ln>
            <a:noFill/>
          </a:ln>
        </p:spPr>
        <p:txBody>
          <a:bodyPr lIns="0"/>
          <a:lstStyle>
            <a:lvl1pPr>
              <a:defRPr sz="100" b="0" i="0">
                <a:ln>
                  <a:noFill/>
                </a:ln>
                <a:noFill/>
                <a:latin typeface="Gotham Office" panose="02000000000000000000" pitchFamily="2" charset="0"/>
              </a:defRPr>
            </a:lvl1pPr>
          </a:lstStyle>
          <a:p>
            <a:r>
              <a:rPr lang="fr-FR" dirty="0"/>
              <a:t>titre</a:t>
            </a:r>
          </a:p>
        </p:txBody>
      </p:sp>
      <p:sp>
        <p:nvSpPr>
          <p:cNvPr id="8" name="Footer">
            <a:extLst>
              <a:ext uri="{FF2B5EF4-FFF2-40B4-BE49-F238E27FC236}">
                <a16:creationId xmlns:a16="http://schemas.microsoft.com/office/drawing/2014/main" id="{E2AE1A37-8657-3190-C634-818444A51F37}"/>
              </a:ext>
            </a:extLst>
          </p:cNvPr>
          <p:cNvSpPr txBox="1">
            <a:spLocks/>
          </p:cNvSpPr>
          <p:nvPr userDrawn="1"/>
        </p:nvSpPr>
        <p:spPr bwMode="gray">
          <a:xfrm>
            <a:off x="3776520" y="5193677"/>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bg1"/>
                </a:solidFill>
                <a:effectLst/>
                <a:uLnTx/>
                <a:uFillTx/>
                <a:latin typeface="Gotham Office" panose="02000000000000000000" pitchFamily="2" charset="0"/>
                <a:ea typeface="+mn-ea"/>
                <a:cs typeface="+mn-cs"/>
              </a:rPr>
              <a:t>www.edmond-de-rothschild.com</a:t>
            </a:r>
          </a:p>
        </p:txBody>
      </p:sp>
      <p:pic>
        <p:nvPicPr>
          <p:cNvPr id="2" name="Logo EdR">
            <a:extLst>
              <a:ext uri="{FF2B5EF4-FFF2-40B4-BE49-F238E27FC236}">
                <a16:creationId xmlns:a16="http://schemas.microsoft.com/office/drawing/2014/main" id="{4570E37B-8D2C-99D6-5C47-230CE196684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89214" y="2471498"/>
            <a:ext cx="3270325" cy="930338"/>
          </a:xfrm>
          <a:prstGeom prst="rect">
            <a:avLst/>
          </a:prstGeom>
        </p:spPr>
      </p:pic>
    </p:spTree>
    <p:extLst>
      <p:ext uri="{BB962C8B-B14F-4D97-AF65-F5344CB8AC3E}">
        <p14:creationId xmlns:p14="http://schemas.microsoft.com/office/powerpoint/2010/main" val="3070303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Vide">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p:txBody>
          <a:bodyPr/>
          <a:lstStyle/>
          <a:p>
            <a:fld id="{E4361461-078F-48AF-88AE-4D21A9B65272}" type="slidenum">
              <a:rPr lang="fr-FR" smtClean="0"/>
              <a:pPr/>
              <a:t>‹N°›</a:t>
            </a:fld>
            <a:endParaRPr lang="fr-FR" dirty="0"/>
          </a:p>
        </p:txBody>
      </p:sp>
    </p:spTree>
    <p:extLst>
      <p:ext uri="{BB962C8B-B14F-4D97-AF65-F5344CB8AC3E}">
        <p14:creationId xmlns:p14="http://schemas.microsoft.com/office/powerpoint/2010/main" val="30795683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3BF5781-06B9-41F5-88EB-000766D19E9E}"/>
              </a:ext>
            </a:extLst>
          </p:cNvPr>
          <p:cNvSpPr>
            <a:spLocks noGrp="1"/>
          </p:cNvSpPr>
          <p:nvPr>
            <p:ph idx="1" hasCustomPrompt="1"/>
          </p:nvPr>
        </p:nvSpPr>
        <p:spPr/>
        <p:txBody>
          <a:bodyPr/>
          <a:lstStyle/>
          <a:p>
            <a:pPr lvl="0"/>
            <a:r>
              <a:rPr lang="en-GB"/>
              <a:t>Utilisez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p:txBody>
          <a:bodyPr/>
          <a:lstStyle/>
          <a:p>
            <a:r>
              <a:rPr lang="en-GB"/>
              <a:t>Title</a:t>
            </a:r>
            <a:endParaRPr lang="en-GB" dirty="0"/>
          </a:p>
        </p:txBody>
      </p:sp>
      <p:sp>
        <p:nvSpPr>
          <p:cNvPr id="4" name="Espace réservé du texte 3">
            <a:extLst>
              <a:ext uri="{FF2B5EF4-FFF2-40B4-BE49-F238E27FC236}">
                <a16:creationId xmlns:a16="http://schemas.microsoft.com/office/drawing/2014/main" id="{145A98C1-E42C-8643-D912-AA8DE18B224F}"/>
              </a:ext>
            </a:extLst>
          </p:cNvPr>
          <p:cNvSpPr>
            <a:spLocks noGrp="1"/>
          </p:cNvSpPr>
          <p:nvPr>
            <p:ph type="body" sz="quarter" idx="14"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85445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07B88395-7FC8-E11D-C264-0458DB3FC1D2}"/>
              </a:ext>
            </a:extLst>
          </p:cNvPr>
          <p:cNvSpPr>
            <a:spLocks noGrp="1"/>
          </p:cNvSpPr>
          <p:nvPr>
            <p:ph type="body" sz="quarter" idx="14"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11674705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eux colonn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E1632F60-B35E-0D03-E913-30F03590CAC8}"/>
              </a:ext>
            </a:extLst>
          </p:cNvPr>
          <p:cNvSpPr>
            <a:spLocks noGrp="1"/>
          </p:cNvSpPr>
          <p:nvPr>
            <p:ph sz="quarter" idx="14" hasCustomPrompt="1"/>
          </p:nvPr>
        </p:nvSpPr>
        <p:spPr>
          <a:xfrm>
            <a:off x="619300" y="1773621"/>
            <a:ext cx="6006146"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81ED9C51-DA9D-7FA5-26C1-CFA6FA88E7B1}"/>
              </a:ext>
            </a:extLst>
          </p:cNvPr>
          <p:cNvSpPr>
            <a:spLocks noGrp="1"/>
          </p:cNvSpPr>
          <p:nvPr>
            <p:ph sz="quarter" idx="15" hasCustomPrompt="1"/>
          </p:nvPr>
        </p:nvSpPr>
        <p:spPr>
          <a:xfrm>
            <a:off x="6785087" y="1773621"/>
            <a:ext cx="6006146"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BF53C8FA-DB97-B036-DBB9-B8FAB7E05BED}"/>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C8F15AC1-7218-0D53-5309-54AEB8B860EF}"/>
              </a:ext>
            </a:extLst>
          </p:cNvPr>
          <p:cNvSpPr>
            <a:spLocks noGrp="1"/>
          </p:cNvSpPr>
          <p:nvPr>
            <p:ph type="body" sz="quarter" idx="16"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23884815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eux lign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B9F1B3B2-64FF-7504-A8A5-4BF527445368}"/>
              </a:ext>
            </a:extLst>
          </p:cNvPr>
          <p:cNvSpPr>
            <a:spLocks noGrp="1"/>
          </p:cNvSpPr>
          <p:nvPr>
            <p:ph sz="quarter" idx="14" hasCustomPrompt="1"/>
          </p:nvPr>
        </p:nvSpPr>
        <p:spPr>
          <a:xfrm>
            <a:off x="619299" y="1773623"/>
            <a:ext cx="12171933"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BD6B1B68-2FCC-828C-476B-5A1E0C82B0D9}"/>
              </a:ext>
            </a:extLst>
          </p:cNvPr>
          <p:cNvSpPr>
            <a:spLocks noGrp="1"/>
          </p:cNvSpPr>
          <p:nvPr>
            <p:ph sz="quarter" idx="15" hasCustomPrompt="1"/>
          </p:nvPr>
        </p:nvSpPr>
        <p:spPr>
          <a:xfrm>
            <a:off x="619299" y="4421946"/>
            <a:ext cx="12171933"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E7F9DDAC-5FC7-B167-9F7D-15081A063522}"/>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3328B9AF-6942-8873-8D13-5D1512EC6C36}"/>
              </a:ext>
            </a:extLst>
          </p:cNvPr>
          <p:cNvSpPr>
            <a:spLocks noGrp="1"/>
          </p:cNvSpPr>
          <p:nvPr>
            <p:ph type="body" sz="quarter" idx="16"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10230817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Quatre rectangl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A95EDCE3-EF52-30A5-3E35-D8699CB854D4}"/>
              </a:ext>
            </a:extLst>
          </p:cNvPr>
          <p:cNvSpPr>
            <a:spLocks noGrp="1"/>
          </p:cNvSpPr>
          <p:nvPr>
            <p:ph sz="quarter" idx="14" hasCustomPrompt="1"/>
          </p:nvPr>
        </p:nvSpPr>
        <p:spPr>
          <a:xfrm>
            <a:off x="619300" y="1773623"/>
            <a:ext cx="6006146"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1FF04ACB-A147-B784-1994-C66AEA3B7AF0}"/>
              </a:ext>
            </a:extLst>
          </p:cNvPr>
          <p:cNvSpPr>
            <a:spLocks noGrp="1"/>
          </p:cNvSpPr>
          <p:nvPr>
            <p:ph sz="quarter" idx="15" hasCustomPrompt="1"/>
          </p:nvPr>
        </p:nvSpPr>
        <p:spPr>
          <a:xfrm>
            <a:off x="619300" y="4421946"/>
            <a:ext cx="6006146"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10" name="Espace réservé du contenu 9">
            <a:extLst>
              <a:ext uri="{FF2B5EF4-FFF2-40B4-BE49-F238E27FC236}">
                <a16:creationId xmlns:a16="http://schemas.microsoft.com/office/drawing/2014/main" id="{9639C780-8754-37F0-4F81-C62EBB766739}"/>
              </a:ext>
            </a:extLst>
          </p:cNvPr>
          <p:cNvSpPr>
            <a:spLocks noGrp="1"/>
          </p:cNvSpPr>
          <p:nvPr>
            <p:ph sz="quarter" idx="16" hasCustomPrompt="1"/>
          </p:nvPr>
        </p:nvSpPr>
        <p:spPr>
          <a:xfrm>
            <a:off x="6785087" y="1773623"/>
            <a:ext cx="6006146"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11" name="Espace réservé du contenu 10">
            <a:extLst>
              <a:ext uri="{FF2B5EF4-FFF2-40B4-BE49-F238E27FC236}">
                <a16:creationId xmlns:a16="http://schemas.microsoft.com/office/drawing/2014/main" id="{E39BE4A4-CEDC-12DF-81CC-12205EC250E1}"/>
              </a:ext>
            </a:extLst>
          </p:cNvPr>
          <p:cNvSpPr>
            <a:spLocks noGrp="1"/>
          </p:cNvSpPr>
          <p:nvPr>
            <p:ph sz="quarter" idx="17" hasCustomPrompt="1"/>
          </p:nvPr>
        </p:nvSpPr>
        <p:spPr>
          <a:xfrm>
            <a:off x="6785087" y="4421946"/>
            <a:ext cx="6006146"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981A3563-31CA-0662-B060-2B16A4DAC19B}"/>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A781077E-DF80-123C-B3F6-09C1D8AD448F}"/>
              </a:ext>
            </a:extLst>
          </p:cNvPr>
          <p:cNvSpPr>
            <a:spLocks noGrp="1"/>
          </p:cNvSpPr>
          <p:nvPr>
            <p:ph type="body" sz="quarter" idx="18"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11931890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eux colonnes (2/3, 1/3)">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B2799285-ACBF-1844-43EB-2FEE09EDA9B8}"/>
              </a:ext>
            </a:extLst>
          </p:cNvPr>
          <p:cNvSpPr>
            <a:spLocks noGrp="1"/>
          </p:cNvSpPr>
          <p:nvPr>
            <p:ph sz="quarter" idx="14" hasCustomPrompt="1"/>
          </p:nvPr>
        </p:nvSpPr>
        <p:spPr>
          <a:xfrm>
            <a:off x="619300" y="1773621"/>
            <a:ext cx="8008195"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2B570AF1-11E3-BEF2-F754-CC5B0F939A45}"/>
              </a:ext>
            </a:extLst>
          </p:cNvPr>
          <p:cNvSpPr>
            <a:spLocks noGrp="1"/>
          </p:cNvSpPr>
          <p:nvPr>
            <p:ph sz="quarter" idx="15" hasCustomPrompt="1"/>
          </p:nvPr>
        </p:nvSpPr>
        <p:spPr>
          <a:xfrm>
            <a:off x="8787136" y="1773621"/>
            <a:ext cx="4004097"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973F01E1-232F-9D0F-A040-3E23AB1A393C}"/>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7E1DFF0F-821D-5825-E5B4-3188B45552A3}"/>
              </a:ext>
            </a:extLst>
          </p:cNvPr>
          <p:cNvSpPr>
            <a:spLocks noGrp="1"/>
          </p:cNvSpPr>
          <p:nvPr>
            <p:ph type="body" sz="quarter" idx="16"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32337061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Deux colonnes (1/3, 2/3)">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B2799285-ACBF-1844-43EB-2FEE09EDA9B8}"/>
              </a:ext>
            </a:extLst>
          </p:cNvPr>
          <p:cNvSpPr>
            <a:spLocks noGrp="1"/>
          </p:cNvSpPr>
          <p:nvPr>
            <p:ph sz="quarter" idx="14" hasCustomPrompt="1"/>
          </p:nvPr>
        </p:nvSpPr>
        <p:spPr>
          <a:xfrm>
            <a:off x="4783037" y="1773621"/>
            <a:ext cx="8008195"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2B570AF1-11E3-BEF2-F754-CC5B0F939A45}"/>
              </a:ext>
            </a:extLst>
          </p:cNvPr>
          <p:cNvSpPr>
            <a:spLocks noGrp="1"/>
          </p:cNvSpPr>
          <p:nvPr>
            <p:ph sz="quarter" idx="15" hasCustomPrompt="1"/>
          </p:nvPr>
        </p:nvSpPr>
        <p:spPr>
          <a:xfrm>
            <a:off x="619300" y="1773621"/>
            <a:ext cx="4004097"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973F01E1-232F-9D0F-A040-3E23AB1A393C}"/>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88106538-DEC9-5546-BEBF-1D9C54FA84D1}"/>
              </a:ext>
            </a:extLst>
          </p:cNvPr>
          <p:cNvSpPr>
            <a:spLocks noGrp="1"/>
          </p:cNvSpPr>
          <p:nvPr>
            <p:ph type="body" sz="quarter" idx="16"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21131080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Vide">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a:xfrm>
            <a:off x="0" y="0"/>
            <a:ext cx="0" cy="76944"/>
          </a:xfrm>
          <a:noFill/>
          <a:ln>
            <a:noFill/>
          </a:ln>
        </p:spPr>
        <p:txBody>
          <a:bodyPr lIns="0"/>
          <a:lstStyle>
            <a:lvl1pPr>
              <a:defRPr sz="100">
                <a:ln>
                  <a:noFill/>
                </a:ln>
                <a:noFill/>
              </a:defRPr>
            </a:lvl1pPr>
          </a:lstStyle>
          <a:p>
            <a:r>
              <a:rPr lang="en-GB"/>
              <a:t>titre</a:t>
            </a:r>
            <a:endParaRPr lang="en-GB" dirty="0"/>
          </a:p>
        </p:txBody>
      </p:sp>
    </p:spTree>
    <p:extLst>
      <p:ext uri="{BB962C8B-B14F-4D97-AF65-F5344CB8AC3E}">
        <p14:creationId xmlns:p14="http://schemas.microsoft.com/office/powerpoint/2010/main" val="2451514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4.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340E009-01BE-46B9-8A4F-941A611B7B39}"/>
              </a:ext>
            </a:extLst>
          </p:cNvPr>
          <p:cNvSpPr>
            <a:spLocks noGrp="1"/>
          </p:cNvSpPr>
          <p:nvPr>
            <p:ph type="title"/>
          </p:nvPr>
        </p:nvSpPr>
        <p:spPr>
          <a:xfrm>
            <a:off x="619299" y="541084"/>
            <a:ext cx="12172938" cy="430887"/>
          </a:xfrm>
          <a:prstGeom prst="rect">
            <a:avLst/>
          </a:prstGeom>
          <a:noFill/>
        </p:spPr>
        <p:txBody>
          <a:bodyPr vert="horz" lIns="0" tIns="0" rIns="0" bIns="0" rtlCol="0" anchor="ctr">
            <a:spAutoFit/>
          </a:bodyPr>
          <a:lstStyle/>
          <a:p>
            <a:r>
              <a:rPr lang="fr-FR" dirty="0"/>
              <a:t>Titre de la slide</a:t>
            </a:r>
          </a:p>
        </p:txBody>
      </p:sp>
      <p:sp>
        <p:nvSpPr>
          <p:cNvPr id="3" name="Espace réservé du texte 2">
            <a:extLst>
              <a:ext uri="{FF2B5EF4-FFF2-40B4-BE49-F238E27FC236}">
                <a16:creationId xmlns:a16="http://schemas.microsoft.com/office/drawing/2014/main" id="{A28A38CD-688F-416F-825D-6AA62AE070C4}"/>
              </a:ext>
            </a:extLst>
          </p:cNvPr>
          <p:cNvSpPr>
            <a:spLocks noGrp="1"/>
          </p:cNvSpPr>
          <p:nvPr>
            <p:ph type="body" idx="1"/>
          </p:nvPr>
        </p:nvSpPr>
        <p:spPr>
          <a:xfrm>
            <a:off x="619300" y="1773621"/>
            <a:ext cx="12171933" cy="5169646"/>
          </a:xfrm>
          <a:prstGeom prst="rect">
            <a:avLst/>
          </a:prstGeom>
        </p:spPr>
        <p:txBody>
          <a:bodyPr vert="horz" lIns="0" tIns="0" rIns="0" bIns="0" rtlCol="0">
            <a:normAutofit/>
          </a:body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a:t>Huitième niveau</a:t>
            </a:r>
          </a:p>
          <a:p>
            <a:pPr lvl="8"/>
            <a:r>
              <a:rPr lang="fr-FR" dirty="0"/>
              <a:t>Neuvième niveau</a:t>
            </a:r>
          </a:p>
        </p:txBody>
      </p:sp>
      <p:sp>
        <p:nvSpPr>
          <p:cNvPr id="6" name="Espace réservé du numéro de diapositive 5">
            <a:extLst>
              <a:ext uri="{FF2B5EF4-FFF2-40B4-BE49-F238E27FC236}">
                <a16:creationId xmlns:a16="http://schemas.microsoft.com/office/drawing/2014/main" id="{4969F1AF-5A4D-44E9-BE90-AFE847FA1ABC}"/>
              </a:ext>
            </a:extLst>
          </p:cNvPr>
          <p:cNvSpPr>
            <a:spLocks noGrp="1"/>
          </p:cNvSpPr>
          <p:nvPr>
            <p:ph type="sldNum" sz="quarter" idx="4"/>
          </p:nvPr>
        </p:nvSpPr>
        <p:spPr>
          <a:xfrm>
            <a:off x="12475941" y="7058436"/>
            <a:ext cx="315290" cy="274163"/>
          </a:xfrm>
          <a:prstGeom prst="rect">
            <a:avLst/>
          </a:prstGeom>
          <a:blipFill>
            <a:blip r:embed="rId28">
              <a:extLst>
                <a:ext uri="{96DAC541-7B7A-43D3-8B79-37D633B846F1}">
                  <asvg:svgBlip xmlns:asvg="http://schemas.microsoft.com/office/drawing/2016/SVG/main" r:embed="rId29"/>
                </a:ext>
              </a:extLst>
            </a:blip>
            <a:stretch>
              <a:fillRect/>
            </a:stretch>
          </a:blipFill>
        </p:spPr>
        <p:txBody>
          <a:bodyPr vert="horz" lIns="36000" tIns="43200" rIns="36000" bIns="43200" rtlCol="0" anchor="ctr"/>
          <a:lstStyle>
            <a:lvl1pPr algn="r">
              <a:defRPr sz="800" b="0" i="0">
                <a:solidFill>
                  <a:schemeClr val="tx2"/>
                </a:solidFill>
                <a:latin typeface="Gotham Office" panose="02000000000000000000" pitchFamily="2" charset="0"/>
              </a:defRPr>
            </a:lvl1pPr>
          </a:lstStyle>
          <a:p>
            <a:fld id="{E4361461-078F-48AF-88AE-4D21A9B65272}" type="slidenum">
              <a:rPr lang="fr-FR" smtClean="0"/>
              <a:pPr/>
              <a:t>‹N°›</a:t>
            </a:fld>
            <a:endParaRPr lang="fr-FR" dirty="0"/>
          </a:p>
        </p:txBody>
      </p:sp>
      <p:sp>
        <p:nvSpPr>
          <p:cNvPr id="11" name="ZoneTexte 10">
            <a:extLst>
              <a:ext uri="{FF2B5EF4-FFF2-40B4-BE49-F238E27FC236}">
                <a16:creationId xmlns:a16="http://schemas.microsoft.com/office/drawing/2014/main" id="{B6F7FAB4-2D6D-834A-5BF4-D4820D584326}"/>
              </a:ext>
            </a:extLst>
          </p:cNvPr>
          <p:cNvSpPr txBox="1">
            <a:spLocks/>
          </p:cNvSpPr>
          <p:nvPr userDrawn="1"/>
        </p:nvSpPr>
        <p:spPr>
          <a:xfrm>
            <a:off x="619300" y="7113668"/>
            <a:ext cx="2547578" cy="140192"/>
          </a:xfrm>
          <a:prstGeom prst="rect">
            <a:avLst/>
          </a:prstGeom>
          <a:noFill/>
        </p:spPr>
        <p:txBody>
          <a:bodyPr wrap="square" lIns="0" tIns="0" rIns="0" bIns="0" rtlCol="0" anchor="ctr" anchorCtr="0">
            <a:noAutofit/>
          </a:bodyPr>
          <a:lstStyle/>
          <a:p>
            <a:pPr algn="l"/>
            <a:r>
              <a:rPr lang="fr-FR" sz="1050" b="0" i="0" noProof="0" dirty="0">
                <a:solidFill>
                  <a:schemeClr val="tx2"/>
                </a:solidFill>
                <a:latin typeface="Gotham Office" panose="02000000000000000000" pitchFamily="2" charset="0"/>
              </a:rPr>
              <a:t>EDMOND DE ROTHSCHILD</a:t>
            </a:r>
          </a:p>
        </p:txBody>
      </p:sp>
    </p:spTree>
    <p:extLst>
      <p:ext uri="{BB962C8B-B14F-4D97-AF65-F5344CB8AC3E}">
        <p14:creationId xmlns:p14="http://schemas.microsoft.com/office/powerpoint/2010/main" val="2320206068"/>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25" r:id="rId18"/>
    <p:sldLayoutId id="2147483650" r:id="rId19"/>
    <p:sldLayoutId id="2147483662" r:id="rId20"/>
    <p:sldLayoutId id="2147483652" r:id="rId21"/>
    <p:sldLayoutId id="2147483653" r:id="rId22"/>
    <p:sldLayoutId id="2147483654" r:id="rId23"/>
    <p:sldLayoutId id="2147483655" r:id="rId24"/>
    <p:sldLayoutId id="2147483664" r:id="rId25"/>
    <p:sldLayoutId id="2147483663" r:id="rId26"/>
  </p:sldLayoutIdLst>
  <p:hf hdr="0" ftr="0"/>
  <p:txStyles>
    <p:titleStyle>
      <a:lvl1pPr algn="l" defTabSz="1007943" rtl="0" eaLnBrk="1" latinLnBrk="0" hangingPunct="1">
        <a:lnSpc>
          <a:spcPct val="100000"/>
        </a:lnSpc>
        <a:spcBef>
          <a:spcPct val="0"/>
        </a:spcBef>
        <a:buNone/>
        <a:defRPr sz="2800" b="0" i="0" kern="1200" cap="all" baseline="0">
          <a:solidFill>
            <a:schemeClr val="tx2"/>
          </a:solidFill>
          <a:latin typeface="Gotham Office" panose="02000000000000000000" pitchFamily="2" charset="0"/>
          <a:ea typeface="+mj-ea"/>
          <a:cs typeface="+mj-cs"/>
        </a:defRPr>
      </a:lvl1pPr>
    </p:titleStyle>
    <p:bodyStyle>
      <a:lvl1pPr marL="0" indent="0" algn="l" defTabSz="1007943" rtl="0" eaLnBrk="1" latinLnBrk="0" hangingPunct="1">
        <a:lnSpc>
          <a:spcPct val="100000"/>
        </a:lnSpc>
        <a:spcBef>
          <a:spcPts val="600"/>
        </a:spcBef>
        <a:buFont typeface="Arial" panose="020B0604020202020204" pitchFamily="34" charset="0"/>
        <a:buNone/>
        <a:defRPr sz="1100" b="0" i="0" kern="1200">
          <a:solidFill>
            <a:schemeClr val="tx1"/>
          </a:solidFill>
          <a:latin typeface="Gotham Office" panose="02000000000000000000" pitchFamily="2" charset="0"/>
          <a:ea typeface="+mn-ea"/>
          <a:cs typeface="+mn-cs"/>
        </a:defRPr>
      </a:lvl1pPr>
      <a:lvl2pPr marL="0" indent="0" algn="l" defTabSz="1007943" rtl="0" eaLnBrk="1" latinLnBrk="0" hangingPunct="1">
        <a:lnSpc>
          <a:spcPct val="100000"/>
        </a:lnSpc>
        <a:spcBef>
          <a:spcPts val="600"/>
        </a:spcBef>
        <a:buFontTx/>
        <a:buNone/>
        <a:defRPr sz="1100" b="0" i="0" kern="1200">
          <a:solidFill>
            <a:schemeClr val="tx1"/>
          </a:solidFill>
          <a:latin typeface="Gotham Office" panose="02000000000000000000" pitchFamily="2" charset="0"/>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30">
            <a:extLst>
              <a:ext uri="{96DAC541-7B7A-43D3-8B79-37D633B846F1}">
                <asvg:svgBlip xmlns:asvg="http://schemas.microsoft.com/office/drawing/2016/SVG/main" r:embed="rId31"/>
              </a:ext>
            </a:extLst>
          </a:blip>
        </a:buBlip>
        <a:defRPr sz="1100" b="0" i="0" kern="1200">
          <a:solidFill>
            <a:schemeClr val="tx1"/>
          </a:solidFill>
          <a:latin typeface="Gotham Office" panose="02000000000000000000" pitchFamily="2" charset="0"/>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b="0" i="0" kern="1200">
          <a:solidFill>
            <a:schemeClr val="tx1"/>
          </a:solidFill>
          <a:latin typeface="Gotham Office" panose="02000000000000000000" pitchFamily="2" charset="0"/>
          <a:ea typeface="+mn-ea"/>
          <a:cs typeface="+mn-cs"/>
        </a:defRPr>
      </a:lvl4pPr>
      <a:lvl5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5pPr>
      <a:lvl6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6pPr>
      <a:lvl7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7pPr>
      <a:lvl8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8pPr>
      <a:lvl9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9pPr>
    </p:bodyStyle>
    <p:otherStyle>
      <a:defPPr>
        <a:defRPr lang="fr-FR"/>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88" userDrawn="1">
          <p15:clr>
            <a:srgbClr val="F26B43"/>
          </p15:clr>
        </p15:guide>
        <p15:guide id="4" pos="8060" userDrawn="1">
          <p15:clr>
            <a:srgbClr val="F26B43"/>
          </p15:clr>
        </p15:guide>
        <p15:guide id="5" orient="horz" pos="338" userDrawn="1">
          <p15:clr>
            <a:srgbClr val="F26B43"/>
          </p15:clr>
        </p15:guide>
        <p15:guide id="6" orient="horz" pos="614" userDrawn="1">
          <p15:clr>
            <a:srgbClr val="F26B43"/>
          </p15:clr>
        </p15:guide>
        <p15:guide id="7" orient="horz" pos="1116" userDrawn="1">
          <p15:clr>
            <a:srgbClr val="F26B43"/>
          </p15:clr>
        </p15:guide>
        <p15:guide id="8" orient="horz" pos="437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10.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0.emf"/><Relationship Id="rId2" Type="http://schemas.openxmlformats.org/officeDocument/2006/relationships/image" Target="../media/image3.png"/><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5" Type="http://schemas.openxmlformats.org/officeDocument/2006/relationships/image" Target="../media/image22.emf"/><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9.xml"/><Relationship Id="rId5" Type="http://schemas.microsoft.com/office/2007/relationships/hdphoto" Target="../media/hdphoto1.wdp"/><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9.xml"/><Relationship Id="rId5" Type="http://schemas.openxmlformats.org/officeDocument/2006/relationships/chart" Target="../charts/chart5.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4" Type="http://schemas.openxmlformats.org/officeDocument/2006/relationships/image" Target="../media/image25.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9.xml"/><Relationship Id="rId1" Type="http://schemas.openxmlformats.org/officeDocument/2006/relationships/tags" Target="../tags/tag2.xml"/><Relationship Id="rId4" Type="http://schemas.openxmlformats.org/officeDocument/2006/relationships/hyperlink" Target="https://www.edmond-de-rothschild.com/media/no2ncu1s/edram-luxembourg-en-investors-rights.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615950" y="2338724"/>
            <a:ext cx="6344092" cy="2160779"/>
          </a:xfrm>
        </p:spPr>
        <p:txBody>
          <a:bodyPr/>
          <a:lstStyle/>
          <a:p>
            <a:r>
              <a:rPr lang="fr-FR" dirty="0"/>
              <a:t>INVESTMENT STRATEGY 2026</a:t>
            </a:r>
          </a:p>
        </p:txBody>
      </p:sp>
      <p:sp>
        <p:nvSpPr>
          <p:cNvPr id="3" name="Espace réservé du numéro de diapositive 2"/>
          <p:cNvSpPr>
            <a:spLocks noGrp="1"/>
          </p:cNvSpPr>
          <p:nvPr>
            <p:ph type="sldNum" sz="quarter" idx="12"/>
          </p:nvPr>
        </p:nvSpPr>
        <p:spPr/>
        <p:txBody>
          <a:bodyPr/>
          <a:lstStyle/>
          <a:p>
            <a:fld id="{E4361461-078F-48AF-88AE-4D21A9B65272}" type="slidenum">
              <a:rPr lang="fr-FR" sz="3454"/>
              <a:pPr/>
              <a:t>1</a:t>
            </a:fld>
            <a:endParaRPr lang="fr-FR" sz="3454" dirty="0"/>
          </a:p>
        </p:txBody>
      </p:sp>
      <p:sp>
        <p:nvSpPr>
          <p:cNvPr id="6" name="Espace réservé du texte 5"/>
          <p:cNvSpPr>
            <a:spLocks noGrp="1"/>
          </p:cNvSpPr>
          <p:nvPr>
            <p:ph type="body" sz="quarter" idx="13"/>
          </p:nvPr>
        </p:nvSpPr>
        <p:spPr>
          <a:xfrm>
            <a:off x="637033" y="6075893"/>
            <a:ext cx="2589611" cy="231297"/>
          </a:xfrm>
        </p:spPr>
        <p:txBody>
          <a:bodyPr>
            <a:normAutofit lnSpcReduction="10000"/>
          </a:bodyPr>
          <a:lstStyle/>
          <a:p>
            <a:r>
              <a:rPr lang="en-US" noProof="0" dirty="0">
                <a:latin typeface="+mn-lt"/>
              </a:rPr>
              <a:t>January 15</a:t>
            </a:r>
            <a:r>
              <a:rPr lang="en-US" noProof="0">
                <a:latin typeface="+mn-lt"/>
              </a:rPr>
              <a:t>, 2026</a:t>
            </a:r>
            <a:endParaRPr lang="en-US" noProof="0" dirty="0">
              <a:latin typeface="+mn-lt"/>
            </a:endParaRPr>
          </a:p>
        </p:txBody>
      </p:sp>
      <p:sp>
        <p:nvSpPr>
          <p:cNvPr id="7" name="Espace réservé du texte 5"/>
          <p:cNvSpPr txBox="1">
            <a:spLocks/>
          </p:cNvSpPr>
          <p:nvPr/>
        </p:nvSpPr>
        <p:spPr>
          <a:xfrm>
            <a:off x="641595" y="5287698"/>
            <a:ext cx="2109071" cy="231297"/>
          </a:xfrm>
          <a:prstGeom prst="rect">
            <a:avLst/>
          </a:prstGeom>
        </p:spPr>
        <p:txBody>
          <a:bodyPr vert="horz" lIns="0" tIns="0" rIns="0" bIns="0" rtlCol="0">
            <a:noAutofit/>
          </a:bodyPr>
          <a:lstStyle>
            <a:lvl1pPr marL="0" indent="0" algn="l" defTabSz="1007943" rtl="0" eaLnBrk="1" latinLnBrk="0" hangingPunct="1">
              <a:lnSpc>
                <a:spcPct val="100000"/>
              </a:lnSpc>
              <a:spcBef>
                <a:spcPts val="600"/>
              </a:spcBef>
              <a:buFont typeface="Arial" panose="020B0604020202020204" pitchFamily="34" charset="0"/>
              <a:buNone/>
              <a:defRPr sz="1600" b="0" i="0" kern="1200">
                <a:solidFill>
                  <a:schemeClr val="tx2"/>
                </a:solidFill>
                <a:latin typeface="+mj-lt"/>
                <a:ea typeface="+mn-ea"/>
                <a:cs typeface="+mn-cs"/>
              </a:defRPr>
            </a:lvl1pPr>
            <a:lvl2pPr marL="0" indent="0" algn="l" defTabSz="1007943" rtl="0" eaLnBrk="1" latinLnBrk="0" hangingPunct="1">
              <a:lnSpc>
                <a:spcPct val="100000"/>
              </a:lnSpc>
              <a:spcBef>
                <a:spcPts val="600"/>
              </a:spcBef>
              <a:buFontTx/>
              <a:buNone/>
              <a:defRPr sz="1100" b="0" i="0" kern="1200">
                <a:solidFill>
                  <a:schemeClr val="tx1"/>
                </a:solidFill>
                <a:latin typeface="Gotham Office" panose="02000000000000000000" pitchFamily="2" charset="0"/>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b="0" i="0" kern="1200">
                <a:solidFill>
                  <a:schemeClr val="tx1"/>
                </a:solidFill>
                <a:latin typeface="Gotham Office" panose="02000000000000000000" pitchFamily="2" charset="0"/>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b="0" i="0" kern="1200">
                <a:solidFill>
                  <a:schemeClr val="tx1"/>
                </a:solidFill>
                <a:latin typeface="Gotham Office" panose="02000000000000000000" pitchFamily="2" charset="0"/>
                <a:ea typeface="+mn-ea"/>
                <a:cs typeface="+mn-cs"/>
              </a:defRPr>
            </a:lvl4pPr>
            <a:lvl5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5pPr>
            <a:lvl6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6pPr>
            <a:lvl7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7pPr>
            <a:lvl8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8pPr>
            <a:lvl9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9pPr>
          </a:lstStyle>
          <a:p>
            <a:r>
              <a:rPr lang="fr-FR" b="1" dirty="0">
                <a:solidFill>
                  <a:schemeClr val="bg2"/>
                </a:solidFill>
                <a:latin typeface="+mn-lt"/>
              </a:rPr>
              <a:t>MONACO</a:t>
            </a:r>
          </a:p>
        </p:txBody>
      </p:sp>
    </p:spTree>
    <p:extLst>
      <p:ext uri="{BB962C8B-B14F-4D97-AF65-F5344CB8AC3E}">
        <p14:creationId xmlns:p14="http://schemas.microsoft.com/office/powerpoint/2010/main" val="2332998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AD594-D220-EBFB-D6AF-4196152F3B16}"/>
            </a:ext>
          </a:extLst>
        </p:cNvPr>
        <p:cNvGrpSpPr/>
        <p:nvPr/>
      </p:nvGrpSpPr>
      <p:grpSpPr>
        <a:xfrm>
          <a:off x="0" y="0"/>
          <a:ext cx="0" cy="0"/>
          <a:chOff x="0" y="0"/>
          <a:chExt cx="0" cy="0"/>
        </a:xfrm>
      </p:grpSpPr>
      <p:graphicFrame>
        <p:nvGraphicFramePr>
          <p:cNvPr id="10" name="Graphique 9">
            <a:extLst>
              <a:ext uri="{FF2B5EF4-FFF2-40B4-BE49-F238E27FC236}">
                <a16:creationId xmlns:a16="http://schemas.microsoft.com/office/drawing/2014/main" id="{9AA19DC5-09A5-0389-C65C-96BA8DE1DF69}"/>
              </a:ext>
            </a:extLst>
          </p:cNvPr>
          <p:cNvGraphicFramePr>
            <a:graphicFrameLocks/>
          </p:cNvGraphicFramePr>
          <p:nvPr>
            <p:extLst>
              <p:ext uri="{D42A27DB-BD31-4B8C-83A1-F6EECF244321}">
                <p14:modId xmlns:p14="http://schemas.microsoft.com/office/powerpoint/2010/main" val="2892327575"/>
              </p:ext>
            </p:extLst>
          </p:nvPr>
        </p:nvGraphicFramePr>
        <p:xfrm>
          <a:off x="589428" y="1815474"/>
          <a:ext cx="12108263" cy="4446561"/>
        </p:xfrm>
        <a:graphic>
          <a:graphicData uri="http://schemas.openxmlformats.org/drawingml/2006/chart">
            <c:chart xmlns:c="http://schemas.openxmlformats.org/drawingml/2006/chart" xmlns:r="http://schemas.openxmlformats.org/officeDocument/2006/relationships" r:id="rId2"/>
          </a:graphicData>
        </a:graphic>
      </p:graphicFrame>
      <p:sp>
        <p:nvSpPr>
          <p:cNvPr id="2" name="Espace réservé du numéro de diapositive 1">
            <a:extLst>
              <a:ext uri="{FF2B5EF4-FFF2-40B4-BE49-F238E27FC236}">
                <a16:creationId xmlns:a16="http://schemas.microsoft.com/office/drawing/2014/main" id="{7A40B821-0460-F1CC-DF72-50B2F0C1109E}"/>
              </a:ext>
            </a:extLst>
          </p:cNvPr>
          <p:cNvSpPr>
            <a:spLocks noGrp="1"/>
          </p:cNvSpPr>
          <p:nvPr>
            <p:ph type="sldNum" sz="quarter" idx="12"/>
          </p:nvPr>
        </p:nvSpPr>
        <p:spPr/>
        <p:txBody>
          <a:bodyPr/>
          <a:lstStyle/>
          <a:p>
            <a:fld id="{E4361461-078F-48AF-88AE-4D21A9B65272}" type="slidenum">
              <a:rPr lang="en-GB" smtClean="0"/>
              <a:t>2</a:t>
            </a:fld>
            <a:endParaRPr lang="en-GB" dirty="0"/>
          </a:p>
        </p:txBody>
      </p:sp>
      <p:sp>
        <p:nvSpPr>
          <p:cNvPr id="3" name="Titre 2">
            <a:extLst>
              <a:ext uri="{FF2B5EF4-FFF2-40B4-BE49-F238E27FC236}">
                <a16:creationId xmlns:a16="http://schemas.microsoft.com/office/drawing/2014/main" id="{4AFE01F1-EDE0-FEA8-65B2-3D8BAF102674}"/>
              </a:ext>
            </a:extLst>
          </p:cNvPr>
          <p:cNvSpPr>
            <a:spLocks noGrp="1"/>
          </p:cNvSpPr>
          <p:nvPr>
            <p:ph type="title"/>
          </p:nvPr>
        </p:nvSpPr>
        <p:spPr>
          <a:xfrm>
            <a:off x="615950" y="543839"/>
            <a:ext cx="10933905" cy="430887"/>
          </a:xfrm>
        </p:spPr>
        <p:txBody>
          <a:bodyPr/>
          <a:lstStyle/>
          <a:p>
            <a:r>
              <a:rPr lang="fr-FR" dirty="0"/>
              <a:t>The </a:t>
            </a:r>
            <a:r>
              <a:rPr lang="fr-FR" dirty="0" err="1"/>
              <a:t>bubble</a:t>
            </a:r>
            <a:r>
              <a:rPr lang="fr-FR" dirty="0"/>
              <a:t> </a:t>
            </a:r>
            <a:r>
              <a:rPr lang="fr-FR" dirty="0" err="1"/>
              <a:t>is</a:t>
            </a:r>
            <a:r>
              <a:rPr lang="fr-FR" dirty="0"/>
              <a:t> real</a:t>
            </a:r>
            <a:endParaRPr lang="fr-FR" dirty="0">
              <a:solidFill>
                <a:schemeClr val="accent4"/>
              </a:solidFill>
            </a:endParaRPr>
          </a:p>
        </p:txBody>
      </p:sp>
      <p:sp>
        <p:nvSpPr>
          <p:cNvPr id="12" name="Espace réservé du texte 5">
            <a:extLst>
              <a:ext uri="{FF2B5EF4-FFF2-40B4-BE49-F238E27FC236}">
                <a16:creationId xmlns:a16="http://schemas.microsoft.com/office/drawing/2014/main" id="{5E55970E-B0CC-1D40-D6C4-4EDBF0C566D6}"/>
              </a:ext>
            </a:extLst>
          </p:cNvPr>
          <p:cNvSpPr>
            <a:spLocks noGrp="1"/>
          </p:cNvSpPr>
          <p:nvPr>
            <p:ph type="body" sz="quarter" idx="14"/>
          </p:nvPr>
        </p:nvSpPr>
        <p:spPr>
          <a:xfrm>
            <a:off x="640799" y="6558783"/>
            <a:ext cx="10771936" cy="331638"/>
          </a:xfrm>
        </p:spPr>
        <p:txBody>
          <a:bodyPr/>
          <a:lstStyle/>
          <a:p>
            <a:r>
              <a:rPr lang="en-US" sz="2000" dirty="0"/>
              <a:t>The current bubble could potentially go further...</a:t>
            </a:r>
            <a:endParaRPr lang="fr-FR" sz="2000" dirty="0"/>
          </a:p>
        </p:txBody>
      </p:sp>
      <p:sp>
        <p:nvSpPr>
          <p:cNvPr id="9" name="Rectangle 8">
            <a:extLst>
              <a:ext uri="{FF2B5EF4-FFF2-40B4-BE49-F238E27FC236}">
                <a16:creationId xmlns:a16="http://schemas.microsoft.com/office/drawing/2014/main" id="{A36E6F20-809B-2AAB-AAB7-7D5F642A42BC}"/>
              </a:ext>
            </a:extLst>
          </p:cNvPr>
          <p:cNvSpPr/>
          <p:nvPr/>
        </p:nvSpPr>
        <p:spPr>
          <a:xfrm>
            <a:off x="2754814" y="7058436"/>
            <a:ext cx="9572223" cy="230832"/>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Factset</a:t>
            </a:r>
            <a:r>
              <a:rPr lang="fr-FR" sz="750" b="1" dirty="0">
                <a:solidFill>
                  <a:schemeClr val="tx1">
                    <a:lumMod val="75000"/>
                    <a:lumOff val="25000"/>
                  </a:schemeClr>
                </a:solidFill>
                <a:latin typeface="Gotham Narrow Office" panose="02000000000000000000" pitchFamily="2" charset="0"/>
              </a:rPr>
              <a:t>, data as of 31/12/2025. </a:t>
            </a:r>
            <a:r>
              <a:rPr lang="en-US" sz="750" b="1" dirty="0">
                <a:solidFill>
                  <a:schemeClr val="tx1">
                    <a:lumMod val="75000"/>
                    <a:lumOff val="25000"/>
                  </a:schemeClr>
                </a:solidFill>
                <a:latin typeface="Gotham Narrow Office" panose="02000000000000000000" pitchFamily="2" charset="0"/>
              </a:rPr>
              <a:t>Past performance and volatility are not indicative of future performance and volatility and are not constant over time. In particular, they may be independently affected by changes in exchange rates.</a:t>
            </a:r>
            <a:endParaRPr lang="en-GB" sz="750" b="1" dirty="0">
              <a:solidFill>
                <a:schemeClr val="tx1">
                  <a:lumMod val="75000"/>
                  <a:lumOff val="25000"/>
                </a:schemeClr>
              </a:solidFill>
              <a:latin typeface="Gotham Narrow Office" panose="02000000000000000000" pitchFamily="2" charset="0"/>
            </a:endParaRPr>
          </a:p>
        </p:txBody>
      </p:sp>
      <p:sp>
        <p:nvSpPr>
          <p:cNvPr id="11" name="Rectangle 10">
            <a:extLst>
              <a:ext uri="{FF2B5EF4-FFF2-40B4-BE49-F238E27FC236}">
                <a16:creationId xmlns:a16="http://schemas.microsoft.com/office/drawing/2014/main" id="{F829FC01-8BD4-581D-7974-EB5B309CBD72}"/>
              </a:ext>
            </a:extLst>
          </p:cNvPr>
          <p:cNvSpPr/>
          <p:nvPr/>
        </p:nvSpPr>
        <p:spPr bwMode="gray">
          <a:xfrm>
            <a:off x="11050882" y="3182278"/>
            <a:ext cx="353683" cy="267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fr-FR" sz="1400" dirty="0"/>
          </a:p>
        </p:txBody>
      </p:sp>
      <p:sp>
        <p:nvSpPr>
          <p:cNvPr id="16" name="Inhaltsplatzhalter 10">
            <a:extLst>
              <a:ext uri="{FF2B5EF4-FFF2-40B4-BE49-F238E27FC236}">
                <a16:creationId xmlns:a16="http://schemas.microsoft.com/office/drawing/2014/main" id="{125ADDCF-A411-19EA-3507-4052562D2E39}"/>
              </a:ext>
            </a:extLst>
          </p:cNvPr>
          <p:cNvSpPr txBox="1">
            <a:spLocks/>
          </p:cNvSpPr>
          <p:nvPr/>
        </p:nvSpPr>
        <p:spPr bwMode="gray">
          <a:xfrm>
            <a:off x="640798" y="1381070"/>
            <a:ext cx="12154451" cy="294505"/>
          </a:xfrm>
          <a:prstGeom prst="rect">
            <a:avLst/>
          </a:prstGeom>
        </p:spPr>
        <p:txBody>
          <a:bodyPr vert="horz" lIns="0" tIns="0" rIns="0" bIns="0" rtlCol="0" anchor="ctr">
            <a:norm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3">
                  <a:extLst>
                    <a:ext uri="{96DAC541-7B7A-43D3-8B79-37D633B846F1}">
                      <asvg:svgBlip xmlns:asvg="http://schemas.microsoft.com/office/drawing/2016/SVG/main" r:embed="rId4"/>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r>
              <a:rPr lang="en-US" sz="1400" dirty="0">
                <a:solidFill>
                  <a:schemeClr val="tx2"/>
                </a:solidFill>
                <a:latin typeface="Gotham Office" panose="02000000000000000000" pitchFamily="2" charset="0"/>
              </a:rPr>
              <a:t>EVOLUTION OF THE S&amp;P 500 AND S&amp;P 500 MOMENTUM INDICES SINCE 1997</a:t>
            </a:r>
            <a:endParaRPr lang="fr-FR" sz="1400" dirty="0">
              <a:solidFill>
                <a:schemeClr val="tx2"/>
              </a:solidFill>
              <a:latin typeface="Gotham Office" panose="02000000000000000000" pitchFamily="2" charset="0"/>
            </a:endParaRPr>
          </a:p>
        </p:txBody>
      </p:sp>
      <p:cxnSp>
        <p:nvCxnSpPr>
          <p:cNvPr id="17" name="Connecteur droit 21">
            <a:extLst>
              <a:ext uri="{FF2B5EF4-FFF2-40B4-BE49-F238E27FC236}">
                <a16:creationId xmlns:a16="http://schemas.microsoft.com/office/drawing/2014/main" id="{7C923BF5-92D0-9321-B971-056C31BCF1FC}"/>
              </a:ext>
            </a:extLst>
          </p:cNvPr>
          <p:cNvCxnSpPr>
            <a:cxnSpLocks/>
          </p:cNvCxnSpPr>
          <p:nvPr/>
        </p:nvCxnSpPr>
        <p:spPr>
          <a:xfrm>
            <a:off x="640799" y="1756474"/>
            <a:ext cx="12150432" cy="368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 name="Ellipse 4">
            <a:extLst>
              <a:ext uri="{FF2B5EF4-FFF2-40B4-BE49-F238E27FC236}">
                <a16:creationId xmlns:a16="http://schemas.microsoft.com/office/drawing/2014/main" id="{5CE762CF-712E-EC87-6569-6C2B966A9DED}"/>
              </a:ext>
            </a:extLst>
          </p:cNvPr>
          <p:cNvSpPr/>
          <p:nvPr/>
        </p:nvSpPr>
        <p:spPr>
          <a:xfrm>
            <a:off x="1373981" y="4564882"/>
            <a:ext cx="1041722" cy="914400"/>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6" name="Ellipse 5">
            <a:extLst>
              <a:ext uri="{FF2B5EF4-FFF2-40B4-BE49-F238E27FC236}">
                <a16:creationId xmlns:a16="http://schemas.microsoft.com/office/drawing/2014/main" id="{8F181993-3746-28AF-FBF4-35FACD287F17}"/>
              </a:ext>
            </a:extLst>
          </p:cNvPr>
          <p:cNvSpPr/>
          <p:nvPr/>
        </p:nvSpPr>
        <p:spPr>
          <a:xfrm rot="790415">
            <a:off x="11474015" y="1990368"/>
            <a:ext cx="1394411" cy="2574515"/>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7" name="ZoneTexte 6">
            <a:extLst>
              <a:ext uri="{FF2B5EF4-FFF2-40B4-BE49-F238E27FC236}">
                <a16:creationId xmlns:a16="http://schemas.microsoft.com/office/drawing/2014/main" id="{E5C7A6A7-114B-59EC-3B51-B8D96F90B5E5}"/>
              </a:ext>
            </a:extLst>
          </p:cNvPr>
          <p:cNvSpPr txBox="1"/>
          <p:nvPr/>
        </p:nvSpPr>
        <p:spPr>
          <a:xfrm>
            <a:off x="1191288" y="4020875"/>
            <a:ext cx="2205763" cy="505655"/>
          </a:xfrm>
          <a:prstGeom prst="rect">
            <a:avLst/>
          </a:prstGeom>
        </p:spPr>
        <p:txBody>
          <a:bodyPr vert="horz" wrap="square" lIns="0" tIns="0" rIns="0" bIns="0" rtlCol="0">
            <a:noAutofit/>
          </a:bodyPr>
          <a:lstStyle/>
          <a:p>
            <a:pPr algn="ctr"/>
            <a:r>
              <a:rPr lang="fr-FR" sz="1100" b="1" dirty="0" err="1">
                <a:solidFill>
                  <a:schemeClr val="accent4"/>
                </a:solidFill>
              </a:rPr>
              <a:t>Outperformance</a:t>
            </a:r>
            <a:r>
              <a:rPr lang="fr-FR" sz="1100" b="1" dirty="0">
                <a:solidFill>
                  <a:schemeClr val="accent4"/>
                </a:solidFill>
              </a:rPr>
              <a:t> +112%</a:t>
            </a:r>
          </a:p>
          <a:p>
            <a:pPr algn="ctr"/>
            <a:r>
              <a:rPr lang="fr-FR" sz="1100" i="1" dirty="0">
                <a:solidFill>
                  <a:schemeClr val="accent4"/>
                </a:solidFill>
              </a:rPr>
              <a:t>(22/12/1997 - 24/03/2000) </a:t>
            </a:r>
          </a:p>
        </p:txBody>
      </p:sp>
      <p:sp>
        <p:nvSpPr>
          <p:cNvPr id="8" name="ZoneTexte 7">
            <a:extLst>
              <a:ext uri="{FF2B5EF4-FFF2-40B4-BE49-F238E27FC236}">
                <a16:creationId xmlns:a16="http://schemas.microsoft.com/office/drawing/2014/main" id="{59402962-A27A-0404-FC7F-9FDF5EE69F5F}"/>
              </a:ext>
            </a:extLst>
          </p:cNvPr>
          <p:cNvSpPr txBox="1"/>
          <p:nvPr/>
        </p:nvSpPr>
        <p:spPr>
          <a:xfrm>
            <a:off x="10949907" y="4796111"/>
            <a:ext cx="1841324" cy="505655"/>
          </a:xfrm>
          <a:prstGeom prst="rect">
            <a:avLst/>
          </a:prstGeom>
        </p:spPr>
        <p:txBody>
          <a:bodyPr vert="horz" wrap="square" lIns="0" tIns="0" rIns="0" bIns="0" rtlCol="0">
            <a:noAutofit/>
          </a:bodyPr>
          <a:lstStyle/>
          <a:p>
            <a:pPr algn="ctr"/>
            <a:r>
              <a:rPr lang="fr-FR" sz="1100" b="1" dirty="0" err="1">
                <a:solidFill>
                  <a:schemeClr val="accent4"/>
                </a:solidFill>
              </a:rPr>
              <a:t>Outperformance</a:t>
            </a:r>
            <a:r>
              <a:rPr lang="fr-FR" sz="1100" b="1" dirty="0">
                <a:solidFill>
                  <a:schemeClr val="accent4"/>
                </a:solidFill>
              </a:rPr>
              <a:t> +46%</a:t>
            </a:r>
          </a:p>
          <a:p>
            <a:pPr algn="ctr"/>
            <a:r>
              <a:rPr lang="fr-FR" sz="1100" i="1" dirty="0" err="1">
                <a:solidFill>
                  <a:schemeClr val="accent4"/>
                </a:solidFill>
              </a:rPr>
              <a:t>Since</a:t>
            </a:r>
            <a:r>
              <a:rPr lang="fr-FR" sz="1100" i="1" dirty="0">
                <a:solidFill>
                  <a:schemeClr val="accent4"/>
                </a:solidFill>
              </a:rPr>
              <a:t> 16/10/2023 </a:t>
            </a:r>
          </a:p>
        </p:txBody>
      </p:sp>
    </p:spTree>
    <p:extLst>
      <p:ext uri="{BB962C8B-B14F-4D97-AF65-F5344CB8AC3E}">
        <p14:creationId xmlns:p14="http://schemas.microsoft.com/office/powerpoint/2010/main" val="1798056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E4361461-078F-48AF-88AE-4D21A9B65272}" type="slidenum">
              <a:rPr lang="en-GB" smtClean="0"/>
              <a:t>3</a:t>
            </a:fld>
            <a:endParaRPr lang="en-GB" dirty="0"/>
          </a:p>
        </p:txBody>
      </p:sp>
      <p:sp>
        <p:nvSpPr>
          <p:cNvPr id="3" name="Titre 2"/>
          <p:cNvSpPr>
            <a:spLocks noGrp="1"/>
          </p:cNvSpPr>
          <p:nvPr>
            <p:ph type="title"/>
          </p:nvPr>
        </p:nvSpPr>
        <p:spPr>
          <a:xfrm>
            <a:off x="615950" y="543839"/>
            <a:ext cx="10933905" cy="430887"/>
          </a:xfrm>
        </p:spPr>
        <p:txBody>
          <a:bodyPr/>
          <a:lstStyle/>
          <a:p>
            <a:r>
              <a:rPr lang="fr-FR" dirty="0"/>
              <a:t>2026: a fiscal </a:t>
            </a:r>
            <a:r>
              <a:rPr lang="fr-FR" dirty="0" err="1"/>
              <a:t>year</a:t>
            </a:r>
            <a:endParaRPr lang="fr-FR" dirty="0"/>
          </a:p>
        </p:txBody>
      </p:sp>
      <p:sp>
        <p:nvSpPr>
          <p:cNvPr id="12" name="Espace réservé du texte 5"/>
          <p:cNvSpPr>
            <a:spLocks noGrp="1"/>
          </p:cNvSpPr>
          <p:nvPr>
            <p:ph type="body" sz="quarter" idx="14"/>
          </p:nvPr>
        </p:nvSpPr>
        <p:spPr/>
        <p:txBody>
          <a:bodyPr/>
          <a:lstStyle/>
          <a:p>
            <a:r>
              <a:rPr lang="en-US" dirty="0"/>
              <a:t>A wide range of fiscal stimuli will be at work</a:t>
            </a:r>
            <a:endParaRPr lang="fr-FR" dirty="0"/>
          </a:p>
        </p:txBody>
      </p:sp>
      <p:sp>
        <p:nvSpPr>
          <p:cNvPr id="4" name="Espace réservé du texte 5">
            <a:extLst>
              <a:ext uri="{FF2B5EF4-FFF2-40B4-BE49-F238E27FC236}">
                <a16:creationId xmlns:a16="http://schemas.microsoft.com/office/drawing/2014/main" id="{3AE0D2E5-89B3-630E-BAA7-F06B508977AD}"/>
              </a:ext>
            </a:extLst>
          </p:cNvPr>
          <p:cNvSpPr txBox="1">
            <a:spLocks/>
          </p:cNvSpPr>
          <p:nvPr/>
        </p:nvSpPr>
        <p:spPr>
          <a:xfrm>
            <a:off x="1410835" y="6355327"/>
            <a:ext cx="2430106" cy="560760"/>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800" b="1" i="0" kern="1200">
                <a:solidFill>
                  <a:schemeClr val="bg2"/>
                </a:solidFill>
                <a:latin typeface="Gotham Office" panose="02000000000000000000" pitchFamily="2" charset="0"/>
                <a:ea typeface="+mn-ea"/>
                <a:cs typeface="+mn-cs"/>
              </a:defRPr>
            </a:lvl1pPr>
            <a:lvl2pPr marL="0" indent="0" algn="l" defTabSz="1007943" rtl="0" eaLnBrk="1" latinLnBrk="0" hangingPunct="1">
              <a:lnSpc>
                <a:spcPct val="100000"/>
              </a:lnSpc>
              <a:spcBef>
                <a:spcPts val="600"/>
              </a:spcBef>
              <a:buFontTx/>
              <a:buNone/>
              <a:defRPr sz="1800" b="1" i="0" kern="1200">
                <a:solidFill>
                  <a:schemeClr val="bg2"/>
                </a:solidFill>
                <a:latin typeface="Gotham Office" panose="02000000000000000000" pitchFamily="2" charset="0"/>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800" b="1" i="0" kern="1200">
                <a:solidFill>
                  <a:schemeClr val="bg2"/>
                </a:solidFill>
                <a:latin typeface="Gotham Office" panose="02000000000000000000" pitchFamily="2" charset="0"/>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800" b="1" i="0" kern="1200">
                <a:solidFill>
                  <a:schemeClr val="bg2"/>
                </a:solidFill>
                <a:latin typeface="Gotham Office" panose="02000000000000000000" pitchFamily="2" charset="0"/>
                <a:ea typeface="+mn-ea"/>
                <a:cs typeface="+mn-cs"/>
              </a:defRPr>
            </a:lvl4pPr>
            <a:lvl5pPr marL="360000" indent="0" algn="l" defTabSz="1007943" rtl="0" eaLnBrk="1" latinLnBrk="0" hangingPunct="1">
              <a:lnSpc>
                <a:spcPct val="100000"/>
              </a:lnSpc>
              <a:spcBef>
                <a:spcPts val="600"/>
              </a:spcBef>
              <a:buFontTx/>
              <a:buNone/>
              <a:defRPr sz="1800" b="1" i="0" kern="1200">
                <a:solidFill>
                  <a:schemeClr val="bg2"/>
                </a:solidFill>
                <a:latin typeface="Gotham Office" panose="02000000000000000000" pitchFamily="2" charset="0"/>
                <a:ea typeface="+mn-ea"/>
                <a:cs typeface="+mn-cs"/>
              </a:defRPr>
            </a:lvl5pPr>
            <a:lvl6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6pPr>
            <a:lvl7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7pPr>
            <a:lvl8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8pPr>
            <a:lvl9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9pPr>
          </a:lstStyle>
          <a:p>
            <a:r>
              <a:rPr lang="fr-FR" sz="1200" dirty="0">
                <a:solidFill>
                  <a:schemeClr val="tx1"/>
                </a:solidFill>
              </a:rPr>
              <a:t>$2,000 checks to </a:t>
            </a:r>
            <a:r>
              <a:rPr lang="fr-FR" sz="1200" dirty="0" err="1">
                <a:solidFill>
                  <a:schemeClr val="tx1"/>
                </a:solidFill>
              </a:rPr>
              <a:t>households</a:t>
            </a:r>
            <a:endParaRPr lang="fr-FR" sz="1200" dirty="0">
              <a:solidFill>
                <a:schemeClr val="tx1"/>
              </a:solidFill>
            </a:endParaRPr>
          </a:p>
        </p:txBody>
      </p:sp>
      <p:pic>
        <p:nvPicPr>
          <p:cNvPr id="1030" name="Picture 6" descr="Drapeau rond du Japon Vector Icon Illustration Isolé | Vecteur Premium">
            <a:extLst>
              <a:ext uri="{FF2B5EF4-FFF2-40B4-BE49-F238E27FC236}">
                <a16:creationId xmlns:a16="http://schemas.microsoft.com/office/drawing/2014/main" id="{61066853-9EC3-B894-C6B5-B706F82FFCE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138" t="16321" r="24802" b="33055"/>
          <a:stretch>
            <a:fillRect/>
          </a:stretch>
        </p:blipFill>
        <p:spPr bwMode="auto">
          <a:xfrm>
            <a:off x="4052697" y="6321384"/>
            <a:ext cx="634059" cy="628649"/>
          </a:xfrm>
          <a:prstGeom prst="flowChartConnector">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32" name="Picture 8" descr="drapeau des états-unis d'amérique. image vectorielle de drapeau américain.  forme de cercle. 5568121 Art vectoriel chez Vecteezy">
            <a:extLst>
              <a:ext uri="{FF2B5EF4-FFF2-40B4-BE49-F238E27FC236}">
                <a16:creationId xmlns:a16="http://schemas.microsoft.com/office/drawing/2014/main" id="{AA6AA175-00F3-5072-D2C5-540DE6E0B4B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690" t="10519" r="27507" b="10390"/>
          <a:stretch>
            <a:fillRect/>
          </a:stretch>
        </p:blipFill>
        <p:spPr bwMode="auto">
          <a:xfrm>
            <a:off x="662887" y="6320849"/>
            <a:ext cx="634059" cy="629716"/>
          </a:xfrm>
          <a:prstGeom prst="flowChartConnector">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58D689F-8A01-E22A-0466-F8C3786B8BA6}"/>
              </a:ext>
            </a:extLst>
          </p:cNvPr>
          <p:cNvSpPr txBox="1"/>
          <p:nvPr/>
        </p:nvSpPr>
        <p:spPr>
          <a:xfrm>
            <a:off x="4884516" y="6374097"/>
            <a:ext cx="2677364" cy="523220"/>
          </a:xfrm>
          <a:prstGeom prst="rect">
            <a:avLst/>
          </a:prstGeom>
        </p:spPr>
        <p:txBody>
          <a:bodyPr vert="horz" lIns="0" tIns="0" rIns="0" bIns="0" rtlCol="0" anchor="ctr">
            <a:noAutofit/>
          </a:bodyPr>
          <a:lstStyle>
            <a:defPPr>
              <a:defRPr lang="fr-FR"/>
            </a:defPPr>
            <a:lvl1pPr indent="0" defTabSz="1007943">
              <a:lnSpc>
                <a:spcPct val="100000"/>
              </a:lnSpc>
              <a:spcBef>
                <a:spcPts val="600"/>
              </a:spcBef>
              <a:buFont typeface="Arial" panose="020B0604020202020204" pitchFamily="34" charset="0"/>
              <a:buNone/>
              <a:defRPr sz="1400" b="1" i="0">
                <a:solidFill>
                  <a:schemeClr val="bg2"/>
                </a:solidFill>
                <a:latin typeface="Gotham Office" panose="02000000000000000000" pitchFamily="2" charset="0"/>
              </a:defRPr>
            </a:lvl1pPr>
            <a:lvl2pPr marL="0" indent="0" defTabSz="1007943">
              <a:lnSpc>
                <a:spcPct val="100000"/>
              </a:lnSpc>
              <a:spcBef>
                <a:spcPts val="600"/>
              </a:spcBef>
              <a:buFontTx/>
              <a:buNone/>
              <a:defRPr b="1" i="0">
                <a:solidFill>
                  <a:schemeClr val="bg2"/>
                </a:solidFill>
                <a:latin typeface="Gotham Office" panose="02000000000000000000" pitchFamily="2" charset="0"/>
              </a:defRPr>
            </a:lvl2pPr>
            <a:lvl3pPr marL="180000" indent="-180000" defTabSz="1007943">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b="1" i="0">
                <a:solidFill>
                  <a:schemeClr val="bg2"/>
                </a:solidFill>
                <a:latin typeface="Gotham Office" panose="02000000000000000000" pitchFamily="2" charset="0"/>
              </a:defRPr>
            </a:lvl3pPr>
            <a:lvl4pPr marL="360000" indent="-180000" defTabSz="1007943">
              <a:lnSpc>
                <a:spcPct val="100000"/>
              </a:lnSpc>
              <a:spcBef>
                <a:spcPts val="600"/>
              </a:spcBef>
              <a:buClr>
                <a:schemeClr val="tx2"/>
              </a:buClr>
              <a:buFont typeface="Wingdings" panose="05000000000000000000" pitchFamily="2" charset="2"/>
              <a:buChar char="§"/>
              <a:defRPr b="1" i="0">
                <a:solidFill>
                  <a:schemeClr val="bg2"/>
                </a:solidFill>
                <a:latin typeface="Gotham Office" panose="02000000000000000000" pitchFamily="2" charset="0"/>
              </a:defRPr>
            </a:lvl4pPr>
            <a:lvl5pPr marL="360000" indent="0" defTabSz="1007943">
              <a:lnSpc>
                <a:spcPct val="100000"/>
              </a:lnSpc>
              <a:spcBef>
                <a:spcPts val="600"/>
              </a:spcBef>
              <a:buFontTx/>
              <a:buNone/>
              <a:defRPr b="1" i="0">
                <a:solidFill>
                  <a:schemeClr val="bg2"/>
                </a:solidFill>
                <a:latin typeface="Gotham Office" panose="02000000000000000000" pitchFamily="2" charset="0"/>
              </a:defRPr>
            </a:lvl5pPr>
            <a:lvl6pPr marL="360000" indent="0" defTabSz="1007943">
              <a:lnSpc>
                <a:spcPct val="100000"/>
              </a:lnSpc>
              <a:spcBef>
                <a:spcPts val="600"/>
              </a:spcBef>
              <a:buFontTx/>
              <a:buNone/>
              <a:defRPr sz="900" b="0" i="0">
                <a:latin typeface="Gotham Office" panose="02000000000000000000" pitchFamily="2" charset="0"/>
              </a:defRPr>
            </a:lvl6pPr>
            <a:lvl7pPr marL="360000" indent="0" defTabSz="1007943">
              <a:lnSpc>
                <a:spcPct val="100000"/>
              </a:lnSpc>
              <a:spcBef>
                <a:spcPts val="600"/>
              </a:spcBef>
              <a:buFontTx/>
              <a:buNone/>
              <a:defRPr sz="900" b="0" i="0">
                <a:latin typeface="Gotham Office" panose="02000000000000000000" pitchFamily="2" charset="0"/>
              </a:defRPr>
            </a:lvl7pPr>
            <a:lvl8pPr marL="360000" indent="0" defTabSz="1007943">
              <a:lnSpc>
                <a:spcPct val="100000"/>
              </a:lnSpc>
              <a:spcBef>
                <a:spcPts val="600"/>
              </a:spcBef>
              <a:buFontTx/>
              <a:buNone/>
              <a:defRPr sz="900" b="0" i="0">
                <a:latin typeface="Gotham Office" panose="02000000000000000000" pitchFamily="2" charset="0"/>
              </a:defRPr>
            </a:lvl8pPr>
            <a:lvl9pPr marL="360000" indent="0" defTabSz="1007943">
              <a:lnSpc>
                <a:spcPct val="100000"/>
              </a:lnSpc>
              <a:spcBef>
                <a:spcPts val="600"/>
              </a:spcBef>
              <a:buFontTx/>
              <a:buNone/>
              <a:defRPr sz="900" b="0" i="0">
                <a:latin typeface="Gotham Office" panose="02000000000000000000" pitchFamily="2" charset="0"/>
              </a:defRPr>
            </a:lvl9pPr>
          </a:lstStyle>
          <a:p>
            <a:r>
              <a:rPr lang="en-US" sz="1200" dirty="0">
                <a:solidFill>
                  <a:schemeClr val="tx1"/>
                </a:solidFill>
              </a:rPr>
              <a:t>Tax cuts and subsidies for households </a:t>
            </a:r>
            <a:endParaRPr lang="fr-FR" sz="1200" dirty="0">
              <a:solidFill>
                <a:schemeClr val="tx1"/>
              </a:solidFill>
            </a:endParaRPr>
          </a:p>
        </p:txBody>
      </p:sp>
      <p:pic>
        <p:nvPicPr>
          <p:cNvPr id="1026" name="Picture 2" descr="Autocollant Drapeau allemand rond | MPA Déco">
            <a:extLst>
              <a:ext uri="{FF2B5EF4-FFF2-40B4-BE49-F238E27FC236}">
                <a16:creationId xmlns:a16="http://schemas.microsoft.com/office/drawing/2014/main" id="{C9373E47-5596-0DBF-4DB9-E9DC77856D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3636" y="6320707"/>
            <a:ext cx="630000" cy="630000"/>
          </a:xfrm>
          <a:prstGeom prst="flowChartConnector">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29F37A65-EA08-4899-C4BB-AF048D8924F1}"/>
              </a:ext>
            </a:extLst>
          </p:cNvPr>
          <p:cNvSpPr txBox="1"/>
          <p:nvPr/>
        </p:nvSpPr>
        <p:spPr>
          <a:xfrm>
            <a:off x="8521585" y="6203465"/>
            <a:ext cx="4273665" cy="864484"/>
          </a:xfrm>
          <a:prstGeom prst="rect">
            <a:avLst/>
          </a:prstGeom>
        </p:spPr>
        <p:txBody>
          <a:bodyPr vert="horz" lIns="0" tIns="0" rIns="0" bIns="0" rtlCol="0" anchor="ctr">
            <a:noAutofit/>
          </a:bodyPr>
          <a:lstStyle>
            <a:defPPr>
              <a:defRPr lang="fr-FR"/>
            </a:defPPr>
            <a:lvl1pPr indent="0" defTabSz="1007943">
              <a:lnSpc>
                <a:spcPct val="100000"/>
              </a:lnSpc>
              <a:spcBef>
                <a:spcPts val="600"/>
              </a:spcBef>
              <a:buFont typeface="Arial" panose="020B0604020202020204" pitchFamily="34" charset="0"/>
              <a:buNone/>
              <a:defRPr sz="1400" b="1" i="0">
                <a:solidFill>
                  <a:schemeClr val="bg2"/>
                </a:solidFill>
                <a:latin typeface="Gotham Office" panose="02000000000000000000" pitchFamily="2" charset="0"/>
              </a:defRPr>
            </a:lvl1pPr>
            <a:lvl2pPr marL="0" indent="0" defTabSz="1007943">
              <a:lnSpc>
                <a:spcPct val="100000"/>
              </a:lnSpc>
              <a:spcBef>
                <a:spcPts val="600"/>
              </a:spcBef>
              <a:buFontTx/>
              <a:buNone/>
              <a:defRPr b="1" i="0">
                <a:solidFill>
                  <a:schemeClr val="bg2"/>
                </a:solidFill>
                <a:latin typeface="Gotham Office" panose="02000000000000000000" pitchFamily="2" charset="0"/>
              </a:defRPr>
            </a:lvl2pPr>
            <a:lvl3pPr marL="180000" indent="-180000" defTabSz="1007943">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b="1" i="0">
                <a:solidFill>
                  <a:schemeClr val="bg2"/>
                </a:solidFill>
                <a:latin typeface="Gotham Office" panose="02000000000000000000" pitchFamily="2" charset="0"/>
              </a:defRPr>
            </a:lvl3pPr>
            <a:lvl4pPr marL="360000" indent="-180000" defTabSz="1007943">
              <a:lnSpc>
                <a:spcPct val="100000"/>
              </a:lnSpc>
              <a:spcBef>
                <a:spcPts val="600"/>
              </a:spcBef>
              <a:buClr>
                <a:schemeClr val="tx2"/>
              </a:buClr>
              <a:buFont typeface="Wingdings" panose="05000000000000000000" pitchFamily="2" charset="2"/>
              <a:buChar char="§"/>
              <a:defRPr b="1" i="0">
                <a:solidFill>
                  <a:schemeClr val="bg2"/>
                </a:solidFill>
                <a:latin typeface="Gotham Office" panose="02000000000000000000" pitchFamily="2" charset="0"/>
              </a:defRPr>
            </a:lvl4pPr>
            <a:lvl5pPr marL="360000" indent="0" defTabSz="1007943">
              <a:lnSpc>
                <a:spcPct val="100000"/>
              </a:lnSpc>
              <a:spcBef>
                <a:spcPts val="600"/>
              </a:spcBef>
              <a:buFontTx/>
              <a:buNone/>
              <a:defRPr b="1" i="0">
                <a:solidFill>
                  <a:schemeClr val="bg2"/>
                </a:solidFill>
                <a:latin typeface="Gotham Office" panose="02000000000000000000" pitchFamily="2" charset="0"/>
              </a:defRPr>
            </a:lvl5pPr>
            <a:lvl6pPr marL="360000" indent="0" defTabSz="1007943">
              <a:lnSpc>
                <a:spcPct val="100000"/>
              </a:lnSpc>
              <a:spcBef>
                <a:spcPts val="600"/>
              </a:spcBef>
              <a:buFontTx/>
              <a:buNone/>
              <a:defRPr sz="900" b="0" i="0">
                <a:latin typeface="Gotham Office" panose="02000000000000000000" pitchFamily="2" charset="0"/>
              </a:defRPr>
            </a:lvl6pPr>
            <a:lvl7pPr marL="360000" indent="0" defTabSz="1007943">
              <a:lnSpc>
                <a:spcPct val="100000"/>
              </a:lnSpc>
              <a:spcBef>
                <a:spcPts val="600"/>
              </a:spcBef>
              <a:buFontTx/>
              <a:buNone/>
              <a:defRPr sz="900" b="0" i="0">
                <a:latin typeface="Gotham Office" panose="02000000000000000000" pitchFamily="2" charset="0"/>
              </a:defRPr>
            </a:lvl7pPr>
            <a:lvl8pPr marL="360000" indent="0" defTabSz="1007943">
              <a:lnSpc>
                <a:spcPct val="100000"/>
              </a:lnSpc>
              <a:spcBef>
                <a:spcPts val="600"/>
              </a:spcBef>
              <a:buFontTx/>
              <a:buNone/>
              <a:defRPr sz="900" b="0" i="0">
                <a:latin typeface="Gotham Office" panose="02000000000000000000" pitchFamily="2" charset="0"/>
              </a:defRPr>
            </a:lvl8pPr>
            <a:lvl9pPr marL="360000" indent="0" defTabSz="1007943">
              <a:lnSpc>
                <a:spcPct val="100000"/>
              </a:lnSpc>
              <a:spcBef>
                <a:spcPts val="600"/>
              </a:spcBef>
              <a:buFontTx/>
              <a:buNone/>
              <a:defRPr sz="900" b="0" i="0">
                <a:latin typeface="Gotham Office" panose="02000000000000000000" pitchFamily="2" charset="0"/>
              </a:defRPr>
            </a:lvl9pPr>
          </a:lstStyle>
          <a:p>
            <a:r>
              <a:rPr lang="en-US" sz="1200" dirty="0">
                <a:solidFill>
                  <a:schemeClr val="tx1"/>
                </a:solidFill>
              </a:rPr>
              <a:t>“Growth booster”:</a:t>
            </a:r>
          </a:p>
          <a:p>
            <a:r>
              <a:rPr lang="en-US" sz="1200" dirty="0">
                <a:solidFill>
                  <a:schemeClr val="tx1"/>
                </a:solidFill>
              </a:rPr>
              <a:t>Subsidies for research, Corporate tax reform, lower energy costs, investment in infrastructure</a:t>
            </a:r>
            <a:endParaRPr lang="fr-FR" sz="1200" dirty="0">
              <a:solidFill>
                <a:schemeClr val="tx1"/>
              </a:solidFill>
            </a:endParaRPr>
          </a:p>
        </p:txBody>
      </p:sp>
      <p:sp>
        <p:nvSpPr>
          <p:cNvPr id="7" name="Inhaltsplatzhalter 10">
            <a:extLst>
              <a:ext uri="{FF2B5EF4-FFF2-40B4-BE49-F238E27FC236}">
                <a16:creationId xmlns:a16="http://schemas.microsoft.com/office/drawing/2014/main" id="{3FEB6CCA-BB51-A145-3EBC-BCD8EB074F0E}"/>
              </a:ext>
            </a:extLst>
          </p:cNvPr>
          <p:cNvSpPr txBox="1">
            <a:spLocks/>
          </p:cNvSpPr>
          <p:nvPr/>
        </p:nvSpPr>
        <p:spPr bwMode="gray">
          <a:xfrm>
            <a:off x="1878014" y="1773094"/>
            <a:ext cx="9685334" cy="246565"/>
          </a:xfrm>
          <a:prstGeom prst="rect">
            <a:avLst/>
          </a:prstGeom>
        </p:spPr>
        <p:txBody>
          <a:bodyPr vert="horz" lIns="0" tIns="0" rIns="0" bIns="0" rtlCol="0" anchor="ctr">
            <a:norm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r>
              <a:rPr lang="fr-FR" sz="1400" dirty="0">
                <a:solidFill>
                  <a:schemeClr val="tx2"/>
                </a:solidFill>
                <a:latin typeface="Gotham Office" panose="02000000000000000000" pitchFamily="2" charset="0"/>
              </a:rPr>
              <a:t>PERMANENT BUDGET DEFICITS</a:t>
            </a:r>
          </a:p>
        </p:txBody>
      </p:sp>
      <p:cxnSp>
        <p:nvCxnSpPr>
          <p:cNvPr id="8" name="Connecteur droit 21">
            <a:extLst>
              <a:ext uri="{FF2B5EF4-FFF2-40B4-BE49-F238E27FC236}">
                <a16:creationId xmlns:a16="http://schemas.microsoft.com/office/drawing/2014/main" id="{6B726BA3-FF84-47E5-EAD5-88DE3F469B64}"/>
              </a:ext>
            </a:extLst>
          </p:cNvPr>
          <p:cNvCxnSpPr/>
          <p:nvPr/>
        </p:nvCxnSpPr>
        <p:spPr>
          <a:xfrm>
            <a:off x="1878013" y="2058244"/>
            <a:ext cx="9685334" cy="462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E78EC4D-4C2C-B652-05CE-1449F9020C47}"/>
              </a:ext>
            </a:extLst>
          </p:cNvPr>
          <p:cNvSpPr/>
          <p:nvPr/>
        </p:nvSpPr>
        <p:spPr>
          <a:xfrm>
            <a:off x="2662177" y="7133814"/>
            <a:ext cx="9630136" cy="115416"/>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Macrobond</a:t>
            </a:r>
            <a:r>
              <a:rPr lang="fr-FR" sz="750" b="1" dirty="0">
                <a:solidFill>
                  <a:schemeClr val="tx1">
                    <a:lumMod val="75000"/>
                    <a:lumOff val="25000"/>
                  </a:schemeClr>
                </a:solidFill>
                <a:latin typeface="Gotham Narrow Office" panose="02000000000000000000" pitchFamily="2" charset="0"/>
              </a:rPr>
              <a:t>, data as of 31/12/2025. </a:t>
            </a:r>
            <a:r>
              <a:rPr lang="en-US" sz="750" b="1" dirty="0">
                <a:solidFill>
                  <a:schemeClr val="tx1">
                    <a:lumMod val="75000"/>
                    <a:lumOff val="25000"/>
                  </a:schemeClr>
                </a:solidFill>
                <a:latin typeface="Gotham Narrow Office" panose="02000000000000000000" pitchFamily="2" charset="0"/>
              </a:rPr>
              <a:t>The figures relate to the past years and do not prejudge future results</a:t>
            </a:r>
            <a:endParaRPr lang="en-GB" sz="750" b="1" dirty="0">
              <a:solidFill>
                <a:schemeClr val="tx1">
                  <a:lumMod val="75000"/>
                  <a:lumOff val="25000"/>
                </a:schemeClr>
              </a:solidFill>
              <a:latin typeface="Gotham Narrow Office" panose="02000000000000000000" pitchFamily="2" charset="0"/>
            </a:endParaRPr>
          </a:p>
        </p:txBody>
      </p:sp>
      <p:pic>
        <p:nvPicPr>
          <p:cNvPr id="11" name="Image 10">
            <a:extLst>
              <a:ext uri="{FF2B5EF4-FFF2-40B4-BE49-F238E27FC236}">
                <a16:creationId xmlns:a16="http://schemas.microsoft.com/office/drawing/2014/main" id="{12B8FDB8-D451-ECAD-7B0F-F6CD92E3E281}"/>
              </a:ext>
            </a:extLst>
          </p:cNvPr>
          <p:cNvPicPr>
            <a:picLocks noChangeAspect="1"/>
          </p:cNvPicPr>
          <p:nvPr/>
        </p:nvPicPr>
        <p:blipFill>
          <a:blip r:embed="rId7"/>
          <a:srcRect t="5838" b="5878"/>
          <a:stretch>
            <a:fillRect/>
          </a:stretch>
        </p:blipFill>
        <p:spPr>
          <a:xfrm>
            <a:off x="1882775" y="2142106"/>
            <a:ext cx="9735773" cy="4045979"/>
          </a:xfrm>
          <a:prstGeom prst="rect">
            <a:avLst/>
          </a:prstGeom>
        </p:spPr>
      </p:pic>
    </p:spTree>
    <p:extLst>
      <p:ext uri="{BB962C8B-B14F-4D97-AF65-F5344CB8AC3E}">
        <p14:creationId xmlns:p14="http://schemas.microsoft.com/office/powerpoint/2010/main" val="2930140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E4361461-078F-48AF-88AE-4D21A9B65272}" type="slidenum">
              <a:rPr lang="en-GB" smtClean="0"/>
              <a:t>4</a:t>
            </a:fld>
            <a:endParaRPr lang="en-GB" dirty="0"/>
          </a:p>
        </p:txBody>
      </p:sp>
      <p:sp>
        <p:nvSpPr>
          <p:cNvPr id="3" name="Titre 2"/>
          <p:cNvSpPr>
            <a:spLocks noGrp="1"/>
          </p:cNvSpPr>
          <p:nvPr>
            <p:ph type="title"/>
          </p:nvPr>
        </p:nvSpPr>
        <p:spPr>
          <a:xfrm>
            <a:off x="615950" y="543839"/>
            <a:ext cx="10933905" cy="430887"/>
          </a:xfrm>
        </p:spPr>
        <p:txBody>
          <a:bodyPr/>
          <a:lstStyle/>
          <a:p>
            <a:r>
              <a:rPr lang="fr-FR" dirty="0" err="1"/>
              <a:t>towards</a:t>
            </a:r>
            <a:r>
              <a:rPr lang="fr-FR" dirty="0"/>
              <a:t> a </a:t>
            </a:r>
            <a:r>
              <a:rPr lang="fr-FR" dirty="0" err="1"/>
              <a:t>fed</a:t>
            </a:r>
            <a:r>
              <a:rPr lang="fr-FR" dirty="0"/>
              <a:t> </a:t>
            </a:r>
            <a:r>
              <a:rPr lang="fr-FR" dirty="0" err="1"/>
              <a:t>takeover</a:t>
            </a:r>
            <a:r>
              <a:rPr lang="fr-FR" dirty="0"/>
              <a:t>?</a:t>
            </a:r>
          </a:p>
        </p:txBody>
      </p:sp>
      <p:sp>
        <p:nvSpPr>
          <p:cNvPr id="12" name="Espace réservé du texte 5"/>
          <p:cNvSpPr>
            <a:spLocks noGrp="1"/>
          </p:cNvSpPr>
          <p:nvPr>
            <p:ph type="body" sz="quarter" idx="14"/>
          </p:nvPr>
        </p:nvSpPr>
        <p:spPr>
          <a:xfrm>
            <a:off x="629443" y="1294473"/>
            <a:ext cx="12161788" cy="291893"/>
          </a:xfrm>
        </p:spPr>
        <p:txBody>
          <a:bodyPr/>
          <a:lstStyle/>
          <a:p>
            <a:r>
              <a:rPr lang="en-US" dirty="0"/>
              <a:t>Market participants expect a different Fed after J. Powell... but how different?</a:t>
            </a:r>
            <a:endParaRPr lang="fr-FR" dirty="0"/>
          </a:p>
        </p:txBody>
      </p:sp>
      <p:sp>
        <p:nvSpPr>
          <p:cNvPr id="4" name="Inhaltsplatzhalter 10">
            <a:extLst>
              <a:ext uri="{FF2B5EF4-FFF2-40B4-BE49-F238E27FC236}">
                <a16:creationId xmlns:a16="http://schemas.microsoft.com/office/drawing/2014/main" id="{513A8EC5-FFC0-EDBE-5497-514B0AE05935}"/>
              </a:ext>
            </a:extLst>
          </p:cNvPr>
          <p:cNvSpPr txBox="1">
            <a:spLocks/>
          </p:cNvSpPr>
          <p:nvPr/>
        </p:nvSpPr>
        <p:spPr bwMode="gray">
          <a:xfrm>
            <a:off x="1864521" y="1881218"/>
            <a:ext cx="9673718" cy="315043"/>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en-US" sz="1400" dirty="0">
                <a:solidFill>
                  <a:schemeClr val="tx2"/>
                </a:solidFill>
                <a:latin typeface="Gotham Office" panose="02000000000000000000" pitchFamily="2" charset="0"/>
              </a:rPr>
              <a:t>FED FUNDS RATE FORECAST: A PIVOT TO EXPECT FROM MAY 2026?</a:t>
            </a:r>
          </a:p>
        </p:txBody>
      </p:sp>
      <p:cxnSp>
        <p:nvCxnSpPr>
          <p:cNvPr id="5" name="Connecteur droit 21">
            <a:extLst>
              <a:ext uri="{FF2B5EF4-FFF2-40B4-BE49-F238E27FC236}">
                <a16:creationId xmlns:a16="http://schemas.microsoft.com/office/drawing/2014/main" id="{1BB9076A-4BBE-FD4A-42D0-CCB022284446}"/>
              </a:ext>
            </a:extLst>
          </p:cNvPr>
          <p:cNvCxnSpPr/>
          <p:nvPr/>
        </p:nvCxnSpPr>
        <p:spPr>
          <a:xfrm>
            <a:off x="1878013" y="2185413"/>
            <a:ext cx="9685334" cy="462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8D4970F3-DC92-2128-0B2B-664C0191D72A}"/>
              </a:ext>
            </a:extLst>
          </p:cNvPr>
          <p:cNvSpPr txBox="1"/>
          <p:nvPr/>
        </p:nvSpPr>
        <p:spPr>
          <a:xfrm>
            <a:off x="1864522" y="6093732"/>
            <a:ext cx="10945810" cy="846386"/>
          </a:xfrm>
          <a:prstGeom prst="rect">
            <a:avLst/>
          </a:prstGeom>
          <a:noFill/>
        </p:spPr>
        <p:txBody>
          <a:bodyPr wrap="square">
            <a:spAutoFit/>
          </a:bodyPr>
          <a:lstStyle/>
          <a:p>
            <a:pPr marL="84138" indent="-84138"/>
            <a:r>
              <a:rPr lang="en-US" sz="1600" b="1" i="1" dirty="0"/>
              <a:t>“The only thing Scott (Bessent) is blowing it on is the Fed because the Fed, the rates are too high, Scott. If you don’t get it fixed fast, I’m going to fire your ass”</a:t>
            </a:r>
          </a:p>
          <a:p>
            <a:pPr algn="r">
              <a:spcBef>
                <a:spcPts val="600"/>
              </a:spcBef>
            </a:pPr>
            <a:r>
              <a:rPr lang="en-US" sz="1200" b="1" i="1" dirty="0"/>
              <a:t>President Donald Trump</a:t>
            </a:r>
          </a:p>
        </p:txBody>
      </p:sp>
      <p:pic>
        <p:nvPicPr>
          <p:cNvPr id="5122" name="Picture 2" descr="Politcal News Resources">
            <a:extLst>
              <a:ext uri="{FF2B5EF4-FFF2-40B4-BE49-F238E27FC236}">
                <a16:creationId xmlns:a16="http://schemas.microsoft.com/office/drawing/2014/main" id="{0CD2F8EF-9408-EAF0-1DBC-7096D1E7DFD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910"/>
          <a:stretch>
            <a:fillRect/>
          </a:stretch>
        </p:blipFill>
        <p:spPr bwMode="auto">
          <a:xfrm>
            <a:off x="629443" y="6099994"/>
            <a:ext cx="830180" cy="68979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necteur droit 6">
            <a:extLst>
              <a:ext uri="{FF2B5EF4-FFF2-40B4-BE49-F238E27FC236}">
                <a16:creationId xmlns:a16="http://schemas.microsoft.com/office/drawing/2014/main" id="{7AFA70FB-E280-79ED-206B-01922E44E122}"/>
              </a:ext>
            </a:extLst>
          </p:cNvPr>
          <p:cNvCxnSpPr/>
          <p:nvPr/>
        </p:nvCxnSpPr>
        <p:spPr>
          <a:xfrm>
            <a:off x="1689904" y="6081897"/>
            <a:ext cx="0" cy="689798"/>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6555AA1-A6FA-AC41-00A5-71AACAA49BC3}"/>
              </a:ext>
            </a:extLst>
          </p:cNvPr>
          <p:cNvSpPr/>
          <p:nvPr/>
        </p:nvSpPr>
        <p:spPr>
          <a:xfrm>
            <a:off x="2662177" y="7133814"/>
            <a:ext cx="9630136" cy="115416"/>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Macrobond</a:t>
            </a:r>
            <a:r>
              <a:rPr lang="fr-FR" sz="750" b="1" dirty="0">
                <a:solidFill>
                  <a:schemeClr val="tx1">
                    <a:lumMod val="75000"/>
                    <a:lumOff val="25000"/>
                  </a:schemeClr>
                </a:solidFill>
                <a:latin typeface="Gotham Narrow Office" panose="02000000000000000000" pitchFamily="2" charset="0"/>
              </a:rPr>
              <a:t>, data as of 31/12/2025. </a:t>
            </a:r>
            <a:r>
              <a:rPr lang="en-US" sz="750" b="1" dirty="0">
                <a:solidFill>
                  <a:schemeClr val="tx1">
                    <a:lumMod val="75000"/>
                    <a:lumOff val="25000"/>
                  </a:schemeClr>
                </a:solidFill>
                <a:latin typeface="Gotham Narrow Office" panose="02000000000000000000" pitchFamily="2" charset="0"/>
              </a:rPr>
              <a:t>The figures relate to the past years and do not prejudge future results</a:t>
            </a:r>
            <a:endParaRPr lang="en-GB" sz="750" b="1" dirty="0">
              <a:solidFill>
                <a:schemeClr val="tx1">
                  <a:lumMod val="75000"/>
                  <a:lumOff val="25000"/>
                </a:schemeClr>
              </a:solidFill>
              <a:latin typeface="Gotham Narrow Office" panose="02000000000000000000" pitchFamily="2" charset="0"/>
            </a:endParaRPr>
          </a:p>
        </p:txBody>
      </p:sp>
      <p:pic>
        <p:nvPicPr>
          <p:cNvPr id="11" name="Image 10">
            <a:extLst>
              <a:ext uri="{FF2B5EF4-FFF2-40B4-BE49-F238E27FC236}">
                <a16:creationId xmlns:a16="http://schemas.microsoft.com/office/drawing/2014/main" id="{3F16C2C9-ED89-FD74-B3A0-11F0AC713D28}"/>
              </a:ext>
            </a:extLst>
          </p:cNvPr>
          <p:cNvPicPr>
            <a:picLocks noChangeAspect="1"/>
          </p:cNvPicPr>
          <p:nvPr/>
        </p:nvPicPr>
        <p:blipFill>
          <a:blip r:embed="rId5"/>
          <a:srcRect t="4409" b="10581"/>
          <a:stretch>
            <a:fillRect/>
          </a:stretch>
        </p:blipFill>
        <p:spPr>
          <a:xfrm>
            <a:off x="1864521" y="2217973"/>
            <a:ext cx="9639589" cy="3856709"/>
          </a:xfrm>
          <a:prstGeom prst="rect">
            <a:avLst/>
          </a:prstGeom>
        </p:spPr>
      </p:pic>
    </p:spTree>
    <p:extLst>
      <p:ext uri="{BB962C8B-B14F-4D97-AF65-F5344CB8AC3E}">
        <p14:creationId xmlns:p14="http://schemas.microsoft.com/office/powerpoint/2010/main" val="3601840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8A0DB-0A9B-1009-648C-748740FFFD17}"/>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B14AFA59-5985-794C-1719-C97D1D6765E3}"/>
              </a:ext>
            </a:extLst>
          </p:cNvPr>
          <p:cNvSpPr>
            <a:spLocks noGrp="1"/>
          </p:cNvSpPr>
          <p:nvPr>
            <p:ph type="sldNum" sz="quarter" idx="12"/>
          </p:nvPr>
        </p:nvSpPr>
        <p:spPr/>
        <p:txBody>
          <a:bodyPr/>
          <a:lstStyle/>
          <a:p>
            <a:fld id="{E4361461-078F-48AF-88AE-4D21A9B65272}" type="slidenum">
              <a:rPr lang="en-GB" smtClean="0"/>
              <a:t>5</a:t>
            </a:fld>
            <a:endParaRPr lang="en-GB" dirty="0"/>
          </a:p>
        </p:txBody>
      </p:sp>
      <p:sp>
        <p:nvSpPr>
          <p:cNvPr id="3" name="Titre 2">
            <a:extLst>
              <a:ext uri="{FF2B5EF4-FFF2-40B4-BE49-F238E27FC236}">
                <a16:creationId xmlns:a16="http://schemas.microsoft.com/office/drawing/2014/main" id="{C5D31EFE-E9D8-5DC9-1E0D-B44D5892A102}"/>
              </a:ext>
            </a:extLst>
          </p:cNvPr>
          <p:cNvSpPr>
            <a:spLocks noGrp="1"/>
          </p:cNvSpPr>
          <p:nvPr>
            <p:ph type="title"/>
          </p:nvPr>
        </p:nvSpPr>
        <p:spPr>
          <a:xfrm>
            <a:off x="615950" y="543839"/>
            <a:ext cx="10933905" cy="430887"/>
          </a:xfrm>
        </p:spPr>
        <p:txBody>
          <a:bodyPr/>
          <a:lstStyle/>
          <a:p>
            <a:r>
              <a:rPr lang="fr-FR" dirty="0" err="1"/>
              <a:t>Towards</a:t>
            </a:r>
            <a:r>
              <a:rPr lang="fr-FR" dirty="0"/>
              <a:t> A capital </a:t>
            </a:r>
            <a:r>
              <a:rPr lang="fr-FR" dirty="0" err="1"/>
              <a:t>markets</a:t>
            </a:r>
            <a:r>
              <a:rPr lang="fr-FR" dirty="0"/>
              <a:t> union?</a:t>
            </a:r>
          </a:p>
        </p:txBody>
      </p:sp>
      <p:sp>
        <p:nvSpPr>
          <p:cNvPr id="12" name="Espace réservé du texte 5">
            <a:extLst>
              <a:ext uri="{FF2B5EF4-FFF2-40B4-BE49-F238E27FC236}">
                <a16:creationId xmlns:a16="http://schemas.microsoft.com/office/drawing/2014/main" id="{FAB83CE0-EFC0-2131-860D-3121CC423664}"/>
              </a:ext>
            </a:extLst>
          </p:cNvPr>
          <p:cNvSpPr>
            <a:spLocks noGrp="1"/>
          </p:cNvSpPr>
          <p:nvPr>
            <p:ph type="body" sz="quarter" idx="14"/>
          </p:nvPr>
        </p:nvSpPr>
        <p:spPr/>
        <p:txBody>
          <a:bodyPr/>
          <a:lstStyle/>
          <a:p>
            <a:r>
              <a:rPr lang="en-US" dirty="0"/>
              <a:t>The Capital Markets Union will be the cornerstone...</a:t>
            </a:r>
          </a:p>
          <a:p>
            <a:r>
              <a:rPr lang="en-US" dirty="0"/>
              <a:t>...as F. MERZ pointed out to the Bundestag last October</a:t>
            </a:r>
            <a:endParaRPr lang="fr-FR" dirty="0"/>
          </a:p>
        </p:txBody>
      </p:sp>
      <p:sp>
        <p:nvSpPr>
          <p:cNvPr id="4" name="Inhaltsplatzhalter 10">
            <a:extLst>
              <a:ext uri="{FF2B5EF4-FFF2-40B4-BE49-F238E27FC236}">
                <a16:creationId xmlns:a16="http://schemas.microsoft.com/office/drawing/2014/main" id="{037B1E0B-DEC0-826C-668A-0D3F9A4D3690}"/>
              </a:ext>
            </a:extLst>
          </p:cNvPr>
          <p:cNvSpPr txBox="1">
            <a:spLocks/>
          </p:cNvSpPr>
          <p:nvPr/>
        </p:nvSpPr>
        <p:spPr bwMode="gray">
          <a:xfrm>
            <a:off x="2333537" y="2203794"/>
            <a:ext cx="8669866" cy="37114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en-US" sz="1400" dirty="0">
                <a:solidFill>
                  <a:schemeClr val="tx2"/>
                </a:solidFill>
                <a:latin typeface="Gotham Office" panose="02000000000000000000" pitchFamily="2" charset="0"/>
              </a:rPr>
              <a:t>BUT WHAT WOULD THIS CAPITAL MARKETS UNION LOOK LIKE?</a:t>
            </a:r>
          </a:p>
        </p:txBody>
      </p:sp>
      <p:cxnSp>
        <p:nvCxnSpPr>
          <p:cNvPr id="6" name="Connecteur droit 21">
            <a:extLst>
              <a:ext uri="{FF2B5EF4-FFF2-40B4-BE49-F238E27FC236}">
                <a16:creationId xmlns:a16="http://schemas.microsoft.com/office/drawing/2014/main" id="{119467EE-F41E-592E-C60E-BE8A0A34390C}"/>
              </a:ext>
            </a:extLst>
          </p:cNvPr>
          <p:cNvCxnSpPr>
            <a:cxnSpLocks/>
          </p:cNvCxnSpPr>
          <p:nvPr/>
        </p:nvCxnSpPr>
        <p:spPr>
          <a:xfrm>
            <a:off x="2333537" y="2574940"/>
            <a:ext cx="88591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C184DC10-DAFB-660C-8ED2-ED9F6944BD0B}"/>
              </a:ext>
            </a:extLst>
          </p:cNvPr>
          <p:cNvSpPr txBox="1"/>
          <p:nvPr/>
        </p:nvSpPr>
        <p:spPr>
          <a:xfrm>
            <a:off x="2746094" y="2666452"/>
            <a:ext cx="3550534" cy="307777"/>
          </a:xfrm>
          <a:prstGeom prst="rect">
            <a:avLst/>
          </a:prstGeom>
          <a:noFill/>
        </p:spPr>
        <p:txBody>
          <a:bodyPr wrap="square">
            <a:spAutoFit/>
          </a:bodyPr>
          <a:lstStyle/>
          <a:p>
            <a:pPr algn="ctr"/>
            <a:r>
              <a:rPr lang="fr-FR" sz="1400" b="1" dirty="0"/>
              <a:t>BEFORE: FRAGMENTED MARKETS</a:t>
            </a:r>
          </a:p>
        </p:txBody>
      </p:sp>
      <p:sp>
        <p:nvSpPr>
          <p:cNvPr id="10" name="ZoneTexte 9">
            <a:extLst>
              <a:ext uri="{FF2B5EF4-FFF2-40B4-BE49-F238E27FC236}">
                <a16:creationId xmlns:a16="http://schemas.microsoft.com/office/drawing/2014/main" id="{BB66D443-ED62-B16B-0C97-1717877E2303}"/>
              </a:ext>
            </a:extLst>
          </p:cNvPr>
          <p:cNvSpPr txBox="1"/>
          <p:nvPr/>
        </p:nvSpPr>
        <p:spPr>
          <a:xfrm>
            <a:off x="6924555" y="2666452"/>
            <a:ext cx="4268164" cy="307777"/>
          </a:xfrm>
          <a:prstGeom prst="rect">
            <a:avLst/>
          </a:prstGeom>
          <a:noFill/>
        </p:spPr>
        <p:txBody>
          <a:bodyPr wrap="square">
            <a:spAutoFit/>
          </a:bodyPr>
          <a:lstStyle/>
          <a:p>
            <a:pPr algn="ctr"/>
            <a:r>
              <a:rPr lang="fr-FR" sz="1400" b="1" dirty="0"/>
              <a:t>AFTER: CAPITAL MARKETS UNION (CMU)</a:t>
            </a:r>
          </a:p>
        </p:txBody>
      </p:sp>
      <p:pic>
        <p:nvPicPr>
          <p:cNvPr id="30" name="Image 29">
            <a:extLst>
              <a:ext uri="{FF2B5EF4-FFF2-40B4-BE49-F238E27FC236}">
                <a16:creationId xmlns:a16="http://schemas.microsoft.com/office/drawing/2014/main" id="{C2796705-83EF-5341-28EA-EEBB3DFD4B20}"/>
              </a:ext>
            </a:extLst>
          </p:cNvPr>
          <p:cNvPicPr>
            <a:picLocks noChangeAspect="1"/>
          </p:cNvPicPr>
          <p:nvPr/>
        </p:nvPicPr>
        <p:blipFill>
          <a:blip r:embed="rId4"/>
          <a:stretch>
            <a:fillRect/>
          </a:stretch>
        </p:blipFill>
        <p:spPr>
          <a:xfrm>
            <a:off x="2334463" y="2987675"/>
            <a:ext cx="8858256" cy="3865199"/>
          </a:xfrm>
          <a:prstGeom prst="rect">
            <a:avLst/>
          </a:prstGeom>
        </p:spPr>
      </p:pic>
    </p:spTree>
    <p:extLst>
      <p:ext uri="{BB962C8B-B14F-4D97-AF65-F5344CB8AC3E}">
        <p14:creationId xmlns:p14="http://schemas.microsoft.com/office/powerpoint/2010/main" val="3857803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BB82-E6BD-89FB-9ACE-09B4C1CC1179}"/>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3E78E3F-8A9B-242B-F766-61DC4F7E9B64}"/>
              </a:ext>
            </a:extLst>
          </p:cNvPr>
          <p:cNvSpPr>
            <a:spLocks noGrp="1"/>
          </p:cNvSpPr>
          <p:nvPr>
            <p:ph type="sldNum" sz="quarter" idx="12"/>
          </p:nvPr>
        </p:nvSpPr>
        <p:spPr/>
        <p:txBody>
          <a:bodyPr/>
          <a:lstStyle/>
          <a:p>
            <a:fld id="{E4361461-078F-48AF-88AE-4D21A9B65272}" type="slidenum">
              <a:rPr lang="en-GB" smtClean="0"/>
              <a:t>6</a:t>
            </a:fld>
            <a:endParaRPr lang="en-GB" dirty="0"/>
          </a:p>
        </p:txBody>
      </p:sp>
      <p:sp>
        <p:nvSpPr>
          <p:cNvPr id="3" name="Titre 2">
            <a:extLst>
              <a:ext uri="{FF2B5EF4-FFF2-40B4-BE49-F238E27FC236}">
                <a16:creationId xmlns:a16="http://schemas.microsoft.com/office/drawing/2014/main" id="{4F619DC6-F718-56F4-BA38-274930FAB10F}"/>
              </a:ext>
            </a:extLst>
          </p:cNvPr>
          <p:cNvSpPr>
            <a:spLocks noGrp="1"/>
          </p:cNvSpPr>
          <p:nvPr>
            <p:ph type="title"/>
          </p:nvPr>
        </p:nvSpPr>
        <p:spPr>
          <a:xfrm>
            <a:off x="619302" y="543839"/>
            <a:ext cx="10930554" cy="430887"/>
          </a:xfrm>
        </p:spPr>
        <p:txBody>
          <a:bodyPr/>
          <a:lstStyle/>
          <a:p>
            <a:r>
              <a:rPr lang="en-US" noProof="0" dirty="0"/>
              <a:t>What about the China-US rivalry?</a:t>
            </a:r>
            <a:endParaRPr lang="fr-FR" noProof="0" dirty="0">
              <a:solidFill>
                <a:schemeClr val="accent4"/>
              </a:solidFill>
            </a:endParaRPr>
          </a:p>
        </p:txBody>
      </p:sp>
      <p:sp>
        <p:nvSpPr>
          <p:cNvPr id="12" name="Espace réservé du texte 5">
            <a:extLst>
              <a:ext uri="{FF2B5EF4-FFF2-40B4-BE49-F238E27FC236}">
                <a16:creationId xmlns:a16="http://schemas.microsoft.com/office/drawing/2014/main" id="{34F604BD-26E7-78EA-C057-CFDC9AFBAE0B}"/>
              </a:ext>
            </a:extLst>
          </p:cNvPr>
          <p:cNvSpPr>
            <a:spLocks noGrp="1"/>
          </p:cNvSpPr>
          <p:nvPr>
            <p:ph type="body" sz="quarter" idx="14"/>
          </p:nvPr>
        </p:nvSpPr>
        <p:spPr/>
        <p:txBody>
          <a:bodyPr/>
          <a:lstStyle/>
          <a:p>
            <a:r>
              <a:rPr lang="en-US" dirty="0"/>
              <a:t>The rivalry is not only about chips and critical raw materials</a:t>
            </a:r>
            <a:endParaRPr lang="fr-FR" dirty="0"/>
          </a:p>
        </p:txBody>
      </p:sp>
      <p:sp>
        <p:nvSpPr>
          <p:cNvPr id="4" name="Inhaltsplatzhalter 10">
            <a:extLst>
              <a:ext uri="{FF2B5EF4-FFF2-40B4-BE49-F238E27FC236}">
                <a16:creationId xmlns:a16="http://schemas.microsoft.com/office/drawing/2014/main" id="{F006EF3F-C953-55EC-DD4F-243D826A8F9C}"/>
              </a:ext>
            </a:extLst>
          </p:cNvPr>
          <p:cNvSpPr txBox="1">
            <a:spLocks/>
          </p:cNvSpPr>
          <p:nvPr/>
        </p:nvSpPr>
        <p:spPr bwMode="gray">
          <a:xfrm>
            <a:off x="1273215" y="2038842"/>
            <a:ext cx="5327522" cy="51580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en-US" sz="1400" dirty="0">
                <a:solidFill>
                  <a:schemeClr val="tx2"/>
                </a:solidFill>
                <a:latin typeface="Gotham Office" panose="02000000000000000000" pitchFamily="2" charset="0"/>
              </a:rPr>
              <a:t>ELECTRICITY PRODUCTION OVER 40 YEARS</a:t>
            </a:r>
          </a:p>
          <a:p>
            <a:pPr algn="ctr">
              <a:spcBef>
                <a:spcPts val="0"/>
              </a:spcBef>
            </a:pPr>
            <a:r>
              <a:rPr lang="en-US" sz="1400" dirty="0">
                <a:solidFill>
                  <a:schemeClr val="tx2"/>
                </a:solidFill>
                <a:latin typeface="Gotham Office" panose="02000000000000000000" pitchFamily="2" charset="0"/>
              </a:rPr>
              <a:t>(IN TERAWATTS/HOUR)</a:t>
            </a:r>
          </a:p>
        </p:txBody>
      </p:sp>
      <p:cxnSp>
        <p:nvCxnSpPr>
          <p:cNvPr id="5" name="Connecteur droit 21">
            <a:extLst>
              <a:ext uri="{FF2B5EF4-FFF2-40B4-BE49-F238E27FC236}">
                <a16:creationId xmlns:a16="http://schemas.microsoft.com/office/drawing/2014/main" id="{7ADFAE2E-50E9-97C2-AE9F-5F06179BF907}"/>
              </a:ext>
            </a:extLst>
          </p:cNvPr>
          <p:cNvCxnSpPr>
            <a:cxnSpLocks/>
          </p:cNvCxnSpPr>
          <p:nvPr/>
        </p:nvCxnSpPr>
        <p:spPr>
          <a:xfrm flipV="1">
            <a:off x="1273215" y="2577667"/>
            <a:ext cx="5327522" cy="2301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3250EEA2-1B59-6B52-4457-611B3E2CCD6C}"/>
              </a:ext>
            </a:extLst>
          </p:cNvPr>
          <p:cNvSpPr/>
          <p:nvPr/>
        </p:nvSpPr>
        <p:spPr>
          <a:xfrm>
            <a:off x="2790606" y="7117570"/>
            <a:ext cx="9685335" cy="115416"/>
          </a:xfrm>
          <a:prstGeom prst="rect">
            <a:avLst/>
          </a:prstGeom>
        </p:spPr>
        <p:txBody>
          <a:bodyPr wrap="square" lIns="0" tIns="0" rIns="0" bIns="0">
            <a:spAutoFit/>
          </a:bodyPr>
          <a:lstStyle/>
          <a:p>
            <a:r>
              <a:rPr lang="fr-FR" sz="750" b="1" dirty="0">
                <a:solidFill>
                  <a:schemeClr val="tx1">
                    <a:lumMod val="75000"/>
                    <a:lumOff val="25000"/>
                  </a:schemeClr>
                </a:solidFill>
                <a:latin typeface="Gotham Narrow Office" panose="02000000000000000000" pitchFamily="2" charset="0"/>
              </a:rPr>
              <a:t>Source </a:t>
            </a:r>
            <a:r>
              <a:rPr lang="en-US" sz="750" b="1" dirty="0">
                <a:solidFill>
                  <a:schemeClr val="tx1">
                    <a:lumMod val="75000"/>
                    <a:lumOff val="25000"/>
                  </a:schemeClr>
                </a:solidFill>
                <a:latin typeface="Gotham Narrow Office" panose="02000000000000000000" pitchFamily="2" charset="0"/>
              </a:rPr>
              <a:t>: Ember (2025); Energy Institute - Statistical Review of World Energy (2025) </a:t>
            </a:r>
            <a:r>
              <a:rPr lang="fr-FR" sz="750" b="1" dirty="0">
                <a:solidFill>
                  <a:schemeClr val="tx1">
                    <a:lumMod val="75000"/>
                    <a:lumOff val="25000"/>
                  </a:schemeClr>
                </a:solidFill>
                <a:latin typeface="Gotham Narrow Office" panose="02000000000000000000" pitchFamily="2" charset="0"/>
              </a:rPr>
              <a:t> data as of 31/12/2025. </a:t>
            </a:r>
            <a:r>
              <a:rPr lang="en-US" sz="750" b="1" dirty="0">
                <a:solidFill>
                  <a:schemeClr val="tx1">
                    <a:lumMod val="75000"/>
                    <a:lumOff val="25000"/>
                  </a:schemeClr>
                </a:solidFill>
                <a:latin typeface="Gotham Narrow Office" panose="02000000000000000000" pitchFamily="2" charset="0"/>
              </a:rPr>
              <a:t>The figures relate to the past years and do not prejudge future results</a:t>
            </a:r>
            <a:endParaRPr lang="en-GB" sz="750" b="1" dirty="0">
              <a:solidFill>
                <a:schemeClr val="tx1">
                  <a:lumMod val="75000"/>
                  <a:lumOff val="25000"/>
                </a:schemeClr>
              </a:solidFill>
              <a:latin typeface="Gotham Narrow Office" panose="02000000000000000000" pitchFamily="2" charset="0"/>
            </a:endParaRPr>
          </a:p>
        </p:txBody>
      </p:sp>
      <p:graphicFrame>
        <p:nvGraphicFramePr>
          <p:cNvPr id="15" name="Graphique 14">
            <a:extLst>
              <a:ext uri="{FF2B5EF4-FFF2-40B4-BE49-F238E27FC236}">
                <a16:creationId xmlns:a16="http://schemas.microsoft.com/office/drawing/2014/main" id="{0671BD72-E646-D1D8-2737-3DAC7F99C6CC}"/>
              </a:ext>
            </a:extLst>
          </p:cNvPr>
          <p:cNvGraphicFramePr>
            <a:graphicFrameLocks/>
          </p:cNvGraphicFramePr>
          <p:nvPr/>
        </p:nvGraphicFramePr>
        <p:xfrm>
          <a:off x="1273215" y="2600686"/>
          <a:ext cx="5364537" cy="4104132"/>
        </p:xfrm>
        <a:graphic>
          <a:graphicData uri="http://schemas.openxmlformats.org/drawingml/2006/chart">
            <c:chart xmlns:c="http://schemas.openxmlformats.org/drawingml/2006/chart" xmlns:r="http://schemas.openxmlformats.org/officeDocument/2006/relationships" r:id="rId4"/>
          </a:graphicData>
        </a:graphic>
      </p:graphicFrame>
      <p:sp>
        <p:nvSpPr>
          <p:cNvPr id="16" name="Inhaltsplatzhalter 10">
            <a:extLst>
              <a:ext uri="{FF2B5EF4-FFF2-40B4-BE49-F238E27FC236}">
                <a16:creationId xmlns:a16="http://schemas.microsoft.com/office/drawing/2014/main" id="{02E30EBC-5FCD-9650-BBF2-5AE585D0085F}"/>
              </a:ext>
            </a:extLst>
          </p:cNvPr>
          <p:cNvSpPr txBox="1">
            <a:spLocks/>
          </p:cNvSpPr>
          <p:nvPr/>
        </p:nvSpPr>
        <p:spPr bwMode="gray">
          <a:xfrm>
            <a:off x="7035810" y="2038842"/>
            <a:ext cx="5219862" cy="51580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en-US" sz="1400" dirty="0">
                <a:solidFill>
                  <a:schemeClr val="tx2"/>
                </a:solidFill>
                <a:latin typeface="Gotham Office" panose="02000000000000000000" pitchFamily="2" charset="0"/>
              </a:rPr>
              <a:t>ELECTRICITY PRICES IN A SAMPLE OF COUNTRIES</a:t>
            </a:r>
          </a:p>
          <a:p>
            <a:pPr algn="ctr">
              <a:spcBef>
                <a:spcPts val="0"/>
              </a:spcBef>
            </a:pPr>
            <a:r>
              <a:rPr lang="en-US" sz="1400" dirty="0">
                <a:solidFill>
                  <a:schemeClr val="tx2"/>
                </a:solidFill>
                <a:latin typeface="Gotham Office" panose="02000000000000000000" pitchFamily="2" charset="0"/>
              </a:rPr>
              <a:t>(IN USD PER KILOWATT/HOUR)</a:t>
            </a:r>
          </a:p>
        </p:txBody>
      </p:sp>
      <p:cxnSp>
        <p:nvCxnSpPr>
          <p:cNvPr id="17" name="Connecteur droit 21">
            <a:extLst>
              <a:ext uri="{FF2B5EF4-FFF2-40B4-BE49-F238E27FC236}">
                <a16:creationId xmlns:a16="http://schemas.microsoft.com/office/drawing/2014/main" id="{69DFB88F-0D35-6784-3545-A855BF19D6FC}"/>
              </a:ext>
            </a:extLst>
          </p:cNvPr>
          <p:cNvCxnSpPr>
            <a:cxnSpLocks/>
          </p:cNvCxnSpPr>
          <p:nvPr/>
        </p:nvCxnSpPr>
        <p:spPr>
          <a:xfrm>
            <a:off x="7049302" y="2577667"/>
            <a:ext cx="521986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6" name="Graphique 5">
            <a:extLst>
              <a:ext uri="{FF2B5EF4-FFF2-40B4-BE49-F238E27FC236}">
                <a16:creationId xmlns:a16="http://schemas.microsoft.com/office/drawing/2014/main" id="{5C3560E9-1C01-0BB7-148E-BF93E19ED8D6}"/>
              </a:ext>
            </a:extLst>
          </p:cNvPr>
          <p:cNvGraphicFramePr>
            <a:graphicFrameLocks/>
          </p:cNvGraphicFramePr>
          <p:nvPr>
            <p:extLst>
              <p:ext uri="{D42A27DB-BD31-4B8C-83A1-F6EECF244321}">
                <p14:modId xmlns:p14="http://schemas.microsoft.com/office/powerpoint/2010/main" val="2275828044"/>
              </p:ext>
            </p:extLst>
          </p:nvPr>
        </p:nvGraphicFramePr>
        <p:xfrm>
          <a:off x="7049302" y="2597809"/>
          <a:ext cx="5628472" cy="4177061"/>
        </p:xfrm>
        <a:graphic>
          <a:graphicData uri="http://schemas.openxmlformats.org/drawingml/2006/chart">
            <c:chart xmlns:c="http://schemas.openxmlformats.org/drawingml/2006/chart" xmlns:r="http://schemas.openxmlformats.org/officeDocument/2006/relationships" r:id="rId5"/>
          </a:graphicData>
        </a:graphic>
      </p:graphicFrame>
      <p:sp>
        <p:nvSpPr>
          <p:cNvPr id="7" name="Rectangle 6">
            <a:extLst>
              <a:ext uri="{FF2B5EF4-FFF2-40B4-BE49-F238E27FC236}">
                <a16:creationId xmlns:a16="http://schemas.microsoft.com/office/drawing/2014/main" id="{4287299F-1D03-466B-4E47-5FD792010B5B}"/>
              </a:ext>
            </a:extLst>
          </p:cNvPr>
          <p:cNvSpPr/>
          <p:nvPr/>
        </p:nvSpPr>
        <p:spPr>
          <a:xfrm>
            <a:off x="7510372" y="2728528"/>
            <a:ext cx="5167401" cy="400497"/>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9" name="Rectangle 8">
            <a:extLst>
              <a:ext uri="{FF2B5EF4-FFF2-40B4-BE49-F238E27FC236}">
                <a16:creationId xmlns:a16="http://schemas.microsoft.com/office/drawing/2014/main" id="{BA59C842-8BFF-3A0A-33A9-3E542D27A8BE}"/>
              </a:ext>
            </a:extLst>
          </p:cNvPr>
          <p:cNvSpPr/>
          <p:nvPr/>
        </p:nvSpPr>
        <p:spPr>
          <a:xfrm>
            <a:off x="7510372" y="5079196"/>
            <a:ext cx="5167400" cy="400497"/>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10" name="ZoneTexte 9">
            <a:extLst>
              <a:ext uri="{FF2B5EF4-FFF2-40B4-BE49-F238E27FC236}">
                <a16:creationId xmlns:a16="http://schemas.microsoft.com/office/drawing/2014/main" id="{6C2F6D50-CBAE-34C7-B8A2-2F46244CA5B6}"/>
              </a:ext>
            </a:extLst>
          </p:cNvPr>
          <p:cNvSpPr txBox="1"/>
          <p:nvPr/>
        </p:nvSpPr>
        <p:spPr>
          <a:xfrm>
            <a:off x="10335197" y="6459006"/>
            <a:ext cx="2539423" cy="200055"/>
          </a:xfrm>
          <a:prstGeom prst="rect">
            <a:avLst/>
          </a:prstGeom>
          <a:noFill/>
        </p:spPr>
        <p:txBody>
          <a:bodyPr wrap="square">
            <a:spAutoFit/>
          </a:bodyPr>
          <a:lstStyle/>
          <a:p>
            <a:r>
              <a:rPr lang="en-US" sz="700" b="1" noProof="0" dirty="0"/>
              <a:t>Electricity prices in U.S. Dollar per kilowatt-hour</a:t>
            </a:r>
          </a:p>
        </p:txBody>
      </p:sp>
    </p:spTree>
    <p:extLst>
      <p:ext uri="{BB962C8B-B14F-4D97-AF65-F5344CB8AC3E}">
        <p14:creationId xmlns:p14="http://schemas.microsoft.com/office/powerpoint/2010/main" val="15141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E4361461-078F-48AF-88AE-4D21A9B65272}" type="slidenum">
              <a:rPr lang="en-GB" smtClean="0"/>
              <a:t>7</a:t>
            </a:fld>
            <a:endParaRPr lang="en-GB" dirty="0"/>
          </a:p>
        </p:txBody>
      </p:sp>
      <p:sp>
        <p:nvSpPr>
          <p:cNvPr id="4" name="Titre 3"/>
          <p:cNvSpPr>
            <a:spLocks noGrp="1"/>
          </p:cNvSpPr>
          <p:nvPr>
            <p:ph type="title"/>
          </p:nvPr>
        </p:nvSpPr>
        <p:spPr>
          <a:xfrm>
            <a:off x="615950" y="541083"/>
            <a:ext cx="12175281" cy="430887"/>
          </a:xfrm>
        </p:spPr>
        <p:txBody>
          <a:bodyPr/>
          <a:lstStyle/>
          <a:p>
            <a:r>
              <a:rPr lang="en-US" noProof="0" dirty="0"/>
              <a:t>Growing skepticism in the private credit market</a:t>
            </a:r>
            <a:endParaRPr lang="fr-FR" noProof="0" dirty="0"/>
          </a:p>
        </p:txBody>
      </p:sp>
      <p:sp>
        <p:nvSpPr>
          <p:cNvPr id="6" name="Espace réservé du texte 5"/>
          <p:cNvSpPr>
            <a:spLocks noGrp="1"/>
          </p:cNvSpPr>
          <p:nvPr>
            <p:ph type="body" sz="quarter" idx="14"/>
          </p:nvPr>
        </p:nvSpPr>
        <p:spPr>
          <a:xfrm>
            <a:off x="615950" y="1413538"/>
            <a:ext cx="12175281" cy="270348"/>
          </a:xfrm>
        </p:spPr>
        <p:txBody>
          <a:bodyPr/>
          <a:lstStyle/>
          <a:p>
            <a:r>
              <a:rPr lang="en-US" dirty="0"/>
              <a:t>Less regulation and increasingly frequent incidents call for caution</a:t>
            </a:r>
            <a:endParaRPr lang="fr-FR" dirty="0"/>
          </a:p>
        </p:txBody>
      </p:sp>
      <p:sp>
        <p:nvSpPr>
          <p:cNvPr id="2" name="Inhaltsplatzhalter 10">
            <a:extLst>
              <a:ext uri="{FF2B5EF4-FFF2-40B4-BE49-F238E27FC236}">
                <a16:creationId xmlns:a16="http://schemas.microsoft.com/office/drawing/2014/main" id="{5F804160-8272-1765-3494-EAE7FA9EE37A}"/>
              </a:ext>
            </a:extLst>
          </p:cNvPr>
          <p:cNvSpPr txBox="1">
            <a:spLocks/>
          </p:cNvSpPr>
          <p:nvPr/>
        </p:nvSpPr>
        <p:spPr bwMode="gray">
          <a:xfrm>
            <a:off x="2333537" y="2076794"/>
            <a:ext cx="8669866" cy="37114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PRIVATE CREDIT MARKET ACTIVITY</a:t>
            </a:r>
            <a:endParaRPr lang="en-US" sz="1400" dirty="0">
              <a:solidFill>
                <a:schemeClr val="tx2"/>
              </a:solidFill>
              <a:latin typeface="Gotham Office" panose="02000000000000000000" pitchFamily="2" charset="0"/>
            </a:endParaRPr>
          </a:p>
        </p:txBody>
      </p:sp>
      <p:cxnSp>
        <p:nvCxnSpPr>
          <p:cNvPr id="5" name="Connecteur droit 21">
            <a:extLst>
              <a:ext uri="{FF2B5EF4-FFF2-40B4-BE49-F238E27FC236}">
                <a16:creationId xmlns:a16="http://schemas.microsoft.com/office/drawing/2014/main" id="{686199FD-4FC4-A2C7-55FF-4E86BD072B38}"/>
              </a:ext>
            </a:extLst>
          </p:cNvPr>
          <p:cNvCxnSpPr>
            <a:cxnSpLocks/>
          </p:cNvCxnSpPr>
          <p:nvPr/>
        </p:nvCxnSpPr>
        <p:spPr>
          <a:xfrm>
            <a:off x="1817225" y="2407836"/>
            <a:ext cx="974588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3A0A2E1F-B91A-233E-6DF7-B4C6897BDFEA}"/>
              </a:ext>
            </a:extLst>
          </p:cNvPr>
          <p:cNvSpPr/>
          <p:nvPr/>
        </p:nvSpPr>
        <p:spPr>
          <a:xfrm>
            <a:off x="2662177" y="7133814"/>
            <a:ext cx="9630136" cy="115416"/>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PitchBook</a:t>
            </a:r>
            <a:r>
              <a:rPr lang="fr-FR" sz="750" b="1" dirty="0">
                <a:solidFill>
                  <a:schemeClr val="tx1">
                    <a:lumMod val="75000"/>
                    <a:lumOff val="25000"/>
                  </a:schemeClr>
                </a:solidFill>
                <a:latin typeface="Gotham Narrow Office" panose="02000000000000000000" pitchFamily="2" charset="0"/>
              </a:rPr>
              <a:t> Data, data as of 31/12/2025. </a:t>
            </a:r>
            <a:r>
              <a:rPr lang="en-US" sz="750" b="1" dirty="0">
                <a:solidFill>
                  <a:schemeClr val="tx1">
                    <a:lumMod val="75000"/>
                    <a:lumOff val="25000"/>
                  </a:schemeClr>
                </a:solidFill>
                <a:latin typeface="Gotham Narrow Office" panose="02000000000000000000" pitchFamily="2" charset="0"/>
              </a:rPr>
              <a:t>The figures relate to the past years and do not prejudge future results</a:t>
            </a:r>
            <a:endParaRPr lang="en-GB" sz="750" b="1" dirty="0">
              <a:solidFill>
                <a:schemeClr val="tx1">
                  <a:lumMod val="75000"/>
                  <a:lumOff val="25000"/>
                </a:schemeClr>
              </a:solidFill>
              <a:latin typeface="Gotham Narrow Office" panose="02000000000000000000" pitchFamily="2" charset="0"/>
            </a:endParaRPr>
          </a:p>
        </p:txBody>
      </p:sp>
      <p:pic>
        <p:nvPicPr>
          <p:cNvPr id="7" name="Picture 2">
            <a:extLst>
              <a:ext uri="{FF2B5EF4-FFF2-40B4-BE49-F238E27FC236}">
                <a16:creationId xmlns:a16="http://schemas.microsoft.com/office/drawing/2014/main" id="{B7BF7E11-7F98-EFFB-FF30-6375DA835263}"/>
              </a:ext>
            </a:extLst>
          </p:cNvPr>
          <p:cNvPicPr>
            <a:picLocks noChangeAspect="1" noChangeArrowheads="1"/>
          </p:cNvPicPr>
          <p:nvPr/>
        </p:nvPicPr>
        <p:blipFill rotWithShape="1">
          <a:blip r:embed="rId4" cstate="print">
            <a:extLst>
              <a:ext uri="{BEBA8EAE-BF5A-486C-A8C5-ECC9F3942E4B}">
                <a14:imgProps xmlns:a14="http://schemas.microsoft.com/office/drawing/2010/main">
                  <a14:imgLayer r:embed="rId5">
                    <a14:imgEffect>
                      <a14:sharpenSoften amount="25000"/>
                    </a14:imgEffect>
                    <a14:imgEffect>
                      <a14:brightnessContrast bright="20000" contrast="-40000"/>
                    </a14:imgEffect>
                  </a14:imgLayer>
                </a14:imgProps>
              </a:ext>
              <a:ext uri="{28A0092B-C50C-407E-A947-70E740481C1C}">
                <a14:useLocalDpi xmlns:a14="http://schemas.microsoft.com/office/drawing/2010/main"/>
              </a:ext>
            </a:extLst>
          </a:blip>
          <a:srcRect t="8443" b="12398"/>
          <a:stretch>
            <a:fillRect/>
          </a:stretch>
        </p:blipFill>
        <p:spPr bwMode="auto">
          <a:xfrm>
            <a:off x="1741589" y="2498015"/>
            <a:ext cx="9977378" cy="439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7235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E4361461-078F-48AF-88AE-4D21A9B65272}" type="slidenum">
              <a:rPr lang="en-GB" smtClean="0"/>
              <a:t>8</a:t>
            </a:fld>
            <a:endParaRPr lang="en-GB" dirty="0"/>
          </a:p>
        </p:txBody>
      </p:sp>
      <p:sp>
        <p:nvSpPr>
          <p:cNvPr id="4" name="Titre 3"/>
          <p:cNvSpPr>
            <a:spLocks noGrp="1"/>
          </p:cNvSpPr>
          <p:nvPr>
            <p:ph type="title"/>
          </p:nvPr>
        </p:nvSpPr>
        <p:spPr/>
        <p:txBody>
          <a:bodyPr/>
          <a:lstStyle/>
          <a:p>
            <a:r>
              <a:rPr lang="fr-FR" dirty="0"/>
              <a:t>Low </a:t>
            </a:r>
            <a:r>
              <a:rPr lang="fr-FR" dirty="0" err="1"/>
              <a:t>risk</a:t>
            </a:r>
            <a:r>
              <a:rPr lang="fr-FR" dirty="0"/>
              <a:t> premiums</a:t>
            </a:r>
          </a:p>
        </p:txBody>
      </p:sp>
      <p:sp>
        <p:nvSpPr>
          <p:cNvPr id="6" name="Espace réservé du texte 5"/>
          <p:cNvSpPr>
            <a:spLocks noGrp="1"/>
          </p:cNvSpPr>
          <p:nvPr>
            <p:ph type="body" sz="quarter" idx="14"/>
          </p:nvPr>
        </p:nvSpPr>
        <p:spPr/>
        <p:txBody>
          <a:bodyPr/>
          <a:lstStyle/>
          <a:p>
            <a:r>
              <a:rPr lang="en-US" dirty="0"/>
              <a:t>Is the juice worth the squeeze?</a:t>
            </a:r>
            <a:endParaRPr lang="fr-FR" dirty="0"/>
          </a:p>
        </p:txBody>
      </p:sp>
      <p:sp>
        <p:nvSpPr>
          <p:cNvPr id="7" name="Inhaltsplatzhalter 10"/>
          <p:cNvSpPr txBox="1">
            <a:spLocks/>
          </p:cNvSpPr>
          <p:nvPr/>
        </p:nvSpPr>
        <p:spPr bwMode="gray">
          <a:xfrm>
            <a:off x="740780" y="2075522"/>
            <a:ext cx="12050451" cy="264636"/>
          </a:xfrm>
          <a:prstGeom prst="rect">
            <a:avLst/>
          </a:prstGeom>
        </p:spPr>
        <p:txBody>
          <a:bodyPr vert="horz" lIns="0" tIns="0" rIns="0" bIns="0" rtlCol="0">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US MARKET VALUATION METRICS (DATA AS OF 31/12/2025)</a:t>
            </a:r>
            <a:endParaRPr lang="en-US" sz="1400" dirty="0">
              <a:solidFill>
                <a:schemeClr val="tx2"/>
              </a:solidFill>
              <a:latin typeface="Gotham Office" panose="02000000000000000000" pitchFamily="2" charset="0"/>
            </a:endParaRPr>
          </a:p>
        </p:txBody>
      </p:sp>
      <p:sp>
        <p:nvSpPr>
          <p:cNvPr id="30" name="Rectangle 29"/>
          <p:cNvSpPr/>
          <p:nvPr/>
        </p:nvSpPr>
        <p:spPr>
          <a:xfrm>
            <a:off x="2790606" y="7137809"/>
            <a:ext cx="9685335" cy="115416"/>
          </a:xfrm>
          <a:prstGeom prst="rect">
            <a:avLst/>
          </a:prstGeom>
        </p:spPr>
        <p:txBody>
          <a:bodyPr wrap="square" lIns="0" tIns="0" rIns="0" bIns="0">
            <a:spAutoFit/>
          </a:bodyPr>
          <a:lstStyle/>
          <a:p>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Datastream</a:t>
            </a:r>
            <a:r>
              <a:rPr lang="fr-FR" sz="750" b="1" dirty="0">
                <a:solidFill>
                  <a:schemeClr val="tx1">
                    <a:lumMod val="75000"/>
                    <a:lumOff val="25000"/>
                  </a:schemeClr>
                </a:solidFill>
                <a:latin typeface="Gotham Narrow Office" panose="02000000000000000000" pitchFamily="2" charset="0"/>
              </a:rPr>
              <a:t>, data as of 31/12/2025. </a:t>
            </a:r>
            <a:r>
              <a:rPr lang="en-US" sz="750" b="1" dirty="0">
                <a:solidFill>
                  <a:schemeClr val="tx1">
                    <a:lumMod val="75000"/>
                    <a:lumOff val="25000"/>
                  </a:schemeClr>
                </a:solidFill>
                <a:latin typeface="Gotham Narrow Office" panose="02000000000000000000" pitchFamily="2" charset="0"/>
              </a:rPr>
              <a:t>The figures relate to the past years and do not prejudge future results</a:t>
            </a:r>
            <a:endParaRPr lang="en-GB" sz="750" b="1" dirty="0">
              <a:solidFill>
                <a:schemeClr val="tx1">
                  <a:lumMod val="75000"/>
                  <a:lumOff val="25000"/>
                </a:schemeClr>
              </a:solidFill>
              <a:latin typeface="Gotham Narrow Office" panose="02000000000000000000" pitchFamily="2" charset="0"/>
            </a:endParaRPr>
          </a:p>
        </p:txBody>
      </p:sp>
      <p:cxnSp>
        <p:nvCxnSpPr>
          <p:cNvPr id="2" name="Connecteur droit 21">
            <a:extLst>
              <a:ext uri="{FF2B5EF4-FFF2-40B4-BE49-F238E27FC236}">
                <a16:creationId xmlns:a16="http://schemas.microsoft.com/office/drawing/2014/main" id="{A1A94495-838C-1FC8-9B2A-B5BFC243A75D}"/>
              </a:ext>
            </a:extLst>
          </p:cNvPr>
          <p:cNvCxnSpPr>
            <a:cxnSpLocks/>
          </p:cNvCxnSpPr>
          <p:nvPr/>
        </p:nvCxnSpPr>
        <p:spPr>
          <a:xfrm flipV="1">
            <a:off x="740780" y="2330453"/>
            <a:ext cx="12050451" cy="970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Graphique 4">
            <a:extLst>
              <a:ext uri="{FF2B5EF4-FFF2-40B4-BE49-F238E27FC236}">
                <a16:creationId xmlns:a16="http://schemas.microsoft.com/office/drawing/2014/main" id="{00000000-0008-0000-0100-000003000000}"/>
              </a:ext>
            </a:extLst>
          </p:cNvPr>
          <p:cNvGraphicFramePr>
            <a:graphicFrameLocks/>
          </p:cNvGraphicFramePr>
          <p:nvPr>
            <p:extLst>
              <p:ext uri="{D42A27DB-BD31-4B8C-83A1-F6EECF244321}">
                <p14:modId xmlns:p14="http://schemas.microsoft.com/office/powerpoint/2010/main" val="2432980320"/>
              </p:ext>
            </p:extLst>
          </p:nvPr>
        </p:nvGraphicFramePr>
        <p:xfrm>
          <a:off x="6766005" y="2674082"/>
          <a:ext cx="6025226" cy="42615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aphique 9">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141094973"/>
              </p:ext>
            </p:extLst>
          </p:nvPr>
        </p:nvGraphicFramePr>
        <p:xfrm>
          <a:off x="695106" y="2674081"/>
          <a:ext cx="5892730" cy="427123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213436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A119B-B4CD-3B90-163F-CAF1E351C5FA}"/>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7A838F5-A1B6-9804-2387-D4598DBCABE5}"/>
              </a:ext>
            </a:extLst>
          </p:cNvPr>
          <p:cNvSpPr>
            <a:spLocks noGrp="1"/>
          </p:cNvSpPr>
          <p:nvPr>
            <p:ph type="sldNum" sz="quarter" idx="12"/>
          </p:nvPr>
        </p:nvSpPr>
        <p:spPr/>
        <p:txBody>
          <a:bodyPr/>
          <a:lstStyle/>
          <a:p>
            <a:fld id="{E4361461-078F-48AF-88AE-4D21A9B65272}" type="slidenum">
              <a:rPr lang="en-GB" smtClean="0"/>
              <a:t>9</a:t>
            </a:fld>
            <a:endParaRPr lang="en-GB" dirty="0"/>
          </a:p>
        </p:txBody>
      </p:sp>
      <p:sp>
        <p:nvSpPr>
          <p:cNvPr id="3" name="Titre 2">
            <a:extLst>
              <a:ext uri="{FF2B5EF4-FFF2-40B4-BE49-F238E27FC236}">
                <a16:creationId xmlns:a16="http://schemas.microsoft.com/office/drawing/2014/main" id="{BB7C2F65-13FC-2C90-692C-3E66A9D89D4B}"/>
              </a:ext>
            </a:extLst>
          </p:cNvPr>
          <p:cNvSpPr>
            <a:spLocks noGrp="1"/>
          </p:cNvSpPr>
          <p:nvPr>
            <p:ph type="title"/>
          </p:nvPr>
        </p:nvSpPr>
        <p:spPr>
          <a:xfrm>
            <a:off x="619302" y="543839"/>
            <a:ext cx="10930554" cy="430887"/>
          </a:xfrm>
        </p:spPr>
        <p:txBody>
          <a:bodyPr/>
          <a:lstStyle/>
          <a:p>
            <a:r>
              <a:rPr lang="fr-FR" noProof="0" dirty="0" err="1"/>
              <a:t>What</a:t>
            </a:r>
            <a:r>
              <a:rPr lang="fr-FR" noProof="0" dirty="0"/>
              <a:t> about equities?</a:t>
            </a:r>
          </a:p>
        </p:txBody>
      </p:sp>
      <p:sp>
        <p:nvSpPr>
          <p:cNvPr id="12" name="Espace réservé du texte 5">
            <a:extLst>
              <a:ext uri="{FF2B5EF4-FFF2-40B4-BE49-F238E27FC236}">
                <a16:creationId xmlns:a16="http://schemas.microsoft.com/office/drawing/2014/main" id="{F330D513-404B-4C12-B035-15DBA8DE92E4}"/>
              </a:ext>
            </a:extLst>
          </p:cNvPr>
          <p:cNvSpPr>
            <a:spLocks noGrp="1"/>
          </p:cNvSpPr>
          <p:nvPr>
            <p:ph type="body" sz="quarter" idx="14"/>
          </p:nvPr>
        </p:nvSpPr>
        <p:spPr/>
        <p:txBody>
          <a:bodyPr/>
          <a:lstStyle/>
          <a:p>
            <a:r>
              <a:rPr lang="en-US" dirty="0"/>
              <a:t>Bubble + permanent deficit + resilient growth... what should be </a:t>
            </a:r>
            <a:r>
              <a:rPr lang="en-US" dirty="0" err="1"/>
              <a:t>favoured</a:t>
            </a:r>
            <a:r>
              <a:rPr lang="en-US" dirty="0"/>
              <a:t> in 2026?</a:t>
            </a:r>
            <a:endParaRPr lang="fr-FR" dirty="0"/>
          </a:p>
        </p:txBody>
      </p:sp>
      <p:sp>
        <p:nvSpPr>
          <p:cNvPr id="4" name="ZoneTexte 3">
            <a:extLst>
              <a:ext uri="{FF2B5EF4-FFF2-40B4-BE49-F238E27FC236}">
                <a16:creationId xmlns:a16="http://schemas.microsoft.com/office/drawing/2014/main" id="{406D3B82-F9F6-0B1D-1EA8-AB8B43ED1A66}"/>
              </a:ext>
            </a:extLst>
          </p:cNvPr>
          <p:cNvSpPr txBox="1"/>
          <p:nvPr/>
        </p:nvSpPr>
        <p:spPr>
          <a:xfrm>
            <a:off x="1866655" y="2236416"/>
            <a:ext cx="9686376" cy="369332"/>
          </a:xfrm>
          <a:prstGeom prst="rect">
            <a:avLst/>
          </a:prstGeom>
          <a:noFill/>
        </p:spPr>
        <p:txBody>
          <a:bodyPr wrap="square">
            <a:spAutoFit/>
          </a:bodyPr>
          <a:lstStyle/>
          <a:p>
            <a:endParaRPr lang="en-US" i="1" dirty="0"/>
          </a:p>
        </p:txBody>
      </p:sp>
      <p:sp>
        <p:nvSpPr>
          <p:cNvPr id="5" name="ZoneTexte 4">
            <a:extLst>
              <a:ext uri="{FF2B5EF4-FFF2-40B4-BE49-F238E27FC236}">
                <a16:creationId xmlns:a16="http://schemas.microsoft.com/office/drawing/2014/main" id="{4A5BC989-D437-6DA8-BF98-9A47EE666E99}"/>
              </a:ext>
            </a:extLst>
          </p:cNvPr>
          <p:cNvSpPr txBox="1"/>
          <p:nvPr/>
        </p:nvSpPr>
        <p:spPr>
          <a:xfrm>
            <a:off x="615950" y="1879818"/>
            <a:ext cx="10933904" cy="4770537"/>
          </a:xfrm>
          <a:prstGeom prst="rect">
            <a:avLst/>
          </a:prstGeom>
          <a:noFill/>
        </p:spPr>
        <p:txBody>
          <a:bodyPr wrap="square">
            <a:spAutoFit/>
          </a:bodyPr>
          <a:lstStyle/>
          <a:p>
            <a:r>
              <a:rPr lang="en-US" sz="1600" b="1" dirty="0"/>
              <a:t>The market context is encouraging for undervalued assets</a:t>
            </a:r>
            <a:r>
              <a:rPr lang="fr-FR" sz="1600" b="1" dirty="0"/>
              <a:t>:</a:t>
            </a:r>
          </a:p>
          <a:p>
            <a:endParaRPr lang="fr-FR" sz="1600" dirty="0"/>
          </a:p>
          <a:p>
            <a:pPr marL="285750" indent="-285750">
              <a:buFont typeface="Wingdings" panose="05000000000000000000" pitchFamily="2" charset="2"/>
              <a:buChar char="§"/>
            </a:pPr>
            <a:r>
              <a:rPr lang="en-US" sz="1600" b="1" dirty="0"/>
              <a:t>Global small and mid caps, with a focus on Europe</a:t>
            </a:r>
            <a:endParaRPr lang="fr-FR" sz="1600" dirty="0"/>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endParaRPr lang="fr-FR" sz="1600" dirty="0"/>
          </a:p>
          <a:p>
            <a:endParaRPr lang="fr-FR" sz="1600" dirty="0"/>
          </a:p>
          <a:p>
            <a:endParaRPr lang="fr-FR" sz="1600" dirty="0"/>
          </a:p>
          <a:p>
            <a:endParaRPr lang="fr-FR" sz="1600" dirty="0"/>
          </a:p>
          <a:p>
            <a:endParaRPr lang="fr-FR" sz="1600" dirty="0"/>
          </a:p>
          <a:p>
            <a:endParaRPr lang="fr-FR" sz="1600" dirty="0"/>
          </a:p>
          <a:p>
            <a:endParaRPr lang="fr-FR" sz="1600" dirty="0"/>
          </a:p>
          <a:p>
            <a:endParaRPr lang="fr-FR" sz="1600" dirty="0"/>
          </a:p>
          <a:p>
            <a:pPr marL="285750" indent="-285750">
              <a:buFontTx/>
              <a:buChar char="-"/>
            </a:pPr>
            <a:endParaRPr lang="fr-FR" sz="1600" dirty="0"/>
          </a:p>
        </p:txBody>
      </p:sp>
      <p:sp>
        <p:nvSpPr>
          <p:cNvPr id="6" name="Inhaltsplatzhalter 10">
            <a:extLst>
              <a:ext uri="{FF2B5EF4-FFF2-40B4-BE49-F238E27FC236}">
                <a16:creationId xmlns:a16="http://schemas.microsoft.com/office/drawing/2014/main" id="{4CD74B71-4679-A948-6C5B-C38702C21A68}"/>
              </a:ext>
            </a:extLst>
          </p:cNvPr>
          <p:cNvSpPr txBox="1">
            <a:spLocks/>
          </p:cNvSpPr>
          <p:nvPr/>
        </p:nvSpPr>
        <p:spPr bwMode="gray">
          <a:xfrm>
            <a:off x="3924421" y="2778053"/>
            <a:ext cx="5779911" cy="37114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en-US" dirty="0">
                <a:solidFill>
                  <a:schemeClr val="tx2"/>
                </a:solidFill>
                <a:latin typeface="Gotham Office" panose="02000000000000000000" pitchFamily="2" charset="0"/>
              </a:rPr>
              <a:t>RELATIVE VALUATIONS BETWEEN SMALL AND LARGE CAPS SINCE 2011</a:t>
            </a:r>
          </a:p>
        </p:txBody>
      </p:sp>
      <p:cxnSp>
        <p:nvCxnSpPr>
          <p:cNvPr id="7" name="Connecteur droit 21">
            <a:extLst>
              <a:ext uri="{FF2B5EF4-FFF2-40B4-BE49-F238E27FC236}">
                <a16:creationId xmlns:a16="http://schemas.microsoft.com/office/drawing/2014/main" id="{D4D9A93D-CBCD-2540-9C75-C17C8A979A42}"/>
              </a:ext>
            </a:extLst>
          </p:cNvPr>
          <p:cNvCxnSpPr>
            <a:cxnSpLocks/>
          </p:cNvCxnSpPr>
          <p:nvPr/>
        </p:nvCxnSpPr>
        <p:spPr>
          <a:xfrm>
            <a:off x="2701636" y="3159190"/>
            <a:ext cx="840624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7E0C99F-C74C-F150-F4AF-FBA7BBB75398}"/>
              </a:ext>
            </a:extLst>
          </p:cNvPr>
          <p:cNvSpPr/>
          <p:nvPr/>
        </p:nvSpPr>
        <p:spPr>
          <a:xfrm>
            <a:off x="2790606" y="7096788"/>
            <a:ext cx="9685335" cy="115416"/>
          </a:xfrm>
          <a:prstGeom prst="rect">
            <a:avLst/>
          </a:prstGeom>
        </p:spPr>
        <p:txBody>
          <a:bodyPr wrap="square" lIns="0" tIns="0" rIns="0" bIns="0">
            <a:spAutoFit/>
          </a:bodyPr>
          <a:lstStyle/>
          <a:p>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Datastream</a:t>
            </a:r>
            <a:r>
              <a:rPr lang="fr-FR" sz="750" b="1" dirty="0">
                <a:solidFill>
                  <a:schemeClr val="tx1">
                    <a:lumMod val="75000"/>
                    <a:lumOff val="25000"/>
                  </a:schemeClr>
                </a:solidFill>
                <a:latin typeface="Gotham Narrow Office" panose="02000000000000000000" pitchFamily="2" charset="0"/>
              </a:rPr>
              <a:t>, data as of 31/12/2025. </a:t>
            </a:r>
            <a:r>
              <a:rPr lang="en-US" sz="750" b="1" dirty="0">
                <a:solidFill>
                  <a:schemeClr val="tx1">
                    <a:lumMod val="75000"/>
                    <a:lumOff val="25000"/>
                  </a:schemeClr>
                </a:solidFill>
                <a:latin typeface="Gotham Narrow Office" panose="02000000000000000000" pitchFamily="2" charset="0"/>
              </a:rPr>
              <a:t>The figures relate to the past years and do not prejudge future results</a:t>
            </a:r>
            <a:endParaRPr lang="en-GB" sz="750" b="1" dirty="0">
              <a:solidFill>
                <a:schemeClr val="tx1">
                  <a:lumMod val="75000"/>
                  <a:lumOff val="25000"/>
                </a:schemeClr>
              </a:solidFill>
              <a:latin typeface="Gotham Narrow Office" panose="02000000000000000000" pitchFamily="2" charset="0"/>
            </a:endParaRPr>
          </a:p>
        </p:txBody>
      </p:sp>
      <p:graphicFrame>
        <p:nvGraphicFramePr>
          <p:cNvPr id="8" name="Graphique 7">
            <a:extLst>
              <a:ext uri="{FF2B5EF4-FFF2-40B4-BE49-F238E27FC236}">
                <a16:creationId xmlns:a16="http://schemas.microsoft.com/office/drawing/2014/main" id="{A57450B9-711D-E043-166C-A7215A5F583E}"/>
              </a:ext>
            </a:extLst>
          </p:cNvPr>
          <p:cNvGraphicFramePr>
            <a:graphicFrameLocks/>
          </p:cNvGraphicFramePr>
          <p:nvPr>
            <p:extLst>
              <p:ext uri="{D42A27DB-BD31-4B8C-83A1-F6EECF244321}">
                <p14:modId xmlns:p14="http://schemas.microsoft.com/office/powerpoint/2010/main" val="2047947919"/>
              </p:ext>
            </p:extLst>
          </p:nvPr>
        </p:nvGraphicFramePr>
        <p:xfrm>
          <a:off x="2701636" y="3210130"/>
          <a:ext cx="8541328" cy="3735181"/>
        </p:xfrm>
        <a:graphic>
          <a:graphicData uri="http://schemas.openxmlformats.org/drawingml/2006/chart">
            <c:chart xmlns:c="http://schemas.openxmlformats.org/drawingml/2006/chart" xmlns:r="http://schemas.openxmlformats.org/officeDocument/2006/relationships" r:id="rId4"/>
          </a:graphicData>
        </a:graphic>
      </p:graphicFrame>
      <p:sp>
        <p:nvSpPr>
          <p:cNvPr id="11" name="ZoneTexte 10">
            <a:extLst>
              <a:ext uri="{FF2B5EF4-FFF2-40B4-BE49-F238E27FC236}">
                <a16:creationId xmlns:a16="http://schemas.microsoft.com/office/drawing/2014/main" id="{81E63DBC-4079-4004-FFB2-8C61571BF5DF}"/>
              </a:ext>
            </a:extLst>
          </p:cNvPr>
          <p:cNvSpPr txBox="1"/>
          <p:nvPr/>
        </p:nvSpPr>
        <p:spPr>
          <a:xfrm>
            <a:off x="3335482" y="3282575"/>
            <a:ext cx="3384405" cy="198838"/>
          </a:xfrm>
          <a:prstGeom prst="rect">
            <a:avLst/>
          </a:prstGeom>
        </p:spPr>
        <p:txBody>
          <a:bodyPr vert="horz" wrap="square" lIns="0" tIns="0" rIns="0" bIns="0" rtlCol="0">
            <a:noAutofit/>
          </a:bodyPr>
          <a:lstStyle/>
          <a:p>
            <a:pPr algn="l">
              <a:spcBef>
                <a:spcPts val="600"/>
              </a:spcBef>
            </a:pPr>
            <a:r>
              <a:rPr lang="fr-FR" sz="800" b="1" dirty="0" err="1"/>
              <a:t>Realtive</a:t>
            </a:r>
            <a:r>
              <a:rPr lang="fr-FR" sz="800" b="1" dirty="0"/>
              <a:t> P/E EURO STOXX Small vs EURO STOXX Large</a:t>
            </a:r>
          </a:p>
        </p:txBody>
      </p:sp>
    </p:spTree>
    <p:extLst>
      <p:ext uri="{BB962C8B-B14F-4D97-AF65-F5344CB8AC3E}">
        <p14:creationId xmlns:p14="http://schemas.microsoft.com/office/powerpoint/2010/main" val="3534868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D879C-C1DD-2A3D-4EE1-0E56381E8BF3}"/>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0BCD451-3701-9339-8907-85CE0683F160}"/>
              </a:ext>
            </a:extLst>
          </p:cNvPr>
          <p:cNvSpPr>
            <a:spLocks noGrp="1"/>
          </p:cNvSpPr>
          <p:nvPr>
            <p:ph type="sldNum" sz="quarter" idx="12"/>
          </p:nvPr>
        </p:nvSpPr>
        <p:spPr/>
        <p:txBody>
          <a:bodyPr/>
          <a:lstStyle/>
          <a:p>
            <a:fld id="{E4361461-078F-48AF-88AE-4D21A9B65272}" type="slidenum">
              <a:rPr lang="en-GB" smtClean="0"/>
              <a:t>10</a:t>
            </a:fld>
            <a:endParaRPr lang="en-GB" dirty="0"/>
          </a:p>
        </p:txBody>
      </p:sp>
      <p:sp>
        <p:nvSpPr>
          <p:cNvPr id="3" name="Titre 2">
            <a:extLst>
              <a:ext uri="{FF2B5EF4-FFF2-40B4-BE49-F238E27FC236}">
                <a16:creationId xmlns:a16="http://schemas.microsoft.com/office/drawing/2014/main" id="{82F78D2E-1633-24E5-0AC7-253BCDFD540E}"/>
              </a:ext>
            </a:extLst>
          </p:cNvPr>
          <p:cNvSpPr>
            <a:spLocks noGrp="1"/>
          </p:cNvSpPr>
          <p:nvPr>
            <p:ph type="title"/>
          </p:nvPr>
        </p:nvSpPr>
        <p:spPr>
          <a:xfrm>
            <a:off x="615950" y="543839"/>
            <a:ext cx="10933905" cy="430887"/>
          </a:xfrm>
        </p:spPr>
        <p:txBody>
          <a:bodyPr/>
          <a:lstStyle/>
          <a:p>
            <a:r>
              <a:rPr lang="en-US" noProof="0" dirty="0"/>
              <a:t>king dollar is teetering…</a:t>
            </a:r>
            <a:endParaRPr lang="fr-FR" noProof="0" dirty="0"/>
          </a:p>
        </p:txBody>
      </p:sp>
      <p:sp>
        <p:nvSpPr>
          <p:cNvPr id="12" name="Espace réservé du texte 5">
            <a:extLst>
              <a:ext uri="{FF2B5EF4-FFF2-40B4-BE49-F238E27FC236}">
                <a16:creationId xmlns:a16="http://schemas.microsoft.com/office/drawing/2014/main" id="{C5C9E846-3C6F-B468-1648-090F0176AEDE}"/>
              </a:ext>
            </a:extLst>
          </p:cNvPr>
          <p:cNvSpPr>
            <a:spLocks noGrp="1"/>
          </p:cNvSpPr>
          <p:nvPr>
            <p:ph type="body" sz="quarter" idx="14"/>
          </p:nvPr>
        </p:nvSpPr>
        <p:spPr/>
        <p:txBody>
          <a:bodyPr/>
          <a:lstStyle/>
          <a:p>
            <a:r>
              <a:rPr lang="en-US" dirty="0"/>
              <a:t>Whatever the scenario, a depreciation of the dollar remains the same conclusion </a:t>
            </a:r>
            <a:endParaRPr lang="fr-FR" dirty="0"/>
          </a:p>
        </p:txBody>
      </p:sp>
      <p:grpSp>
        <p:nvGrpSpPr>
          <p:cNvPr id="6" name="Groupe 5">
            <a:extLst>
              <a:ext uri="{FF2B5EF4-FFF2-40B4-BE49-F238E27FC236}">
                <a16:creationId xmlns:a16="http://schemas.microsoft.com/office/drawing/2014/main" id="{FB37487D-1CF2-48E5-F30A-C5EC8388132C}"/>
              </a:ext>
            </a:extLst>
          </p:cNvPr>
          <p:cNvGrpSpPr/>
          <p:nvPr/>
        </p:nvGrpSpPr>
        <p:grpSpPr>
          <a:xfrm>
            <a:off x="1964968" y="2126526"/>
            <a:ext cx="1080000" cy="1080000"/>
            <a:chOff x="1766183" y="2109738"/>
            <a:chExt cx="938916" cy="952550"/>
          </a:xfrm>
        </p:grpSpPr>
        <p:sp>
          <p:nvSpPr>
            <p:cNvPr id="7" name="Organigramme : Connecteur 6">
              <a:extLst>
                <a:ext uri="{FF2B5EF4-FFF2-40B4-BE49-F238E27FC236}">
                  <a16:creationId xmlns:a16="http://schemas.microsoft.com/office/drawing/2014/main" id="{247C3861-3E62-4CE1-38E7-39DDF582EA61}"/>
                </a:ext>
              </a:extLst>
            </p:cNvPr>
            <p:cNvSpPr/>
            <p:nvPr/>
          </p:nvSpPr>
          <p:spPr>
            <a:xfrm>
              <a:off x="1766183" y="2127762"/>
              <a:ext cx="900000" cy="900000"/>
            </a:xfrm>
            <a:prstGeom prst="flowChartConnector">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8" name="Rectangle 7">
              <a:extLst>
                <a:ext uri="{FF2B5EF4-FFF2-40B4-BE49-F238E27FC236}">
                  <a16:creationId xmlns:a16="http://schemas.microsoft.com/office/drawing/2014/main" id="{CB79A5B5-AC0F-F4E7-96A7-6234759FF0F1}"/>
                </a:ext>
              </a:extLst>
            </p:cNvPr>
            <p:cNvSpPr/>
            <p:nvPr/>
          </p:nvSpPr>
          <p:spPr>
            <a:xfrm>
              <a:off x="2209799" y="2109738"/>
              <a:ext cx="495300" cy="952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cxnSp>
        <p:nvCxnSpPr>
          <p:cNvPr id="9" name="Connecteur droit 8">
            <a:extLst>
              <a:ext uri="{FF2B5EF4-FFF2-40B4-BE49-F238E27FC236}">
                <a16:creationId xmlns:a16="http://schemas.microsoft.com/office/drawing/2014/main" id="{45F3C360-45C9-8F0B-8AC2-EB1B6EA496DB}"/>
              </a:ext>
            </a:extLst>
          </p:cNvPr>
          <p:cNvCxnSpPr>
            <a:cxnSpLocks/>
          </p:cNvCxnSpPr>
          <p:nvPr/>
        </p:nvCxnSpPr>
        <p:spPr>
          <a:xfrm>
            <a:off x="1638300" y="2666526"/>
            <a:ext cx="329746"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Organigramme : Connecteur 9">
            <a:extLst>
              <a:ext uri="{FF2B5EF4-FFF2-40B4-BE49-F238E27FC236}">
                <a16:creationId xmlns:a16="http://schemas.microsoft.com/office/drawing/2014/main" id="{C34B4943-4567-A926-1292-17CC4B8595CB}"/>
              </a:ext>
            </a:extLst>
          </p:cNvPr>
          <p:cNvSpPr/>
          <p:nvPr/>
        </p:nvSpPr>
        <p:spPr>
          <a:xfrm>
            <a:off x="633354" y="2126526"/>
            <a:ext cx="1080000" cy="1080000"/>
          </a:xfrm>
          <a:prstGeom prst="flowChartConnector">
            <a:avLst/>
          </a:prstGeom>
          <a:solidFill>
            <a:schemeClr val="bg1"/>
          </a:solidFill>
          <a:ln w="571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nvGrpSpPr>
          <p:cNvPr id="11" name="Groupe 10">
            <a:extLst>
              <a:ext uri="{FF2B5EF4-FFF2-40B4-BE49-F238E27FC236}">
                <a16:creationId xmlns:a16="http://schemas.microsoft.com/office/drawing/2014/main" id="{63A11C2A-31A2-7934-ED52-199F6111AABA}"/>
              </a:ext>
            </a:extLst>
          </p:cNvPr>
          <p:cNvGrpSpPr/>
          <p:nvPr/>
        </p:nvGrpSpPr>
        <p:grpSpPr>
          <a:xfrm>
            <a:off x="1980292" y="3788798"/>
            <a:ext cx="1080000" cy="1080000"/>
            <a:chOff x="1766183" y="2109738"/>
            <a:chExt cx="938916" cy="952550"/>
          </a:xfrm>
        </p:grpSpPr>
        <p:sp>
          <p:nvSpPr>
            <p:cNvPr id="13" name="Organigramme : Connecteur 12">
              <a:extLst>
                <a:ext uri="{FF2B5EF4-FFF2-40B4-BE49-F238E27FC236}">
                  <a16:creationId xmlns:a16="http://schemas.microsoft.com/office/drawing/2014/main" id="{022E5098-8230-B7DA-AAE6-9D7DB18CDC58}"/>
                </a:ext>
              </a:extLst>
            </p:cNvPr>
            <p:cNvSpPr/>
            <p:nvPr/>
          </p:nvSpPr>
          <p:spPr>
            <a:xfrm>
              <a:off x="1766183" y="2127762"/>
              <a:ext cx="900000" cy="900000"/>
            </a:xfrm>
            <a:prstGeom prst="flowChartConnector">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14" name="Rectangle 13">
              <a:extLst>
                <a:ext uri="{FF2B5EF4-FFF2-40B4-BE49-F238E27FC236}">
                  <a16:creationId xmlns:a16="http://schemas.microsoft.com/office/drawing/2014/main" id="{2A5E9754-EA78-8076-DF7E-4A467B71FF0F}"/>
                </a:ext>
              </a:extLst>
            </p:cNvPr>
            <p:cNvSpPr/>
            <p:nvPr/>
          </p:nvSpPr>
          <p:spPr>
            <a:xfrm>
              <a:off x="2209799" y="2109738"/>
              <a:ext cx="495300" cy="952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cxnSp>
        <p:nvCxnSpPr>
          <p:cNvPr id="15" name="Connecteur droit 14">
            <a:extLst>
              <a:ext uri="{FF2B5EF4-FFF2-40B4-BE49-F238E27FC236}">
                <a16:creationId xmlns:a16="http://schemas.microsoft.com/office/drawing/2014/main" id="{6A04D008-87E9-6E64-FDE6-495FFB65496C}"/>
              </a:ext>
            </a:extLst>
          </p:cNvPr>
          <p:cNvCxnSpPr>
            <a:cxnSpLocks/>
          </p:cNvCxnSpPr>
          <p:nvPr/>
        </p:nvCxnSpPr>
        <p:spPr>
          <a:xfrm>
            <a:off x="1653624" y="4328798"/>
            <a:ext cx="329746"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Organigramme : Connecteur 15">
            <a:extLst>
              <a:ext uri="{FF2B5EF4-FFF2-40B4-BE49-F238E27FC236}">
                <a16:creationId xmlns:a16="http://schemas.microsoft.com/office/drawing/2014/main" id="{1F921605-D188-BDAE-220E-3F6AE943BCB9}"/>
              </a:ext>
            </a:extLst>
          </p:cNvPr>
          <p:cNvSpPr/>
          <p:nvPr/>
        </p:nvSpPr>
        <p:spPr>
          <a:xfrm>
            <a:off x="648678" y="3788798"/>
            <a:ext cx="1080000" cy="1080000"/>
          </a:xfrm>
          <a:prstGeom prst="flowChartConnector">
            <a:avLst/>
          </a:prstGeom>
          <a:solidFill>
            <a:schemeClr val="bg1"/>
          </a:solidFill>
          <a:ln w="571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nvGrpSpPr>
          <p:cNvPr id="17" name="Groupe 16">
            <a:extLst>
              <a:ext uri="{FF2B5EF4-FFF2-40B4-BE49-F238E27FC236}">
                <a16:creationId xmlns:a16="http://schemas.microsoft.com/office/drawing/2014/main" id="{1F79DDF0-6CDC-D274-1586-4D5CD67EB3A6}"/>
              </a:ext>
            </a:extLst>
          </p:cNvPr>
          <p:cNvGrpSpPr/>
          <p:nvPr/>
        </p:nvGrpSpPr>
        <p:grpSpPr>
          <a:xfrm>
            <a:off x="1973421" y="5528654"/>
            <a:ext cx="1080000" cy="1080000"/>
            <a:chOff x="1766183" y="2109738"/>
            <a:chExt cx="938916" cy="952550"/>
          </a:xfrm>
        </p:grpSpPr>
        <p:sp>
          <p:nvSpPr>
            <p:cNvPr id="18" name="Organigramme : Connecteur 17">
              <a:extLst>
                <a:ext uri="{FF2B5EF4-FFF2-40B4-BE49-F238E27FC236}">
                  <a16:creationId xmlns:a16="http://schemas.microsoft.com/office/drawing/2014/main" id="{96B67BF2-B716-38E6-5093-9849E7EE36FE}"/>
                </a:ext>
              </a:extLst>
            </p:cNvPr>
            <p:cNvSpPr/>
            <p:nvPr/>
          </p:nvSpPr>
          <p:spPr>
            <a:xfrm>
              <a:off x="1766183" y="2127762"/>
              <a:ext cx="900000" cy="900000"/>
            </a:xfrm>
            <a:prstGeom prst="flowChartConnector">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19" name="Rectangle 18">
              <a:extLst>
                <a:ext uri="{FF2B5EF4-FFF2-40B4-BE49-F238E27FC236}">
                  <a16:creationId xmlns:a16="http://schemas.microsoft.com/office/drawing/2014/main" id="{D6858F91-563E-F249-6956-8E68CE3E5B59}"/>
                </a:ext>
              </a:extLst>
            </p:cNvPr>
            <p:cNvSpPr/>
            <p:nvPr/>
          </p:nvSpPr>
          <p:spPr>
            <a:xfrm>
              <a:off x="2209799" y="2109738"/>
              <a:ext cx="495300" cy="952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cxnSp>
        <p:nvCxnSpPr>
          <p:cNvPr id="20" name="Connecteur droit 19">
            <a:extLst>
              <a:ext uri="{FF2B5EF4-FFF2-40B4-BE49-F238E27FC236}">
                <a16:creationId xmlns:a16="http://schemas.microsoft.com/office/drawing/2014/main" id="{945FDC60-8A76-F144-3ED4-29E933360FB8}"/>
              </a:ext>
            </a:extLst>
          </p:cNvPr>
          <p:cNvCxnSpPr>
            <a:cxnSpLocks/>
          </p:cNvCxnSpPr>
          <p:nvPr/>
        </p:nvCxnSpPr>
        <p:spPr>
          <a:xfrm>
            <a:off x="1646753" y="6068654"/>
            <a:ext cx="329746"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Organigramme : Connecteur 20">
            <a:extLst>
              <a:ext uri="{FF2B5EF4-FFF2-40B4-BE49-F238E27FC236}">
                <a16:creationId xmlns:a16="http://schemas.microsoft.com/office/drawing/2014/main" id="{1F7C25AF-867A-A2B6-AF00-591A7730D169}"/>
              </a:ext>
            </a:extLst>
          </p:cNvPr>
          <p:cNvSpPr/>
          <p:nvPr/>
        </p:nvSpPr>
        <p:spPr>
          <a:xfrm>
            <a:off x="641807" y="5528654"/>
            <a:ext cx="1080000" cy="1080000"/>
          </a:xfrm>
          <a:prstGeom prst="flowChartConnector">
            <a:avLst/>
          </a:prstGeom>
          <a:solidFill>
            <a:schemeClr val="bg1"/>
          </a:solidFill>
          <a:ln w="571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nvGrpSpPr>
          <p:cNvPr id="22" name="Groupe 3742">
            <a:extLst>
              <a:ext uri="{FF2B5EF4-FFF2-40B4-BE49-F238E27FC236}">
                <a16:creationId xmlns:a16="http://schemas.microsoft.com/office/drawing/2014/main" id="{C4A2A76F-6AAC-3449-E89F-17D124CEC587}"/>
              </a:ext>
            </a:extLst>
          </p:cNvPr>
          <p:cNvGrpSpPr/>
          <p:nvPr/>
        </p:nvGrpSpPr>
        <p:grpSpPr bwMode="gray">
          <a:xfrm>
            <a:off x="884410" y="2397021"/>
            <a:ext cx="543802" cy="539011"/>
            <a:chOff x="4121151" y="4591051"/>
            <a:chExt cx="444500" cy="555625"/>
          </a:xfrm>
        </p:grpSpPr>
        <p:sp>
          <p:nvSpPr>
            <p:cNvPr id="23" name="Freeform 549">
              <a:extLst>
                <a:ext uri="{FF2B5EF4-FFF2-40B4-BE49-F238E27FC236}">
                  <a16:creationId xmlns:a16="http://schemas.microsoft.com/office/drawing/2014/main" id="{EB7B2162-89C9-BBD3-AC58-8E502FE9C260}"/>
                </a:ext>
              </a:extLst>
            </p:cNvPr>
            <p:cNvSpPr>
              <a:spLocks/>
            </p:cNvSpPr>
            <p:nvPr/>
          </p:nvSpPr>
          <p:spPr bwMode="gray">
            <a:xfrm>
              <a:off x="4121151" y="5091113"/>
              <a:ext cx="444500" cy="55563"/>
            </a:xfrm>
            <a:custGeom>
              <a:avLst/>
              <a:gdLst>
                <a:gd name="T0" fmla="*/ 0 w 840"/>
                <a:gd name="T1" fmla="*/ 105 h 105"/>
                <a:gd name="T2" fmla="*/ 840 w 840"/>
                <a:gd name="T3" fmla="*/ 105 h 105"/>
                <a:gd name="T4" fmla="*/ 840 w 840"/>
                <a:gd name="T5" fmla="*/ 0 h 105"/>
                <a:gd name="T6" fmla="*/ 210 w 840"/>
                <a:gd name="T7" fmla="*/ 0 h 105"/>
                <a:gd name="T8" fmla="*/ 0 w 840"/>
                <a:gd name="T9" fmla="*/ 0 h 105"/>
                <a:gd name="T10" fmla="*/ 0 w 840"/>
                <a:gd name="T11" fmla="*/ 105 h 105"/>
                <a:gd name="T12" fmla="*/ 0 w 840"/>
                <a:gd name="T13" fmla="*/ 105 h 105"/>
              </a:gdLst>
              <a:ahLst/>
              <a:cxnLst>
                <a:cxn ang="0">
                  <a:pos x="T0" y="T1"/>
                </a:cxn>
                <a:cxn ang="0">
                  <a:pos x="T2" y="T3"/>
                </a:cxn>
                <a:cxn ang="0">
                  <a:pos x="T4" y="T5"/>
                </a:cxn>
                <a:cxn ang="0">
                  <a:pos x="T6" y="T7"/>
                </a:cxn>
                <a:cxn ang="0">
                  <a:pos x="T8" y="T9"/>
                </a:cxn>
                <a:cxn ang="0">
                  <a:pos x="T10" y="T11"/>
                </a:cxn>
                <a:cxn ang="0">
                  <a:pos x="T12" y="T13"/>
                </a:cxn>
              </a:cxnLst>
              <a:rect l="0" t="0" r="r" b="b"/>
              <a:pathLst>
                <a:path w="840" h="105">
                  <a:moveTo>
                    <a:pt x="0" y="105"/>
                  </a:moveTo>
                  <a:lnTo>
                    <a:pt x="840" y="105"/>
                  </a:lnTo>
                  <a:lnTo>
                    <a:pt x="840" y="0"/>
                  </a:lnTo>
                  <a:lnTo>
                    <a:pt x="210" y="0"/>
                  </a:lnTo>
                  <a:lnTo>
                    <a:pt x="0" y="0"/>
                  </a:lnTo>
                  <a:lnTo>
                    <a:pt x="0" y="105"/>
                  </a:lnTo>
                  <a:lnTo>
                    <a:pt x="0" y="105"/>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4" name="Freeform 550">
              <a:extLst>
                <a:ext uri="{FF2B5EF4-FFF2-40B4-BE49-F238E27FC236}">
                  <a16:creationId xmlns:a16="http://schemas.microsoft.com/office/drawing/2014/main" id="{A342CB2E-C4EC-05D4-324E-B7CAFCEF6FDB}"/>
                </a:ext>
              </a:extLst>
            </p:cNvPr>
            <p:cNvSpPr>
              <a:spLocks/>
            </p:cNvSpPr>
            <p:nvPr/>
          </p:nvSpPr>
          <p:spPr bwMode="gray">
            <a:xfrm>
              <a:off x="4232276" y="4702176"/>
              <a:ext cx="0" cy="388938"/>
            </a:xfrm>
            <a:custGeom>
              <a:avLst/>
              <a:gdLst>
                <a:gd name="T0" fmla="*/ 0 h 735"/>
                <a:gd name="T1" fmla="*/ 735 h 735"/>
                <a:gd name="T2" fmla="*/ 0 h 735"/>
                <a:gd name="T3" fmla="*/ 0 h 735"/>
              </a:gdLst>
              <a:ahLst/>
              <a:cxnLst>
                <a:cxn ang="0">
                  <a:pos x="0" y="T0"/>
                </a:cxn>
                <a:cxn ang="0">
                  <a:pos x="0" y="T1"/>
                </a:cxn>
                <a:cxn ang="0">
                  <a:pos x="0" y="T2"/>
                </a:cxn>
                <a:cxn ang="0">
                  <a:pos x="0" y="T3"/>
                </a:cxn>
              </a:cxnLst>
              <a:rect l="0" t="0" r="r" b="b"/>
              <a:pathLst>
                <a:path h="735">
                  <a:moveTo>
                    <a:pt x="0" y="0"/>
                  </a:moveTo>
                  <a:lnTo>
                    <a:pt x="0" y="735"/>
                  </a:lnTo>
                  <a:lnTo>
                    <a:pt x="0" y="0"/>
                  </a:lnTo>
                  <a:lnTo>
                    <a:pt x="0" y="0"/>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5" name="Freeform 551">
              <a:extLst>
                <a:ext uri="{FF2B5EF4-FFF2-40B4-BE49-F238E27FC236}">
                  <a16:creationId xmlns:a16="http://schemas.microsoft.com/office/drawing/2014/main" id="{152DF730-1985-4B32-40B2-0273AC88739C}"/>
                </a:ext>
              </a:extLst>
            </p:cNvPr>
            <p:cNvSpPr>
              <a:spLocks/>
            </p:cNvSpPr>
            <p:nvPr/>
          </p:nvSpPr>
          <p:spPr bwMode="gray">
            <a:xfrm>
              <a:off x="4454526" y="4702176"/>
              <a:ext cx="0" cy="388938"/>
            </a:xfrm>
            <a:custGeom>
              <a:avLst/>
              <a:gdLst>
                <a:gd name="T0" fmla="*/ 0 h 735"/>
                <a:gd name="T1" fmla="*/ 735 h 735"/>
                <a:gd name="T2" fmla="*/ 0 h 735"/>
                <a:gd name="T3" fmla="*/ 0 h 735"/>
              </a:gdLst>
              <a:ahLst/>
              <a:cxnLst>
                <a:cxn ang="0">
                  <a:pos x="0" y="T0"/>
                </a:cxn>
                <a:cxn ang="0">
                  <a:pos x="0" y="T1"/>
                </a:cxn>
                <a:cxn ang="0">
                  <a:pos x="0" y="T2"/>
                </a:cxn>
                <a:cxn ang="0">
                  <a:pos x="0" y="T3"/>
                </a:cxn>
              </a:cxnLst>
              <a:rect l="0" t="0" r="r" b="b"/>
              <a:pathLst>
                <a:path h="735">
                  <a:moveTo>
                    <a:pt x="0" y="0"/>
                  </a:moveTo>
                  <a:lnTo>
                    <a:pt x="0" y="735"/>
                  </a:lnTo>
                  <a:lnTo>
                    <a:pt x="0" y="0"/>
                  </a:lnTo>
                  <a:lnTo>
                    <a:pt x="0" y="0"/>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6" name="Line 552">
              <a:extLst>
                <a:ext uri="{FF2B5EF4-FFF2-40B4-BE49-F238E27FC236}">
                  <a16:creationId xmlns:a16="http://schemas.microsoft.com/office/drawing/2014/main" id="{AE4AC9AB-BD3D-1719-0BF1-7CB052482104}"/>
                </a:ext>
              </a:extLst>
            </p:cNvPr>
            <p:cNvSpPr>
              <a:spLocks noChangeShapeType="1"/>
            </p:cNvSpPr>
            <p:nvPr/>
          </p:nvSpPr>
          <p:spPr bwMode="gray">
            <a:xfrm>
              <a:off x="4232276" y="4702176"/>
              <a:ext cx="222250" cy="0"/>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7" name="Freeform 553">
              <a:extLst>
                <a:ext uri="{FF2B5EF4-FFF2-40B4-BE49-F238E27FC236}">
                  <a16:creationId xmlns:a16="http://schemas.microsoft.com/office/drawing/2014/main" id="{753DB7E0-2C97-6D48-E292-D93DDB5825CC}"/>
                </a:ext>
              </a:extLst>
            </p:cNvPr>
            <p:cNvSpPr>
              <a:spLocks/>
            </p:cNvSpPr>
            <p:nvPr/>
          </p:nvSpPr>
          <p:spPr bwMode="gray">
            <a:xfrm>
              <a:off x="4121151" y="4779963"/>
              <a:ext cx="111125" cy="311150"/>
            </a:xfrm>
            <a:custGeom>
              <a:avLst/>
              <a:gdLst>
                <a:gd name="T0" fmla="*/ 210 w 210"/>
                <a:gd name="T1" fmla="*/ 0 h 587"/>
                <a:gd name="T2" fmla="*/ 0 w 210"/>
                <a:gd name="T3" fmla="*/ 0 h 587"/>
                <a:gd name="T4" fmla="*/ 0 w 210"/>
                <a:gd name="T5" fmla="*/ 587 h 587"/>
              </a:gdLst>
              <a:ahLst/>
              <a:cxnLst>
                <a:cxn ang="0">
                  <a:pos x="T0" y="T1"/>
                </a:cxn>
                <a:cxn ang="0">
                  <a:pos x="T2" y="T3"/>
                </a:cxn>
                <a:cxn ang="0">
                  <a:pos x="T4" y="T5"/>
                </a:cxn>
              </a:cxnLst>
              <a:rect l="0" t="0" r="r" b="b"/>
              <a:pathLst>
                <a:path w="210" h="587">
                  <a:moveTo>
                    <a:pt x="210" y="0"/>
                  </a:moveTo>
                  <a:lnTo>
                    <a:pt x="0" y="0"/>
                  </a:lnTo>
                  <a:lnTo>
                    <a:pt x="0" y="587"/>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8" name="Freeform 554">
              <a:extLst>
                <a:ext uri="{FF2B5EF4-FFF2-40B4-BE49-F238E27FC236}">
                  <a16:creationId xmlns:a16="http://schemas.microsoft.com/office/drawing/2014/main" id="{9D2CEF82-9A6E-8DCB-6CA3-0B4BFC8AC2EF}"/>
                </a:ext>
              </a:extLst>
            </p:cNvPr>
            <p:cNvSpPr>
              <a:spLocks/>
            </p:cNvSpPr>
            <p:nvPr/>
          </p:nvSpPr>
          <p:spPr bwMode="gray">
            <a:xfrm>
              <a:off x="4454526" y="4779963"/>
              <a:ext cx="111125" cy="311150"/>
            </a:xfrm>
            <a:custGeom>
              <a:avLst/>
              <a:gdLst>
                <a:gd name="T0" fmla="*/ 0 w 210"/>
                <a:gd name="T1" fmla="*/ 0 h 587"/>
                <a:gd name="T2" fmla="*/ 210 w 210"/>
                <a:gd name="T3" fmla="*/ 0 h 587"/>
                <a:gd name="T4" fmla="*/ 210 w 210"/>
                <a:gd name="T5" fmla="*/ 587 h 587"/>
              </a:gdLst>
              <a:ahLst/>
              <a:cxnLst>
                <a:cxn ang="0">
                  <a:pos x="T0" y="T1"/>
                </a:cxn>
                <a:cxn ang="0">
                  <a:pos x="T2" y="T3"/>
                </a:cxn>
                <a:cxn ang="0">
                  <a:pos x="T4" y="T5"/>
                </a:cxn>
              </a:cxnLst>
              <a:rect l="0" t="0" r="r" b="b"/>
              <a:pathLst>
                <a:path w="210" h="587">
                  <a:moveTo>
                    <a:pt x="0" y="0"/>
                  </a:moveTo>
                  <a:lnTo>
                    <a:pt x="210" y="0"/>
                  </a:lnTo>
                  <a:lnTo>
                    <a:pt x="210" y="587"/>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9" name="Line 555">
              <a:extLst>
                <a:ext uri="{FF2B5EF4-FFF2-40B4-BE49-F238E27FC236}">
                  <a16:creationId xmlns:a16="http://schemas.microsoft.com/office/drawing/2014/main" id="{34855C52-51A6-A4F0-24D1-5BBA559D56AA}"/>
                </a:ext>
              </a:extLst>
            </p:cNvPr>
            <p:cNvSpPr>
              <a:spLocks noChangeShapeType="1"/>
            </p:cNvSpPr>
            <p:nvPr/>
          </p:nvSpPr>
          <p:spPr bwMode="gray">
            <a:xfrm>
              <a:off x="4287838" y="4757738"/>
              <a:ext cx="0" cy="0"/>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0" name="Line 556">
              <a:extLst>
                <a:ext uri="{FF2B5EF4-FFF2-40B4-BE49-F238E27FC236}">
                  <a16:creationId xmlns:a16="http://schemas.microsoft.com/office/drawing/2014/main" id="{F3DC84DD-4609-C0EF-D695-ACF1BEDF8D2A}"/>
                </a:ext>
              </a:extLst>
            </p:cNvPr>
            <p:cNvSpPr>
              <a:spLocks noChangeShapeType="1"/>
            </p:cNvSpPr>
            <p:nvPr/>
          </p:nvSpPr>
          <p:spPr bwMode="gray">
            <a:xfrm>
              <a:off x="4232276" y="4813301"/>
              <a:ext cx="0" cy="0"/>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1" name="Freeform 557">
              <a:extLst>
                <a:ext uri="{FF2B5EF4-FFF2-40B4-BE49-F238E27FC236}">
                  <a16:creationId xmlns:a16="http://schemas.microsoft.com/office/drawing/2014/main" id="{2CB7F619-44AD-49B7-5E7B-D35AA15D9493}"/>
                </a:ext>
              </a:extLst>
            </p:cNvPr>
            <p:cNvSpPr>
              <a:spLocks/>
            </p:cNvSpPr>
            <p:nvPr/>
          </p:nvSpPr>
          <p:spPr bwMode="gray">
            <a:xfrm>
              <a:off x="4405313" y="4606926"/>
              <a:ext cx="61913" cy="61913"/>
            </a:xfrm>
            <a:custGeom>
              <a:avLst/>
              <a:gdLst>
                <a:gd name="T0" fmla="*/ 118 w 118"/>
                <a:gd name="T1" fmla="*/ 116 h 116"/>
                <a:gd name="T2" fmla="*/ 0 w 118"/>
                <a:gd name="T3" fmla="*/ 116 h 116"/>
                <a:gd name="T4" fmla="*/ 0 w 118"/>
                <a:gd name="T5" fmla="*/ 0 h 116"/>
                <a:gd name="T6" fmla="*/ 118 w 118"/>
                <a:gd name="T7" fmla="*/ 0 h 116"/>
                <a:gd name="T8" fmla="*/ 58 w 118"/>
                <a:gd name="T9" fmla="*/ 58 h 116"/>
                <a:gd name="T10" fmla="*/ 118 w 118"/>
                <a:gd name="T11" fmla="*/ 116 h 116"/>
                <a:gd name="T12" fmla="*/ 118 w 118"/>
                <a:gd name="T13" fmla="*/ 116 h 116"/>
              </a:gdLst>
              <a:ahLst/>
              <a:cxnLst>
                <a:cxn ang="0">
                  <a:pos x="T0" y="T1"/>
                </a:cxn>
                <a:cxn ang="0">
                  <a:pos x="T2" y="T3"/>
                </a:cxn>
                <a:cxn ang="0">
                  <a:pos x="T4" y="T5"/>
                </a:cxn>
                <a:cxn ang="0">
                  <a:pos x="T6" y="T7"/>
                </a:cxn>
                <a:cxn ang="0">
                  <a:pos x="T8" y="T9"/>
                </a:cxn>
                <a:cxn ang="0">
                  <a:pos x="T10" y="T11"/>
                </a:cxn>
                <a:cxn ang="0">
                  <a:pos x="T12" y="T13"/>
                </a:cxn>
              </a:cxnLst>
              <a:rect l="0" t="0" r="r" b="b"/>
              <a:pathLst>
                <a:path w="118" h="116">
                  <a:moveTo>
                    <a:pt x="118" y="116"/>
                  </a:moveTo>
                  <a:lnTo>
                    <a:pt x="0" y="116"/>
                  </a:lnTo>
                  <a:lnTo>
                    <a:pt x="0" y="0"/>
                  </a:lnTo>
                  <a:lnTo>
                    <a:pt x="118" y="0"/>
                  </a:lnTo>
                  <a:lnTo>
                    <a:pt x="58" y="58"/>
                  </a:lnTo>
                  <a:lnTo>
                    <a:pt x="118" y="116"/>
                  </a:lnTo>
                  <a:lnTo>
                    <a:pt x="118" y="116"/>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2" name="Freeform 558">
              <a:extLst>
                <a:ext uri="{FF2B5EF4-FFF2-40B4-BE49-F238E27FC236}">
                  <a16:creationId xmlns:a16="http://schemas.microsoft.com/office/drawing/2014/main" id="{7532CC6E-2CF2-91F4-4193-CAB78CD8357B}"/>
                </a:ext>
              </a:extLst>
            </p:cNvPr>
            <p:cNvSpPr>
              <a:spLocks/>
            </p:cNvSpPr>
            <p:nvPr/>
          </p:nvSpPr>
          <p:spPr bwMode="gray">
            <a:xfrm>
              <a:off x="4343401" y="4591051"/>
              <a:ext cx="61913" cy="61913"/>
            </a:xfrm>
            <a:custGeom>
              <a:avLst/>
              <a:gdLst>
                <a:gd name="T0" fmla="*/ 116 w 116"/>
                <a:gd name="T1" fmla="*/ 117 h 117"/>
                <a:gd name="T2" fmla="*/ 0 w 116"/>
                <a:gd name="T3" fmla="*/ 117 h 117"/>
                <a:gd name="T4" fmla="*/ 0 w 116"/>
                <a:gd name="T5" fmla="*/ 0 h 117"/>
                <a:gd name="T6" fmla="*/ 116 w 116"/>
                <a:gd name="T7" fmla="*/ 0 h 117"/>
                <a:gd name="T8" fmla="*/ 116 w 116"/>
                <a:gd name="T9" fmla="*/ 117 h 117"/>
                <a:gd name="T10" fmla="*/ 116 w 116"/>
                <a:gd name="T11" fmla="*/ 117 h 117"/>
              </a:gdLst>
              <a:ahLst/>
              <a:cxnLst>
                <a:cxn ang="0">
                  <a:pos x="T0" y="T1"/>
                </a:cxn>
                <a:cxn ang="0">
                  <a:pos x="T2" y="T3"/>
                </a:cxn>
                <a:cxn ang="0">
                  <a:pos x="T4" y="T5"/>
                </a:cxn>
                <a:cxn ang="0">
                  <a:pos x="T6" y="T7"/>
                </a:cxn>
                <a:cxn ang="0">
                  <a:pos x="T8" y="T9"/>
                </a:cxn>
                <a:cxn ang="0">
                  <a:pos x="T10" y="T11"/>
                </a:cxn>
              </a:cxnLst>
              <a:rect l="0" t="0" r="r" b="b"/>
              <a:pathLst>
                <a:path w="116" h="117">
                  <a:moveTo>
                    <a:pt x="116" y="117"/>
                  </a:moveTo>
                  <a:lnTo>
                    <a:pt x="0" y="117"/>
                  </a:lnTo>
                  <a:lnTo>
                    <a:pt x="0" y="0"/>
                  </a:lnTo>
                  <a:lnTo>
                    <a:pt x="116" y="0"/>
                  </a:lnTo>
                  <a:lnTo>
                    <a:pt x="116" y="117"/>
                  </a:lnTo>
                  <a:lnTo>
                    <a:pt x="116" y="117"/>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3" name="Line 559">
              <a:extLst>
                <a:ext uri="{FF2B5EF4-FFF2-40B4-BE49-F238E27FC236}">
                  <a16:creationId xmlns:a16="http://schemas.microsoft.com/office/drawing/2014/main" id="{39F902F2-8085-5C2A-9F6D-6753CDF45577}"/>
                </a:ext>
              </a:extLst>
            </p:cNvPr>
            <p:cNvSpPr>
              <a:spLocks noChangeShapeType="1"/>
            </p:cNvSpPr>
            <p:nvPr/>
          </p:nvSpPr>
          <p:spPr bwMode="gray">
            <a:xfrm>
              <a:off x="4343401" y="4652963"/>
              <a:ext cx="0" cy="4286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4" name="Line 560">
              <a:extLst>
                <a:ext uri="{FF2B5EF4-FFF2-40B4-BE49-F238E27FC236}">
                  <a16:creationId xmlns:a16="http://schemas.microsoft.com/office/drawing/2014/main" id="{E6BFB55D-3255-AE24-F756-1FD12FDDAF7B}"/>
                </a:ext>
              </a:extLst>
            </p:cNvPr>
            <p:cNvSpPr>
              <a:spLocks noChangeShapeType="1"/>
            </p:cNvSpPr>
            <p:nvPr/>
          </p:nvSpPr>
          <p:spPr bwMode="gray">
            <a:xfrm>
              <a:off x="4287838" y="4757738"/>
              <a:ext cx="0" cy="27781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5" name="Line 561">
              <a:extLst>
                <a:ext uri="{FF2B5EF4-FFF2-40B4-BE49-F238E27FC236}">
                  <a16:creationId xmlns:a16="http://schemas.microsoft.com/office/drawing/2014/main" id="{C557FB6A-CF32-5A36-F8AC-A0CBD1B736D1}"/>
                </a:ext>
              </a:extLst>
            </p:cNvPr>
            <p:cNvSpPr>
              <a:spLocks noChangeShapeType="1"/>
            </p:cNvSpPr>
            <p:nvPr/>
          </p:nvSpPr>
          <p:spPr bwMode="gray">
            <a:xfrm>
              <a:off x="4343401" y="4757738"/>
              <a:ext cx="0" cy="27781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6" name="Line 562">
              <a:extLst>
                <a:ext uri="{FF2B5EF4-FFF2-40B4-BE49-F238E27FC236}">
                  <a16:creationId xmlns:a16="http://schemas.microsoft.com/office/drawing/2014/main" id="{08A64023-01D5-DBE2-8B31-3B25964DFAB1}"/>
                </a:ext>
              </a:extLst>
            </p:cNvPr>
            <p:cNvSpPr>
              <a:spLocks noChangeShapeType="1"/>
            </p:cNvSpPr>
            <p:nvPr/>
          </p:nvSpPr>
          <p:spPr bwMode="gray">
            <a:xfrm>
              <a:off x="4398963" y="4757738"/>
              <a:ext cx="0" cy="27781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grpSp>
      <p:grpSp>
        <p:nvGrpSpPr>
          <p:cNvPr id="37" name="Groupe 3753">
            <a:extLst>
              <a:ext uri="{FF2B5EF4-FFF2-40B4-BE49-F238E27FC236}">
                <a16:creationId xmlns:a16="http://schemas.microsoft.com/office/drawing/2014/main" id="{FBFEC1BB-536E-5EFF-886D-D2325A2709B3}"/>
              </a:ext>
            </a:extLst>
          </p:cNvPr>
          <p:cNvGrpSpPr/>
          <p:nvPr/>
        </p:nvGrpSpPr>
        <p:grpSpPr bwMode="gray">
          <a:xfrm>
            <a:off x="850543" y="4075276"/>
            <a:ext cx="643168" cy="507045"/>
            <a:chOff x="9018588" y="5897563"/>
            <a:chExt cx="563563" cy="481013"/>
          </a:xfrm>
        </p:grpSpPr>
        <p:sp>
          <p:nvSpPr>
            <p:cNvPr id="38" name="Freeform 661">
              <a:extLst>
                <a:ext uri="{FF2B5EF4-FFF2-40B4-BE49-F238E27FC236}">
                  <a16:creationId xmlns:a16="http://schemas.microsoft.com/office/drawing/2014/main" id="{1E02B886-8E85-7A82-4AA9-FACF3191D508}"/>
                </a:ext>
              </a:extLst>
            </p:cNvPr>
            <p:cNvSpPr>
              <a:spLocks/>
            </p:cNvSpPr>
            <p:nvPr/>
          </p:nvSpPr>
          <p:spPr bwMode="gray">
            <a:xfrm>
              <a:off x="9166226" y="6129338"/>
              <a:ext cx="363538" cy="249238"/>
            </a:xfrm>
            <a:custGeom>
              <a:avLst/>
              <a:gdLst>
                <a:gd name="T0" fmla="*/ 60 w 686"/>
                <a:gd name="T1" fmla="*/ 27 h 472"/>
                <a:gd name="T2" fmla="*/ 44 w 686"/>
                <a:gd name="T3" fmla="*/ 28 h 472"/>
                <a:gd name="T4" fmla="*/ 31 w 686"/>
                <a:gd name="T5" fmla="*/ 34 h 472"/>
                <a:gd name="T6" fmla="*/ 20 w 686"/>
                <a:gd name="T7" fmla="*/ 45 h 472"/>
                <a:gd name="T8" fmla="*/ 12 w 686"/>
                <a:gd name="T9" fmla="*/ 59 h 472"/>
                <a:gd name="T10" fmla="*/ 5 w 686"/>
                <a:gd name="T11" fmla="*/ 77 h 472"/>
                <a:gd name="T12" fmla="*/ 1 w 686"/>
                <a:gd name="T13" fmla="*/ 97 h 472"/>
                <a:gd name="T14" fmla="*/ 0 w 686"/>
                <a:gd name="T15" fmla="*/ 118 h 472"/>
                <a:gd name="T16" fmla="*/ 2 w 686"/>
                <a:gd name="T17" fmla="*/ 141 h 472"/>
                <a:gd name="T18" fmla="*/ 7 w 686"/>
                <a:gd name="T19" fmla="*/ 163 h 472"/>
                <a:gd name="T20" fmla="*/ 16 w 686"/>
                <a:gd name="T21" fmla="*/ 184 h 472"/>
                <a:gd name="T22" fmla="*/ 28 w 686"/>
                <a:gd name="T23" fmla="*/ 205 h 472"/>
                <a:gd name="T24" fmla="*/ 45 w 686"/>
                <a:gd name="T25" fmla="*/ 223 h 472"/>
                <a:gd name="T26" fmla="*/ 66 w 686"/>
                <a:gd name="T27" fmla="*/ 239 h 472"/>
                <a:gd name="T28" fmla="*/ 91 w 686"/>
                <a:gd name="T29" fmla="*/ 252 h 472"/>
                <a:gd name="T30" fmla="*/ 122 w 686"/>
                <a:gd name="T31" fmla="*/ 260 h 472"/>
                <a:gd name="T32" fmla="*/ 157 w 686"/>
                <a:gd name="T33" fmla="*/ 263 h 472"/>
                <a:gd name="T34" fmla="*/ 175 w 686"/>
                <a:gd name="T35" fmla="*/ 264 h 472"/>
                <a:gd name="T36" fmla="*/ 209 w 686"/>
                <a:gd name="T37" fmla="*/ 268 h 472"/>
                <a:gd name="T38" fmla="*/ 239 w 686"/>
                <a:gd name="T39" fmla="*/ 277 h 472"/>
                <a:gd name="T40" fmla="*/ 265 w 686"/>
                <a:gd name="T41" fmla="*/ 289 h 472"/>
                <a:gd name="T42" fmla="*/ 288 w 686"/>
                <a:gd name="T43" fmla="*/ 304 h 472"/>
                <a:gd name="T44" fmla="*/ 308 w 686"/>
                <a:gd name="T45" fmla="*/ 321 h 472"/>
                <a:gd name="T46" fmla="*/ 325 w 686"/>
                <a:gd name="T47" fmla="*/ 339 h 472"/>
                <a:gd name="T48" fmla="*/ 345 w 686"/>
                <a:gd name="T49" fmla="*/ 368 h 472"/>
                <a:gd name="T50" fmla="*/ 365 w 686"/>
                <a:gd name="T51" fmla="*/ 407 h 472"/>
                <a:gd name="T52" fmla="*/ 377 w 686"/>
                <a:gd name="T53" fmla="*/ 439 h 472"/>
                <a:gd name="T54" fmla="*/ 382 w 686"/>
                <a:gd name="T55" fmla="*/ 463 h 472"/>
                <a:gd name="T56" fmla="*/ 485 w 686"/>
                <a:gd name="T57" fmla="*/ 472 h 472"/>
                <a:gd name="T58" fmla="*/ 460 w 686"/>
                <a:gd name="T59" fmla="*/ 345 h 472"/>
                <a:gd name="T60" fmla="*/ 484 w 686"/>
                <a:gd name="T61" fmla="*/ 350 h 472"/>
                <a:gd name="T62" fmla="*/ 510 w 686"/>
                <a:gd name="T63" fmla="*/ 352 h 472"/>
                <a:gd name="T64" fmla="*/ 542 w 686"/>
                <a:gd name="T65" fmla="*/ 351 h 472"/>
                <a:gd name="T66" fmla="*/ 576 w 686"/>
                <a:gd name="T67" fmla="*/ 342 h 472"/>
                <a:gd name="T68" fmla="*/ 602 w 686"/>
                <a:gd name="T69" fmla="*/ 331 h 472"/>
                <a:gd name="T70" fmla="*/ 619 w 686"/>
                <a:gd name="T71" fmla="*/ 321 h 472"/>
                <a:gd name="T72" fmla="*/ 634 w 686"/>
                <a:gd name="T73" fmla="*/ 307 h 472"/>
                <a:gd name="T74" fmla="*/ 648 w 686"/>
                <a:gd name="T75" fmla="*/ 290 h 472"/>
                <a:gd name="T76" fmla="*/ 660 w 686"/>
                <a:gd name="T77" fmla="*/ 270 h 472"/>
                <a:gd name="T78" fmla="*/ 667 w 686"/>
                <a:gd name="T79" fmla="*/ 259 h 472"/>
                <a:gd name="T80" fmla="*/ 676 w 686"/>
                <a:gd name="T81" fmla="*/ 234 h 472"/>
                <a:gd name="T82" fmla="*/ 682 w 686"/>
                <a:gd name="T83" fmla="*/ 212 h 472"/>
                <a:gd name="T84" fmla="*/ 686 w 686"/>
                <a:gd name="T85" fmla="*/ 168 h 472"/>
                <a:gd name="T86" fmla="*/ 681 w 686"/>
                <a:gd name="T87" fmla="*/ 129 h 472"/>
                <a:gd name="T88" fmla="*/ 669 w 686"/>
                <a:gd name="T89" fmla="*/ 94 h 472"/>
                <a:gd name="T90" fmla="*/ 649 w 686"/>
                <a:gd name="T91" fmla="*/ 63 h 472"/>
                <a:gd name="T92" fmla="*/ 625 w 686"/>
                <a:gd name="T93" fmla="*/ 38 h 472"/>
                <a:gd name="T94" fmla="*/ 597 w 686"/>
                <a:gd name="T95" fmla="*/ 16 h 472"/>
                <a:gd name="T96" fmla="*/ 567 w 686"/>
                <a:gd name="T97" fmla="*/ 0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6" h="472">
                  <a:moveTo>
                    <a:pt x="60" y="27"/>
                  </a:moveTo>
                  <a:lnTo>
                    <a:pt x="60" y="27"/>
                  </a:lnTo>
                  <a:lnTo>
                    <a:pt x="53" y="27"/>
                  </a:lnTo>
                  <a:lnTo>
                    <a:pt x="44" y="28"/>
                  </a:lnTo>
                  <a:lnTo>
                    <a:pt x="38" y="30"/>
                  </a:lnTo>
                  <a:lnTo>
                    <a:pt x="31" y="34"/>
                  </a:lnTo>
                  <a:lnTo>
                    <a:pt x="26" y="40"/>
                  </a:lnTo>
                  <a:lnTo>
                    <a:pt x="20" y="45"/>
                  </a:lnTo>
                  <a:lnTo>
                    <a:pt x="16" y="52"/>
                  </a:lnTo>
                  <a:lnTo>
                    <a:pt x="12" y="59"/>
                  </a:lnTo>
                  <a:lnTo>
                    <a:pt x="8" y="68"/>
                  </a:lnTo>
                  <a:lnTo>
                    <a:pt x="5" y="77"/>
                  </a:lnTo>
                  <a:lnTo>
                    <a:pt x="3" y="86"/>
                  </a:lnTo>
                  <a:lnTo>
                    <a:pt x="1" y="97"/>
                  </a:lnTo>
                  <a:lnTo>
                    <a:pt x="0" y="107"/>
                  </a:lnTo>
                  <a:lnTo>
                    <a:pt x="0" y="118"/>
                  </a:lnTo>
                  <a:lnTo>
                    <a:pt x="1" y="129"/>
                  </a:lnTo>
                  <a:lnTo>
                    <a:pt x="2" y="141"/>
                  </a:lnTo>
                  <a:lnTo>
                    <a:pt x="4" y="152"/>
                  </a:lnTo>
                  <a:lnTo>
                    <a:pt x="7" y="163"/>
                  </a:lnTo>
                  <a:lnTo>
                    <a:pt x="11" y="174"/>
                  </a:lnTo>
                  <a:lnTo>
                    <a:pt x="16" y="184"/>
                  </a:lnTo>
                  <a:lnTo>
                    <a:pt x="22" y="195"/>
                  </a:lnTo>
                  <a:lnTo>
                    <a:pt x="28" y="205"/>
                  </a:lnTo>
                  <a:lnTo>
                    <a:pt x="36" y="215"/>
                  </a:lnTo>
                  <a:lnTo>
                    <a:pt x="45" y="223"/>
                  </a:lnTo>
                  <a:lnTo>
                    <a:pt x="56" y="231"/>
                  </a:lnTo>
                  <a:lnTo>
                    <a:pt x="66" y="239"/>
                  </a:lnTo>
                  <a:lnTo>
                    <a:pt x="78" y="246"/>
                  </a:lnTo>
                  <a:lnTo>
                    <a:pt x="91" y="252"/>
                  </a:lnTo>
                  <a:lnTo>
                    <a:pt x="107" y="256"/>
                  </a:lnTo>
                  <a:lnTo>
                    <a:pt x="122" y="260"/>
                  </a:lnTo>
                  <a:lnTo>
                    <a:pt x="139" y="262"/>
                  </a:lnTo>
                  <a:lnTo>
                    <a:pt x="157" y="263"/>
                  </a:lnTo>
                  <a:lnTo>
                    <a:pt x="157" y="263"/>
                  </a:lnTo>
                  <a:lnTo>
                    <a:pt x="175" y="264"/>
                  </a:lnTo>
                  <a:lnTo>
                    <a:pt x="192" y="265"/>
                  </a:lnTo>
                  <a:lnTo>
                    <a:pt x="209" y="268"/>
                  </a:lnTo>
                  <a:lnTo>
                    <a:pt x="224" y="272"/>
                  </a:lnTo>
                  <a:lnTo>
                    <a:pt x="239" y="277"/>
                  </a:lnTo>
                  <a:lnTo>
                    <a:pt x="252" y="283"/>
                  </a:lnTo>
                  <a:lnTo>
                    <a:pt x="265" y="289"/>
                  </a:lnTo>
                  <a:lnTo>
                    <a:pt x="277" y="297"/>
                  </a:lnTo>
                  <a:lnTo>
                    <a:pt x="288" y="304"/>
                  </a:lnTo>
                  <a:lnTo>
                    <a:pt x="298" y="312"/>
                  </a:lnTo>
                  <a:lnTo>
                    <a:pt x="308" y="321"/>
                  </a:lnTo>
                  <a:lnTo>
                    <a:pt x="317" y="330"/>
                  </a:lnTo>
                  <a:lnTo>
                    <a:pt x="325" y="339"/>
                  </a:lnTo>
                  <a:lnTo>
                    <a:pt x="332" y="349"/>
                  </a:lnTo>
                  <a:lnTo>
                    <a:pt x="345" y="368"/>
                  </a:lnTo>
                  <a:lnTo>
                    <a:pt x="357" y="387"/>
                  </a:lnTo>
                  <a:lnTo>
                    <a:pt x="365" y="407"/>
                  </a:lnTo>
                  <a:lnTo>
                    <a:pt x="372" y="424"/>
                  </a:lnTo>
                  <a:lnTo>
                    <a:pt x="377" y="439"/>
                  </a:lnTo>
                  <a:lnTo>
                    <a:pt x="380" y="453"/>
                  </a:lnTo>
                  <a:lnTo>
                    <a:pt x="382" y="463"/>
                  </a:lnTo>
                  <a:lnTo>
                    <a:pt x="384" y="472"/>
                  </a:lnTo>
                  <a:lnTo>
                    <a:pt x="485" y="472"/>
                  </a:lnTo>
                  <a:lnTo>
                    <a:pt x="460" y="345"/>
                  </a:lnTo>
                  <a:lnTo>
                    <a:pt x="460" y="345"/>
                  </a:lnTo>
                  <a:lnTo>
                    <a:pt x="466" y="347"/>
                  </a:lnTo>
                  <a:lnTo>
                    <a:pt x="484" y="350"/>
                  </a:lnTo>
                  <a:lnTo>
                    <a:pt x="496" y="351"/>
                  </a:lnTo>
                  <a:lnTo>
                    <a:pt x="510" y="352"/>
                  </a:lnTo>
                  <a:lnTo>
                    <a:pt x="525" y="352"/>
                  </a:lnTo>
                  <a:lnTo>
                    <a:pt x="542" y="351"/>
                  </a:lnTo>
                  <a:lnTo>
                    <a:pt x="558" y="348"/>
                  </a:lnTo>
                  <a:lnTo>
                    <a:pt x="576" y="342"/>
                  </a:lnTo>
                  <a:lnTo>
                    <a:pt x="593" y="335"/>
                  </a:lnTo>
                  <a:lnTo>
                    <a:pt x="602" y="331"/>
                  </a:lnTo>
                  <a:lnTo>
                    <a:pt x="610" y="326"/>
                  </a:lnTo>
                  <a:lnTo>
                    <a:pt x="619" y="321"/>
                  </a:lnTo>
                  <a:lnTo>
                    <a:pt x="627" y="315"/>
                  </a:lnTo>
                  <a:lnTo>
                    <a:pt x="634" y="307"/>
                  </a:lnTo>
                  <a:lnTo>
                    <a:pt x="641" y="300"/>
                  </a:lnTo>
                  <a:lnTo>
                    <a:pt x="648" y="290"/>
                  </a:lnTo>
                  <a:lnTo>
                    <a:pt x="654" y="280"/>
                  </a:lnTo>
                  <a:lnTo>
                    <a:pt x="660" y="270"/>
                  </a:lnTo>
                  <a:lnTo>
                    <a:pt x="667" y="259"/>
                  </a:lnTo>
                  <a:lnTo>
                    <a:pt x="667" y="259"/>
                  </a:lnTo>
                  <a:lnTo>
                    <a:pt x="672" y="247"/>
                  </a:lnTo>
                  <a:lnTo>
                    <a:pt x="676" y="234"/>
                  </a:lnTo>
                  <a:lnTo>
                    <a:pt x="679" y="223"/>
                  </a:lnTo>
                  <a:lnTo>
                    <a:pt x="682" y="212"/>
                  </a:lnTo>
                  <a:lnTo>
                    <a:pt x="685" y="189"/>
                  </a:lnTo>
                  <a:lnTo>
                    <a:pt x="686" y="168"/>
                  </a:lnTo>
                  <a:lnTo>
                    <a:pt x="685" y="149"/>
                  </a:lnTo>
                  <a:lnTo>
                    <a:pt x="681" y="129"/>
                  </a:lnTo>
                  <a:lnTo>
                    <a:pt x="676" y="111"/>
                  </a:lnTo>
                  <a:lnTo>
                    <a:pt x="669" y="94"/>
                  </a:lnTo>
                  <a:lnTo>
                    <a:pt x="659" y="78"/>
                  </a:lnTo>
                  <a:lnTo>
                    <a:pt x="649" y="63"/>
                  </a:lnTo>
                  <a:lnTo>
                    <a:pt x="638" y="50"/>
                  </a:lnTo>
                  <a:lnTo>
                    <a:pt x="625" y="38"/>
                  </a:lnTo>
                  <a:lnTo>
                    <a:pt x="611" y="26"/>
                  </a:lnTo>
                  <a:lnTo>
                    <a:pt x="597" y="16"/>
                  </a:lnTo>
                  <a:lnTo>
                    <a:pt x="582" y="7"/>
                  </a:lnTo>
                  <a:lnTo>
                    <a:pt x="567" y="0"/>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9" name="Freeform 662">
              <a:extLst>
                <a:ext uri="{FF2B5EF4-FFF2-40B4-BE49-F238E27FC236}">
                  <a16:creationId xmlns:a16="http://schemas.microsoft.com/office/drawing/2014/main" id="{A0BCFE8C-575B-E80A-C916-43081B4EA0D3}"/>
                </a:ext>
              </a:extLst>
            </p:cNvPr>
            <p:cNvSpPr>
              <a:spLocks/>
            </p:cNvSpPr>
            <p:nvPr/>
          </p:nvSpPr>
          <p:spPr bwMode="gray">
            <a:xfrm>
              <a:off x="9018588" y="6032500"/>
              <a:ext cx="147638" cy="174625"/>
            </a:xfrm>
            <a:custGeom>
              <a:avLst/>
              <a:gdLst>
                <a:gd name="T0" fmla="*/ 278 w 278"/>
                <a:gd name="T1" fmla="*/ 331 h 331"/>
                <a:gd name="T2" fmla="*/ 278 w 278"/>
                <a:gd name="T3" fmla="*/ 331 h 331"/>
                <a:gd name="T4" fmla="*/ 271 w 278"/>
                <a:gd name="T5" fmla="*/ 331 h 331"/>
                <a:gd name="T6" fmla="*/ 264 w 278"/>
                <a:gd name="T7" fmla="*/ 331 h 331"/>
                <a:gd name="T8" fmla="*/ 256 w 278"/>
                <a:gd name="T9" fmla="*/ 331 h 331"/>
                <a:gd name="T10" fmla="*/ 246 w 278"/>
                <a:gd name="T11" fmla="*/ 329 h 331"/>
                <a:gd name="T12" fmla="*/ 237 w 278"/>
                <a:gd name="T13" fmla="*/ 326 h 331"/>
                <a:gd name="T14" fmla="*/ 228 w 278"/>
                <a:gd name="T15" fmla="*/ 320 h 331"/>
                <a:gd name="T16" fmla="*/ 224 w 278"/>
                <a:gd name="T17" fmla="*/ 317 h 331"/>
                <a:gd name="T18" fmla="*/ 219 w 278"/>
                <a:gd name="T19" fmla="*/ 313 h 331"/>
                <a:gd name="T20" fmla="*/ 219 w 278"/>
                <a:gd name="T21" fmla="*/ 313 h 331"/>
                <a:gd name="T22" fmla="*/ 209 w 278"/>
                <a:gd name="T23" fmla="*/ 315 h 331"/>
                <a:gd name="T24" fmla="*/ 197 w 278"/>
                <a:gd name="T25" fmla="*/ 317 h 331"/>
                <a:gd name="T26" fmla="*/ 181 w 278"/>
                <a:gd name="T27" fmla="*/ 318 h 331"/>
                <a:gd name="T28" fmla="*/ 162 w 278"/>
                <a:gd name="T29" fmla="*/ 318 h 331"/>
                <a:gd name="T30" fmla="*/ 152 w 278"/>
                <a:gd name="T31" fmla="*/ 317 h 331"/>
                <a:gd name="T32" fmla="*/ 141 w 278"/>
                <a:gd name="T33" fmla="*/ 315 h 331"/>
                <a:gd name="T34" fmla="*/ 130 w 278"/>
                <a:gd name="T35" fmla="*/ 312 h 331"/>
                <a:gd name="T36" fmla="*/ 118 w 278"/>
                <a:gd name="T37" fmla="*/ 308 h 331"/>
                <a:gd name="T38" fmla="*/ 106 w 278"/>
                <a:gd name="T39" fmla="*/ 303 h 331"/>
                <a:gd name="T40" fmla="*/ 94 w 278"/>
                <a:gd name="T41" fmla="*/ 297 h 331"/>
                <a:gd name="T42" fmla="*/ 94 w 278"/>
                <a:gd name="T43" fmla="*/ 297 h 331"/>
                <a:gd name="T44" fmla="*/ 83 w 278"/>
                <a:gd name="T45" fmla="*/ 290 h 331"/>
                <a:gd name="T46" fmla="*/ 72 w 278"/>
                <a:gd name="T47" fmla="*/ 282 h 331"/>
                <a:gd name="T48" fmla="*/ 61 w 278"/>
                <a:gd name="T49" fmla="*/ 274 h 331"/>
                <a:gd name="T50" fmla="*/ 51 w 278"/>
                <a:gd name="T51" fmla="*/ 264 h 331"/>
                <a:gd name="T52" fmla="*/ 43 w 278"/>
                <a:gd name="T53" fmla="*/ 254 h 331"/>
                <a:gd name="T54" fmla="*/ 35 w 278"/>
                <a:gd name="T55" fmla="*/ 243 h 331"/>
                <a:gd name="T56" fmla="*/ 27 w 278"/>
                <a:gd name="T57" fmla="*/ 232 h 331"/>
                <a:gd name="T58" fmla="*/ 21 w 278"/>
                <a:gd name="T59" fmla="*/ 221 h 331"/>
                <a:gd name="T60" fmla="*/ 14 w 278"/>
                <a:gd name="T61" fmla="*/ 208 h 331"/>
                <a:gd name="T62" fmla="*/ 10 w 278"/>
                <a:gd name="T63" fmla="*/ 196 h 331"/>
                <a:gd name="T64" fmla="*/ 6 w 278"/>
                <a:gd name="T65" fmla="*/ 183 h 331"/>
                <a:gd name="T66" fmla="*/ 3 w 278"/>
                <a:gd name="T67" fmla="*/ 170 h 331"/>
                <a:gd name="T68" fmla="*/ 1 w 278"/>
                <a:gd name="T69" fmla="*/ 156 h 331"/>
                <a:gd name="T70" fmla="*/ 0 w 278"/>
                <a:gd name="T71" fmla="*/ 143 h 331"/>
                <a:gd name="T72" fmla="*/ 0 w 278"/>
                <a:gd name="T73" fmla="*/ 130 h 331"/>
                <a:gd name="T74" fmla="*/ 1 w 278"/>
                <a:gd name="T75" fmla="*/ 115 h 331"/>
                <a:gd name="T76" fmla="*/ 1 w 278"/>
                <a:gd name="T77" fmla="*/ 115 h 331"/>
                <a:gd name="T78" fmla="*/ 3 w 278"/>
                <a:gd name="T79" fmla="*/ 101 h 331"/>
                <a:gd name="T80" fmla="*/ 7 w 278"/>
                <a:gd name="T81" fmla="*/ 86 h 331"/>
                <a:gd name="T82" fmla="*/ 12 w 278"/>
                <a:gd name="T83" fmla="*/ 71 h 331"/>
                <a:gd name="T84" fmla="*/ 19 w 278"/>
                <a:gd name="T85" fmla="*/ 55 h 331"/>
                <a:gd name="T86" fmla="*/ 28 w 278"/>
                <a:gd name="T87" fmla="*/ 41 h 331"/>
                <a:gd name="T88" fmla="*/ 39 w 278"/>
                <a:gd name="T89" fmla="*/ 27 h 331"/>
                <a:gd name="T90" fmla="*/ 52 w 278"/>
                <a:gd name="T91" fmla="*/ 12 h 331"/>
                <a:gd name="T92" fmla="*/ 68 w 278"/>
                <a:gd name="T93" fmla="*/ 0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78" h="331">
                  <a:moveTo>
                    <a:pt x="278" y="331"/>
                  </a:moveTo>
                  <a:lnTo>
                    <a:pt x="278" y="331"/>
                  </a:lnTo>
                  <a:lnTo>
                    <a:pt x="271" y="331"/>
                  </a:lnTo>
                  <a:lnTo>
                    <a:pt x="264" y="331"/>
                  </a:lnTo>
                  <a:lnTo>
                    <a:pt x="256" y="331"/>
                  </a:lnTo>
                  <a:lnTo>
                    <a:pt x="246" y="329"/>
                  </a:lnTo>
                  <a:lnTo>
                    <a:pt x="237" y="326"/>
                  </a:lnTo>
                  <a:lnTo>
                    <a:pt x="228" y="320"/>
                  </a:lnTo>
                  <a:lnTo>
                    <a:pt x="224" y="317"/>
                  </a:lnTo>
                  <a:lnTo>
                    <a:pt x="219" y="313"/>
                  </a:lnTo>
                  <a:lnTo>
                    <a:pt x="219" y="313"/>
                  </a:lnTo>
                  <a:lnTo>
                    <a:pt x="209" y="315"/>
                  </a:lnTo>
                  <a:lnTo>
                    <a:pt x="197" y="317"/>
                  </a:lnTo>
                  <a:lnTo>
                    <a:pt x="181" y="318"/>
                  </a:lnTo>
                  <a:lnTo>
                    <a:pt x="162" y="318"/>
                  </a:lnTo>
                  <a:lnTo>
                    <a:pt x="152" y="317"/>
                  </a:lnTo>
                  <a:lnTo>
                    <a:pt x="141" y="315"/>
                  </a:lnTo>
                  <a:lnTo>
                    <a:pt x="130" y="312"/>
                  </a:lnTo>
                  <a:lnTo>
                    <a:pt x="118" y="308"/>
                  </a:lnTo>
                  <a:lnTo>
                    <a:pt x="106" y="303"/>
                  </a:lnTo>
                  <a:lnTo>
                    <a:pt x="94" y="297"/>
                  </a:lnTo>
                  <a:lnTo>
                    <a:pt x="94" y="297"/>
                  </a:lnTo>
                  <a:lnTo>
                    <a:pt x="83" y="290"/>
                  </a:lnTo>
                  <a:lnTo>
                    <a:pt x="72" y="282"/>
                  </a:lnTo>
                  <a:lnTo>
                    <a:pt x="61" y="274"/>
                  </a:lnTo>
                  <a:lnTo>
                    <a:pt x="51" y="264"/>
                  </a:lnTo>
                  <a:lnTo>
                    <a:pt x="43" y="254"/>
                  </a:lnTo>
                  <a:lnTo>
                    <a:pt x="35" y="243"/>
                  </a:lnTo>
                  <a:lnTo>
                    <a:pt x="27" y="232"/>
                  </a:lnTo>
                  <a:lnTo>
                    <a:pt x="21" y="221"/>
                  </a:lnTo>
                  <a:lnTo>
                    <a:pt x="14" y="208"/>
                  </a:lnTo>
                  <a:lnTo>
                    <a:pt x="10" y="196"/>
                  </a:lnTo>
                  <a:lnTo>
                    <a:pt x="6" y="183"/>
                  </a:lnTo>
                  <a:lnTo>
                    <a:pt x="3" y="170"/>
                  </a:lnTo>
                  <a:lnTo>
                    <a:pt x="1" y="156"/>
                  </a:lnTo>
                  <a:lnTo>
                    <a:pt x="0" y="143"/>
                  </a:lnTo>
                  <a:lnTo>
                    <a:pt x="0" y="130"/>
                  </a:lnTo>
                  <a:lnTo>
                    <a:pt x="1" y="115"/>
                  </a:lnTo>
                  <a:lnTo>
                    <a:pt x="1" y="115"/>
                  </a:lnTo>
                  <a:lnTo>
                    <a:pt x="3" y="101"/>
                  </a:lnTo>
                  <a:lnTo>
                    <a:pt x="7" y="86"/>
                  </a:lnTo>
                  <a:lnTo>
                    <a:pt x="12" y="71"/>
                  </a:lnTo>
                  <a:lnTo>
                    <a:pt x="19" y="55"/>
                  </a:lnTo>
                  <a:lnTo>
                    <a:pt x="28" y="41"/>
                  </a:lnTo>
                  <a:lnTo>
                    <a:pt x="39" y="27"/>
                  </a:lnTo>
                  <a:lnTo>
                    <a:pt x="52" y="12"/>
                  </a:lnTo>
                  <a:lnTo>
                    <a:pt x="68" y="0"/>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0" name="Freeform 663">
              <a:extLst>
                <a:ext uri="{FF2B5EF4-FFF2-40B4-BE49-F238E27FC236}">
                  <a16:creationId xmlns:a16="http://schemas.microsoft.com/office/drawing/2014/main" id="{FA5704A1-D301-0B5C-47E6-004A03EE46D5}"/>
                </a:ext>
              </a:extLst>
            </p:cNvPr>
            <p:cNvSpPr>
              <a:spLocks/>
            </p:cNvSpPr>
            <p:nvPr/>
          </p:nvSpPr>
          <p:spPr bwMode="gray">
            <a:xfrm>
              <a:off x="9345613" y="5911850"/>
              <a:ext cx="236538" cy="295275"/>
            </a:xfrm>
            <a:custGeom>
              <a:avLst/>
              <a:gdLst>
                <a:gd name="T0" fmla="*/ 347 w 446"/>
                <a:gd name="T1" fmla="*/ 558 h 558"/>
                <a:gd name="T2" fmla="*/ 366 w 446"/>
                <a:gd name="T3" fmla="*/ 554 h 558"/>
                <a:gd name="T4" fmla="*/ 386 w 446"/>
                <a:gd name="T5" fmla="*/ 544 h 558"/>
                <a:gd name="T6" fmla="*/ 405 w 446"/>
                <a:gd name="T7" fmla="*/ 530 h 558"/>
                <a:gd name="T8" fmla="*/ 423 w 446"/>
                <a:gd name="T9" fmla="*/ 509 h 558"/>
                <a:gd name="T10" fmla="*/ 431 w 446"/>
                <a:gd name="T11" fmla="*/ 495 h 558"/>
                <a:gd name="T12" fmla="*/ 435 w 446"/>
                <a:gd name="T13" fmla="*/ 479 h 558"/>
                <a:gd name="T14" fmla="*/ 438 w 446"/>
                <a:gd name="T15" fmla="*/ 460 h 558"/>
                <a:gd name="T16" fmla="*/ 438 w 446"/>
                <a:gd name="T17" fmla="*/ 438 h 558"/>
                <a:gd name="T18" fmla="*/ 434 w 446"/>
                <a:gd name="T19" fmla="*/ 414 h 558"/>
                <a:gd name="T20" fmla="*/ 426 w 446"/>
                <a:gd name="T21" fmla="*/ 386 h 558"/>
                <a:gd name="T22" fmla="*/ 430 w 446"/>
                <a:gd name="T23" fmla="*/ 380 h 558"/>
                <a:gd name="T24" fmla="*/ 439 w 446"/>
                <a:gd name="T25" fmla="*/ 354 h 558"/>
                <a:gd name="T26" fmla="*/ 445 w 446"/>
                <a:gd name="T27" fmla="*/ 328 h 558"/>
                <a:gd name="T28" fmla="*/ 445 w 446"/>
                <a:gd name="T29" fmla="*/ 299 h 558"/>
                <a:gd name="T30" fmla="*/ 441 w 446"/>
                <a:gd name="T31" fmla="*/ 277 h 558"/>
                <a:gd name="T32" fmla="*/ 435 w 446"/>
                <a:gd name="T33" fmla="*/ 263 h 558"/>
                <a:gd name="T34" fmla="*/ 425 w 446"/>
                <a:gd name="T35" fmla="*/ 250 h 558"/>
                <a:gd name="T36" fmla="*/ 413 w 446"/>
                <a:gd name="T37" fmla="*/ 238 h 558"/>
                <a:gd name="T38" fmla="*/ 397 w 446"/>
                <a:gd name="T39" fmla="*/ 228 h 558"/>
                <a:gd name="T40" fmla="*/ 375 w 446"/>
                <a:gd name="T41" fmla="*/ 219 h 558"/>
                <a:gd name="T42" fmla="*/ 364 w 446"/>
                <a:gd name="T43" fmla="*/ 216 h 558"/>
                <a:gd name="T44" fmla="*/ 362 w 446"/>
                <a:gd name="T45" fmla="*/ 196 h 558"/>
                <a:gd name="T46" fmla="*/ 356 w 446"/>
                <a:gd name="T47" fmla="*/ 173 h 558"/>
                <a:gd name="T48" fmla="*/ 346 w 446"/>
                <a:gd name="T49" fmla="*/ 149 h 558"/>
                <a:gd name="T50" fmla="*/ 329 w 446"/>
                <a:gd name="T51" fmla="*/ 122 h 558"/>
                <a:gd name="T52" fmla="*/ 310 w 446"/>
                <a:gd name="T53" fmla="*/ 105 h 558"/>
                <a:gd name="T54" fmla="*/ 295 w 446"/>
                <a:gd name="T55" fmla="*/ 95 h 558"/>
                <a:gd name="T56" fmla="*/ 278 w 446"/>
                <a:gd name="T57" fmla="*/ 86 h 558"/>
                <a:gd name="T58" fmla="*/ 256 w 446"/>
                <a:gd name="T59" fmla="*/ 79 h 558"/>
                <a:gd name="T60" fmla="*/ 233 w 446"/>
                <a:gd name="T61" fmla="*/ 75 h 558"/>
                <a:gd name="T62" fmla="*/ 219 w 446"/>
                <a:gd name="T63" fmla="*/ 74 h 558"/>
                <a:gd name="T64" fmla="*/ 211 w 446"/>
                <a:gd name="T65" fmla="*/ 59 h 558"/>
                <a:gd name="T66" fmla="*/ 194 w 446"/>
                <a:gd name="T67" fmla="*/ 36 h 558"/>
                <a:gd name="T68" fmla="*/ 177 w 446"/>
                <a:gd name="T69" fmla="*/ 21 h 558"/>
                <a:gd name="T70" fmla="*/ 155 w 446"/>
                <a:gd name="T71" fmla="*/ 8 h 558"/>
                <a:gd name="T72" fmla="*/ 128 w 446"/>
                <a:gd name="T73" fmla="*/ 1 h 558"/>
                <a:gd name="T74" fmla="*/ 95 w 446"/>
                <a:gd name="T75" fmla="*/ 1 h 558"/>
                <a:gd name="T76" fmla="*/ 77 w 446"/>
                <a:gd name="T77" fmla="*/ 5 h 558"/>
                <a:gd name="T78" fmla="*/ 59 w 446"/>
                <a:gd name="T79" fmla="*/ 11 h 558"/>
                <a:gd name="T80" fmla="*/ 33 w 446"/>
                <a:gd name="T81" fmla="*/ 25 h 558"/>
                <a:gd name="T82" fmla="*/ 15 w 446"/>
                <a:gd name="T83" fmla="*/ 43 h 558"/>
                <a:gd name="T84" fmla="*/ 5 w 446"/>
                <a:gd name="T85" fmla="*/ 60 h 558"/>
                <a:gd name="T86" fmla="*/ 1 w 446"/>
                <a:gd name="T87" fmla="*/ 77 h 558"/>
                <a:gd name="T88" fmla="*/ 0 w 446"/>
                <a:gd name="T89" fmla="*/ 94 h 558"/>
                <a:gd name="T90" fmla="*/ 3 w 446"/>
                <a:gd name="T91" fmla="*/ 109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46" h="558">
                  <a:moveTo>
                    <a:pt x="347" y="558"/>
                  </a:moveTo>
                  <a:lnTo>
                    <a:pt x="347" y="558"/>
                  </a:lnTo>
                  <a:lnTo>
                    <a:pt x="352" y="557"/>
                  </a:lnTo>
                  <a:lnTo>
                    <a:pt x="366" y="554"/>
                  </a:lnTo>
                  <a:lnTo>
                    <a:pt x="375" y="550"/>
                  </a:lnTo>
                  <a:lnTo>
                    <a:pt x="386" y="544"/>
                  </a:lnTo>
                  <a:lnTo>
                    <a:pt x="396" y="538"/>
                  </a:lnTo>
                  <a:lnTo>
                    <a:pt x="405" y="530"/>
                  </a:lnTo>
                  <a:lnTo>
                    <a:pt x="415" y="521"/>
                  </a:lnTo>
                  <a:lnTo>
                    <a:pt x="423" y="509"/>
                  </a:lnTo>
                  <a:lnTo>
                    <a:pt x="426" y="503"/>
                  </a:lnTo>
                  <a:lnTo>
                    <a:pt x="431" y="495"/>
                  </a:lnTo>
                  <a:lnTo>
                    <a:pt x="433" y="487"/>
                  </a:lnTo>
                  <a:lnTo>
                    <a:pt x="435" y="479"/>
                  </a:lnTo>
                  <a:lnTo>
                    <a:pt x="437" y="470"/>
                  </a:lnTo>
                  <a:lnTo>
                    <a:pt x="438" y="460"/>
                  </a:lnTo>
                  <a:lnTo>
                    <a:pt x="438" y="450"/>
                  </a:lnTo>
                  <a:lnTo>
                    <a:pt x="438" y="438"/>
                  </a:lnTo>
                  <a:lnTo>
                    <a:pt x="436" y="427"/>
                  </a:lnTo>
                  <a:lnTo>
                    <a:pt x="434" y="414"/>
                  </a:lnTo>
                  <a:lnTo>
                    <a:pt x="431" y="401"/>
                  </a:lnTo>
                  <a:lnTo>
                    <a:pt x="426" y="386"/>
                  </a:lnTo>
                  <a:lnTo>
                    <a:pt x="426" y="386"/>
                  </a:lnTo>
                  <a:lnTo>
                    <a:pt x="430" y="380"/>
                  </a:lnTo>
                  <a:lnTo>
                    <a:pt x="436" y="365"/>
                  </a:lnTo>
                  <a:lnTo>
                    <a:pt x="439" y="354"/>
                  </a:lnTo>
                  <a:lnTo>
                    <a:pt x="442" y="341"/>
                  </a:lnTo>
                  <a:lnTo>
                    <a:pt x="445" y="328"/>
                  </a:lnTo>
                  <a:lnTo>
                    <a:pt x="446" y="314"/>
                  </a:lnTo>
                  <a:lnTo>
                    <a:pt x="445" y="299"/>
                  </a:lnTo>
                  <a:lnTo>
                    <a:pt x="443" y="284"/>
                  </a:lnTo>
                  <a:lnTo>
                    <a:pt x="441" y="277"/>
                  </a:lnTo>
                  <a:lnTo>
                    <a:pt x="438" y="270"/>
                  </a:lnTo>
                  <a:lnTo>
                    <a:pt x="435" y="263"/>
                  </a:lnTo>
                  <a:lnTo>
                    <a:pt x="431" y="257"/>
                  </a:lnTo>
                  <a:lnTo>
                    <a:pt x="425" y="250"/>
                  </a:lnTo>
                  <a:lnTo>
                    <a:pt x="419" y="244"/>
                  </a:lnTo>
                  <a:lnTo>
                    <a:pt x="413" y="238"/>
                  </a:lnTo>
                  <a:lnTo>
                    <a:pt x="405" y="232"/>
                  </a:lnTo>
                  <a:lnTo>
                    <a:pt x="397" y="228"/>
                  </a:lnTo>
                  <a:lnTo>
                    <a:pt x="387" y="223"/>
                  </a:lnTo>
                  <a:lnTo>
                    <a:pt x="375" y="219"/>
                  </a:lnTo>
                  <a:lnTo>
                    <a:pt x="364" y="216"/>
                  </a:lnTo>
                  <a:lnTo>
                    <a:pt x="364" y="216"/>
                  </a:lnTo>
                  <a:lnTo>
                    <a:pt x="363" y="211"/>
                  </a:lnTo>
                  <a:lnTo>
                    <a:pt x="362" y="196"/>
                  </a:lnTo>
                  <a:lnTo>
                    <a:pt x="359" y="185"/>
                  </a:lnTo>
                  <a:lnTo>
                    <a:pt x="356" y="173"/>
                  </a:lnTo>
                  <a:lnTo>
                    <a:pt x="352" y="161"/>
                  </a:lnTo>
                  <a:lnTo>
                    <a:pt x="346" y="149"/>
                  </a:lnTo>
                  <a:lnTo>
                    <a:pt x="339" y="135"/>
                  </a:lnTo>
                  <a:lnTo>
                    <a:pt x="329" y="122"/>
                  </a:lnTo>
                  <a:lnTo>
                    <a:pt x="317" y="111"/>
                  </a:lnTo>
                  <a:lnTo>
                    <a:pt x="310" y="105"/>
                  </a:lnTo>
                  <a:lnTo>
                    <a:pt x="303" y="100"/>
                  </a:lnTo>
                  <a:lnTo>
                    <a:pt x="295" y="95"/>
                  </a:lnTo>
                  <a:lnTo>
                    <a:pt x="287" y="91"/>
                  </a:lnTo>
                  <a:lnTo>
                    <a:pt x="278" y="86"/>
                  </a:lnTo>
                  <a:lnTo>
                    <a:pt x="267" y="82"/>
                  </a:lnTo>
                  <a:lnTo>
                    <a:pt x="256" y="79"/>
                  </a:lnTo>
                  <a:lnTo>
                    <a:pt x="245" y="76"/>
                  </a:lnTo>
                  <a:lnTo>
                    <a:pt x="233" y="75"/>
                  </a:lnTo>
                  <a:lnTo>
                    <a:pt x="219" y="74"/>
                  </a:lnTo>
                  <a:lnTo>
                    <a:pt x="219" y="74"/>
                  </a:lnTo>
                  <a:lnTo>
                    <a:pt x="217" y="69"/>
                  </a:lnTo>
                  <a:lnTo>
                    <a:pt x="211" y="59"/>
                  </a:lnTo>
                  <a:lnTo>
                    <a:pt x="201" y="45"/>
                  </a:lnTo>
                  <a:lnTo>
                    <a:pt x="194" y="36"/>
                  </a:lnTo>
                  <a:lnTo>
                    <a:pt x="186" y="28"/>
                  </a:lnTo>
                  <a:lnTo>
                    <a:pt x="177" y="21"/>
                  </a:lnTo>
                  <a:lnTo>
                    <a:pt x="166" y="14"/>
                  </a:lnTo>
                  <a:lnTo>
                    <a:pt x="155" y="8"/>
                  </a:lnTo>
                  <a:lnTo>
                    <a:pt x="142" y="4"/>
                  </a:lnTo>
                  <a:lnTo>
                    <a:pt x="128" y="1"/>
                  </a:lnTo>
                  <a:lnTo>
                    <a:pt x="112" y="0"/>
                  </a:lnTo>
                  <a:lnTo>
                    <a:pt x="95" y="1"/>
                  </a:lnTo>
                  <a:lnTo>
                    <a:pt x="86" y="3"/>
                  </a:lnTo>
                  <a:lnTo>
                    <a:pt x="77" y="5"/>
                  </a:lnTo>
                  <a:lnTo>
                    <a:pt x="77" y="5"/>
                  </a:lnTo>
                  <a:lnTo>
                    <a:pt x="59" y="11"/>
                  </a:lnTo>
                  <a:lnTo>
                    <a:pt x="45" y="17"/>
                  </a:lnTo>
                  <a:lnTo>
                    <a:pt x="33" y="25"/>
                  </a:lnTo>
                  <a:lnTo>
                    <a:pt x="23" y="33"/>
                  </a:lnTo>
                  <a:lnTo>
                    <a:pt x="15" y="43"/>
                  </a:lnTo>
                  <a:lnTo>
                    <a:pt x="9" y="51"/>
                  </a:lnTo>
                  <a:lnTo>
                    <a:pt x="5" y="60"/>
                  </a:lnTo>
                  <a:lnTo>
                    <a:pt x="2" y="69"/>
                  </a:lnTo>
                  <a:lnTo>
                    <a:pt x="1" y="77"/>
                  </a:lnTo>
                  <a:lnTo>
                    <a:pt x="0" y="85"/>
                  </a:lnTo>
                  <a:lnTo>
                    <a:pt x="0" y="94"/>
                  </a:lnTo>
                  <a:lnTo>
                    <a:pt x="1" y="100"/>
                  </a:lnTo>
                  <a:lnTo>
                    <a:pt x="3" y="109"/>
                  </a:lnTo>
                  <a:lnTo>
                    <a:pt x="4" y="113"/>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1" name="Freeform 664">
              <a:extLst>
                <a:ext uri="{FF2B5EF4-FFF2-40B4-BE49-F238E27FC236}">
                  <a16:creationId xmlns:a16="http://schemas.microsoft.com/office/drawing/2014/main" id="{F79045EF-0980-075F-26AB-65A6B1F4ED5D}"/>
                </a:ext>
              </a:extLst>
            </p:cNvPr>
            <p:cNvSpPr>
              <a:spLocks/>
            </p:cNvSpPr>
            <p:nvPr/>
          </p:nvSpPr>
          <p:spPr bwMode="gray">
            <a:xfrm>
              <a:off x="9055101" y="5897563"/>
              <a:ext cx="331788" cy="249238"/>
            </a:xfrm>
            <a:custGeom>
              <a:avLst/>
              <a:gdLst>
                <a:gd name="T0" fmla="*/ 626 w 626"/>
                <a:gd name="T1" fmla="*/ 33 h 472"/>
                <a:gd name="T2" fmla="*/ 588 w 626"/>
                <a:gd name="T3" fmla="*/ 12 h 472"/>
                <a:gd name="T4" fmla="*/ 555 w 626"/>
                <a:gd name="T5" fmla="*/ 2 h 472"/>
                <a:gd name="T6" fmla="*/ 528 w 626"/>
                <a:gd name="T7" fmla="*/ 0 h 472"/>
                <a:gd name="T8" fmla="*/ 504 w 626"/>
                <a:gd name="T9" fmla="*/ 3 h 472"/>
                <a:gd name="T10" fmla="*/ 487 w 626"/>
                <a:gd name="T11" fmla="*/ 10 h 472"/>
                <a:gd name="T12" fmla="*/ 475 w 626"/>
                <a:gd name="T13" fmla="*/ 19 h 472"/>
                <a:gd name="T14" fmla="*/ 465 w 626"/>
                <a:gd name="T15" fmla="*/ 28 h 472"/>
                <a:gd name="T16" fmla="*/ 452 w 626"/>
                <a:gd name="T17" fmla="*/ 22 h 472"/>
                <a:gd name="T18" fmla="*/ 430 w 626"/>
                <a:gd name="T19" fmla="*/ 14 h 472"/>
                <a:gd name="T20" fmla="*/ 409 w 626"/>
                <a:gd name="T21" fmla="*/ 9 h 472"/>
                <a:gd name="T22" fmla="*/ 390 w 626"/>
                <a:gd name="T23" fmla="*/ 8 h 472"/>
                <a:gd name="T24" fmla="*/ 372 w 626"/>
                <a:gd name="T25" fmla="*/ 9 h 472"/>
                <a:gd name="T26" fmla="*/ 347 w 626"/>
                <a:gd name="T27" fmla="*/ 14 h 472"/>
                <a:gd name="T28" fmla="*/ 320 w 626"/>
                <a:gd name="T29" fmla="*/ 28 h 472"/>
                <a:gd name="T30" fmla="*/ 298 w 626"/>
                <a:gd name="T31" fmla="*/ 44 h 472"/>
                <a:gd name="T32" fmla="*/ 282 w 626"/>
                <a:gd name="T33" fmla="*/ 59 h 472"/>
                <a:gd name="T34" fmla="*/ 270 w 626"/>
                <a:gd name="T35" fmla="*/ 76 h 472"/>
                <a:gd name="T36" fmla="*/ 266 w 626"/>
                <a:gd name="T37" fmla="*/ 74 h 472"/>
                <a:gd name="T38" fmla="*/ 244 w 626"/>
                <a:gd name="T39" fmla="*/ 68 h 472"/>
                <a:gd name="T40" fmla="*/ 224 w 626"/>
                <a:gd name="T41" fmla="*/ 65 h 472"/>
                <a:gd name="T42" fmla="*/ 200 w 626"/>
                <a:gd name="T43" fmla="*/ 65 h 472"/>
                <a:gd name="T44" fmla="*/ 176 w 626"/>
                <a:gd name="T45" fmla="*/ 73 h 472"/>
                <a:gd name="T46" fmla="*/ 159 w 626"/>
                <a:gd name="T47" fmla="*/ 83 h 472"/>
                <a:gd name="T48" fmla="*/ 147 w 626"/>
                <a:gd name="T49" fmla="*/ 92 h 472"/>
                <a:gd name="T50" fmla="*/ 138 w 626"/>
                <a:gd name="T51" fmla="*/ 105 h 472"/>
                <a:gd name="T52" fmla="*/ 129 w 626"/>
                <a:gd name="T53" fmla="*/ 121 h 472"/>
                <a:gd name="T54" fmla="*/ 125 w 626"/>
                <a:gd name="T55" fmla="*/ 130 h 472"/>
                <a:gd name="T56" fmla="*/ 106 w 626"/>
                <a:gd name="T57" fmla="*/ 131 h 472"/>
                <a:gd name="T58" fmla="*/ 86 w 626"/>
                <a:gd name="T59" fmla="*/ 135 h 472"/>
                <a:gd name="T60" fmla="*/ 63 w 626"/>
                <a:gd name="T61" fmla="*/ 144 h 472"/>
                <a:gd name="T62" fmla="*/ 39 w 626"/>
                <a:gd name="T63" fmla="*/ 158 h 472"/>
                <a:gd name="T64" fmla="*/ 20 w 626"/>
                <a:gd name="T65" fmla="*/ 181 h 472"/>
                <a:gd name="T66" fmla="*/ 12 w 626"/>
                <a:gd name="T67" fmla="*/ 195 h 472"/>
                <a:gd name="T68" fmla="*/ 6 w 626"/>
                <a:gd name="T69" fmla="*/ 212 h 472"/>
                <a:gd name="T70" fmla="*/ 2 w 626"/>
                <a:gd name="T71" fmla="*/ 232 h 472"/>
                <a:gd name="T72" fmla="*/ 0 w 626"/>
                <a:gd name="T73" fmla="*/ 255 h 472"/>
                <a:gd name="T74" fmla="*/ 0 w 626"/>
                <a:gd name="T75" fmla="*/ 266 h 472"/>
                <a:gd name="T76" fmla="*/ 4 w 626"/>
                <a:gd name="T77" fmla="*/ 288 h 472"/>
                <a:gd name="T78" fmla="*/ 9 w 626"/>
                <a:gd name="T79" fmla="*/ 306 h 472"/>
                <a:gd name="T80" fmla="*/ 16 w 626"/>
                <a:gd name="T81" fmla="*/ 323 h 472"/>
                <a:gd name="T82" fmla="*/ 29 w 626"/>
                <a:gd name="T83" fmla="*/ 341 h 472"/>
                <a:gd name="T84" fmla="*/ 51 w 626"/>
                <a:gd name="T85" fmla="*/ 359 h 472"/>
                <a:gd name="T86" fmla="*/ 74 w 626"/>
                <a:gd name="T87" fmla="*/ 371 h 472"/>
                <a:gd name="T88" fmla="*/ 96 w 626"/>
                <a:gd name="T89" fmla="*/ 378 h 472"/>
                <a:gd name="T90" fmla="*/ 120 w 626"/>
                <a:gd name="T91" fmla="*/ 380 h 472"/>
                <a:gd name="T92" fmla="*/ 125 w 626"/>
                <a:gd name="T93" fmla="*/ 381 h 472"/>
                <a:gd name="T94" fmla="*/ 106 w 626"/>
                <a:gd name="T95" fmla="*/ 393 h 472"/>
                <a:gd name="T96" fmla="*/ 94 w 626"/>
                <a:gd name="T97" fmla="*/ 407 h 472"/>
                <a:gd name="T98" fmla="*/ 89 w 626"/>
                <a:gd name="T99" fmla="*/ 422 h 472"/>
                <a:gd name="T100" fmla="*/ 89 w 626"/>
                <a:gd name="T101" fmla="*/ 438 h 472"/>
                <a:gd name="T102" fmla="*/ 92 w 626"/>
                <a:gd name="T103" fmla="*/ 452 h 472"/>
                <a:gd name="T104" fmla="*/ 99 w 626"/>
                <a:gd name="T105" fmla="*/ 470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26" h="472">
                  <a:moveTo>
                    <a:pt x="626" y="33"/>
                  </a:moveTo>
                  <a:lnTo>
                    <a:pt x="626" y="33"/>
                  </a:lnTo>
                  <a:lnTo>
                    <a:pt x="606" y="21"/>
                  </a:lnTo>
                  <a:lnTo>
                    <a:pt x="588" y="12"/>
                  </a:lnTo>
                  <a:lnTo>
                    <a:pt x="571" y="5"/>
                  </a:lnTo>
                  <a:lnTo>
                    <a:pt x="555" y="2"/>
                  </a:lnTo>
                  <a:lnTo>
                    <a:pt x="541" y="0"/>
                  </a:lnTo>
                  <a:lnTo>
                    <a:pt x="528" y="0"/>
                  </a:lnTo>
                  <a:lnTo>
                    <a:pt x="516" y="1"/>
                  </a:lnTo>
                  <a:lnTo>
                    <a:pt x="504" y="3"/>
                  </a:lnTo>
                  <a:lnTo>
                    <a:pt x="495" y="6"/>
                  </a:lnTo>
                  <a:lnTo>
                    <a:pt x="487" y="10"/>
                  </a:lnTo>
                  <a:lnTo>
                    <a:pt x="480" y="14"/>
                  </a:lnTo>
                  <a:lnTo>
                    <a:pt x="475" y="19"/>
                  </a:lnTo>
                  <a:lnTo>
                    <a:pt x="467" y="25"/>
                  </a:lnTo>
                  <a:lnTo>
                    <a:pt x="465" y="28"/>
                  </a:lnTo>
                  <a:lnTo>
                    <a:pt x="465" y="28"/>
                  </a:lnTo>
                  <a:lnTo>
                    <a:pt x="452" y="22"/>
                  </a:lnTo>
                  <a:lnTo>
                    <a:pt x="441" y="18"/>
                  </a:lnTo>
                  <a:lnTo>
                    <a:pt x="430" y="14"/>
                  </a:lnTo>
                  <a:lnTo>
                    <a:pt x="420" y="11"/>
                  </a:lnTo>
                  <a:lnTo>
                    <a:pt x="409" y="9"/>
                  </a:lnTo>
                  <a:lnTo>
                    <a:pt x="399" y="8"/>
                  </a:lnTo>
                  <a:lnTo>
                    <a:pt x="390" y="8"/>
                  </a:lnTo>
                  <a:lnTo>
                    <a:pt x="380" y="8"/>
                  </a:lnTo>
                  <a:lnTo>
                    <a:pt x="372" y="9"/>
                  </a:lnTo>
                  <a:lnTo>
                    <a:pt x="363" y="10"/>
                  </a:lnTo>
                  <a:lnTo>
                    <a:pt x="347" y="14"/>
                  </a:lnTo>
                  <a:lnTo>
                    <a:pt x="333" y="21"/>
                  </a:lnTo>
                  <a:lnTo>
                    <a:pt x="320" y="28"/>
                  </a:lnTo>
                  <a:lnTo>
                    <a:pt x="307" y="36"/>
                  </a:lnTo>
                  <a:lnTo>
                    <a:pt x="298" y="44"/>
                  </a:lnTo>
                  <a:lnTo>
                    <a:pt x="289" y="52"/>
                  </a:lnTo>
                  <a:lnTo>
                    <a:pt x="282" y="59"/>
                  </a:lnTo>
                  <a:lnTo>
                    <a:pt x="273" y="72"/>
                  </a:lnTo>
                  <a:lnTo>
                    <a:pt x="270" y="76"/>
                  </a:lnTo>
                  <a:lnTo>
                    <a:pt x="270" y="76"/>
                  </a:lnTo>
                  <a:lnTo>
                    <a:pt x="266" y="74"/>
                  </a:lnTo>
                  <a:lnTo>
                    <a:pt x="252" y="70"/>
                  </a:lnTo>
                  <a:lnTo>
                    <a:pt x="244" y="68"/>
                  </a:lnTo>
                  <a:lnTo>
                    <a:pt x="234" y="67"/>
                  </a:lnTo>
                  <a:lnTo>
                    <a:pt x="224" y="65"/>
                  </a:lnTo>
                  <a:lnTo>
                    <a:pt x="213" y="64"/>
                  </a:lnTo>
                  <a:lnTo>
                    <a:pt x="200" y="65"/>
                  </a:lnTo>
                  <a:lnTo>
                    <a:pt x="188" y="69"/>
                  </a:lnTo>
                  <a:lnTo>
                    <a:pt x="176" y="73"/>
                  </a:lnTo>
                  <a:lnTo>
                    <a:pt x="165" y="79"/>
                  </a:lnTo>
                  <a:lnTo>
                    <a:pt x="159" y="83"/>
                  </a:lnTo>
                  <a:lnTo>
                    <a:pt x="153" y="87"/>
                  </a:lnTo>
                  <a:lnTo>
                    <a:pt x="147" y="92"/>
                  </a:lnTo>
                  <a:lnTo>
                    <a:pt x="142" y="98"/>
                  </a:lnTo>
                  <a:lnTo>
                    <a:pt x="138" y="105"/>
                  </a:lnTo>
                  <a:lnTo>
                    <a:pt x="133" y="112"/>
                  </a:lnTo>
                  <a:lnTo>
                    <a:pt x="129" y="121"/>
                  </a:lnTo>
                  <a:lnTo>
                    <a:pt x="125" y="130"/>
                  </a:lnTo>
                  <a:lnTo>
                    <a:pt x="125" y="130"/>
                  </a:lnTo>
                  <a:lnTo>
                    <a:pt x="120" y="130"/>
                  </a:lnTo>
                  <a:lnTo>
                    <a:pt x="106" y="131"/>
                  </a:lnTo>
                  <a:lnTo>
                    <a:pt x="96" y="133"/>
                  </a:lnTo>
                  <a:lnTo>
                    <a:pt x="86" y="135"/>
                  </a:lnTo>
                  <a:lnTo>
                    <a:pt x="74" y="139"/>
                  </a:lnTo>
                  <a:lnTo>
                    <a:pt x="63" y="144"/>
                  </a:lnTo>
                  <a:lnTo>
                    <a:pt x="51" y="150"/>
                  </a:lnTo>
                  <a:lnTo>
                    <a:pt x="39" y="158"/>
                  </a:lnTo>
                  <a:lnTo>
                    <a:pt x="29" y="169"/>
                  </a:lnTo>
                  <a:lnTo>
                    <a:pt x="20" y="181"/>
                  </a:lnTo>
                  <a:lnTo>
                    <a:pt x="16" y="188"/>
                  </a:lnTo>
                  <a:lnTo>
                    <a:pt x="12" y="195"/>
                  </a:lnTo>
                  <a:lnTo>
                    <a:pt x="9" y="203"/>
                  </a:lnTo>
                  <a:lnTo>
                    <a:pt x="6" y="212"/>
                  </a:lnTo>
                  <a:lnTo>
                    <a:pt x="4" y="222"/>
                  </a:lnTo>
                  <a:lnTo>
                    <a:pt x="2" y="232"/>
                  </a:lnTo>
                  <a:lnTo>
                    <a:pt x="0" y="243"/>
                  </a:lnTo>
                  <a:lnTo>
                    <a:pt x="0" y="255"/>
                  </a:lnTo>
                  <a:lnTo>
                    <a:pt x="0" y="255"/>
                  </a:lnTo>
                  <a:lnTo>
                    <a:pt x="0" y="266"/>
                  </a:lnTo>
                  <a:lnTo>
                    <a:pt x="2" y="278"/>
                  </a:lnTo>
                  <a:lnTo>
                    <a:pt x="4" y="288"/>
                  </a:lnTo>
                  <a:lnTo>
                    <a:pt x="6" y="297"/>
                  </a:lnTo>
                  <a:lnTo>
                    <a:pt x="9" y="306"/>
                  </a:lnTo>
                  <a:lnTo>
                    <a:pt x="12" y="314"/>
                  </a:lnTo>
                  <a:lnTo>
                    <a:pt x="16" y="323"/>
                  </a:lnTo>
                  <a:lnTo>
                    <a:pt x="20" y="330"/>
                  </a:lnTo>
                  <a:lnTo>
                    <a:pt x="29" y="341"/>
                  </a:lnTo>
                  <a:lnTo>
                    <a:pt x="39" y="351"/>
                  </a:lnTo>
                  <a:lnTo>
                    <a:pt x="51" y="359"/>
                  </a:lnTo>
                  <a:lnTo>
                    <a:pt x="63" y="366"/>
                  </a:lnTo>
                  <a:lnTo>
                    <a:pt x="74" y="371"/>
                  </a:lnTo>
                  <a:lnTo>
                    <a:pt x="86" y="375"/>
                  </a:lnTo>
                  <a:lnTo>
                    <a:pt x="96" y="378"/>
                  </a:lnTo>
                  <a:lnTo>
                    <a:pt x="106" y="379"/>
                  </a:lnTo>
                  <a:lnTo>
                    <a:pt x="120" y="380"/>
                  </a:lnTo>
                  <a:lnTo>
                    <a:pt x="125" y="381"/>
                  </a:lnTo>
                  <a:lnTo>
                    <a:pt x="125" y="381"/>
                  </a:lnTo>
                  <a:lnTo>
                    <a:pt x="115" y="386"/>
                  </a:lnTo>
                  <a:lnTo>
                    <a:pt x="106" y="393"/>
                  </a:lnTo>
                  <a:lnTo>
                    <a:pt x="99" y="400"/>
                  </a:lnTo>
                  <a:lnTo>
                    <a:pt x="94" y="407"/>
                  </a:lnTo>
                  <a:lnTo>
                    <a:pt x="91" y="415"/>
                  </a:lnTo>
                  <a:lnTo>
                    <a:pt x="89" y="422"/>
                  </a:lnTo>
                  <a:lnTo>
                    <a:pt x="89" y="431"/>
                  </a:lnTo>
                  <a:lnTo>
                    <a:pt x="89" y="438"/>
                  </a:lnTo>
                  <a:lnTo>
                    <a:pt x="90" y="445"/>
                  </a:lnTo>
                  <a:lnTo>
                    <a:pt x="92" y="452"/>
                  </a:lnTo>
                  <a:lnTo>
                    <a:pt x="96" y="462"/>
                  </a:lnTo>
                  <a:lnTo>
                    <a:pt x="99" y="470"/>
                  </a:lnTo>
                  <a:lnTo>
                    <a:pt x="101" y="472"/>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2" name="Freeform 665">
              <a:extLst>
                <a:ext uri="{FF2B5EF4-FFF2-40B4-BE49-F238E27FC236}">
                  <a16:creationId xmlns:a16="http://schemas.microsoft.com/office/drawing/2014/main" id="{AE13C651-05C1-C445-279F-0ECB9D487849}"/>
                </a:ext>
              </a:extLst>
            </p:cNvPr>
            <p:cNvSpPr>
              <a:spLocks/>
            </p:cNvSpPr>
            <p:nvPr/>
          </p:nvSpPr>
          <p:spPr bwMode="gray">
            <a:xfrm>
              <a:off x="9336088" y="6021388"/>
              <a:ext cx="84138" cy="85725"/>
            </a:xfrm>
            <a:custGeom>
              <a:avLst/>
              <a:gdLst>
                <a:gd name="T0" fmla="*/ 0 w 161"/>
                <a:gd name="T1" fmla="*/ 81 h 162"/>
                <a:gd name="T2" fmla="*/ 1 w 161"/>
                <a:gd name="T3" fmla="*/ 65 h 162"/>
                <a:gd name="T4" fmla="*/ 6 w 161"/>
                <a:gd name="T5" fmla="*/ 50 h 162"/>
                <a:gd name="T6" fmla="*/ 13 w 161"/>
                <a:gd name="T7" fmla="*/ 36 h 162"/>
                <a:gd name="T8" fmla="*/ 23 w 161"/>
                <a:gd name="T9" fmla="*/ 24 h 162"/>
                <a:gd name="T10" fmla="*/ 34 w 161"/>
                <a:gd name="T11" fmla="*/ 14 h 162"/>
                <a:gd name="T12" fmla="*/ 49 w 161"/>
                <a:gd name="T13" fmla="*/ 7 h 162"/>
                <a:gd name="T14" fmla="*/ 64 w 161"/>
                <a:gd name="T15" fmla="*/ 2 h 162"/>
                <a:gd name="T16" fmla="*/ 80 w 161"/>
                <a:gd name="T17" fmla="*/ 0 h 162"/>
                <a:gd name="T18" fmla="*/ 89 w 161"/>
                <a:gd name="T19" fmla="*/ 1 h 162"/>
                <a:gd name="T20" fmla="*/ 104 w 161"/>
                <a:gd name="T21" fmla="*/ 4 h 162"/>
                <a:gd name="T22" fmla="*/ 119 w 161"/>
                <a:gd name="T23" fmla="*/ 10 h 162"/>
                <a:gd name="T24" fmla="*/ 131 w 161"/>
                <a:gd name="T25" fmla="*/ 19 h 162"/>
                <a:gd name="T26" fmla="*/ 143 w 161"/>
                <a:gd name="T27" fmla="*/ 29 h 162"/>
                <a:gd name="T28" fmla="*/ 152 w 161"/>
                <a:gd name="T29" fmla="*/ 43 h 162"/>
                <a:gd name="T30" fmla="*/ 158 w 161"/>
                <a:gd name="T31" fmla="*/ 57 h 162"/>
                <a:gd name="T32" fmla="*/ 161 w 161"/>
                <a:gd name="T33" fmla="*/ 73 h 162"/>
                <a:gd name="T34" fmla="*/ 161 w 161"/>
                <a:gd name="T35" fmla="*/ 81 h 162"/>
                <a:gd name="T36" fmla="*/ 159 w 161"/>
                <a:gd name="T37" fmla="*/ 98 h 162"/>
                <a:gd name="T38" fmla="*/ 155 w 161"/>
                <a:gd name="T39" fmla="*/ 113 h 162"/>
                <a:gd name="T40" fmla="*/ 148 w 161"/>
                <a:gd name="T41" fmla="*/ 126 h 162"/>
                <a:gd name="T42" fmla="*/ 137 w 161"/>
                <a:gd name="T43" fmla="*/ 139 h 162"/>
                <a:gd name="T44" fmla="*/ 125 w 161"/>
                <a:gd name="T45" fmla="*/ 148 h 162"/>
                <a:gd name="T46" fmla="*/ 112 w 161"/>
                <a:gd name="T47" fmla="*/ 156 h 162"/>
                <a:gd name="T48" fmla="*/ 97 w 161"/>
                <a:gd name="T49" fmla="*/ 160 h 162"/>
                <a:gd name="T50" fmla="*/ 80 w 161"/>
                <a:gd name="T51" fmla="*/ 162 h 162"/>
                <a:gd name="T52" fmla="*/ 72 w 161"/>
                <a:gd name="T53" fmla="*/ 162 h 162"/>
                <a:gd name="T54" fmla="*/ 56 w 161"/>
                <a:gd name="T55" fmla="*/ 158 h 162"/>
                <a:gd name="T56" fmla="*/ 42 w 161"/>
                <a:gd name="T57" fmla="*/ 152 h 162"/>
                <a:gd name="T58" fmla="*/ 28 w 161"/>
                <a:gd name="T59" fmla="*/ 144 h 162"/>
                <a:gd name="T60" fmla="*/ 18 w 161"/>
                <a:gd name="T61" fmla="*/ 132 h 162"/>
                <a:gd name="T62" fmla="*/ 9 w 161"/>
                <a:gd name="T63" fmla="*/ 120 h 162"/>
                <a:gd name="T64" fmla="*/ 3 w 161"/>
                <a:gd name="T65" fmla="*/ 105 h 162"/>
                <a:gd name="T66" fmla="*/ 0 w 161"/>
                <a:gd name="T67" fmla="*/ 90 h 162"/>
                <a:gd name="T68" fmla="*/ 0 w 161"/>
                <a:gd name="T69" fmla="*/ 81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1" h="162">
                  <a:moveTo>
                    <a:pt x="0" y="81"/>
                  </a:moveTo>
                  <a:lnTo>
                    <a:pt x="0" y="81"/>
                  </a:lnTo>
                  <a:lnTo>
                    <a:pt x="0" y="73"/>
                  </a:lnTo>
                  <a:lnTo>
                    <a:pt x="1" y="65"/>
                  </a:lnTo>
                  <a:lnTo>
                    <a:pt x="3" y="57"/>
                  </a:lnTo>
                  <a:lnTo>
                    <a:pt x="6" y="50"/>
                  </a:lnTo>
                  <a:lnTo>
                    <a:pt x="9" y="43"/>
                  </a:lnTo>
                  <a:lnTo>
                    <a:pt x="13" y="36"/>
                  </a:lnTo>
                  <a:lnTo>
                    <a:pt x="18" y="29"/>
                  </a:lnTo>
                  <a:lnTo>
                    <a:pt x="23" y="24"/>
                  </a:lnTo>
                  <a:lnTo>
                    <a:pt x="28" y="19"/>
                  </a:lnTo>
                  <a:lnTo>
                    <a:pt x="34" y="14"/>
                  </a:lnTo>
                  <a:lnTo>
                    <a:pt x="42" y="10"/>
                  </a:lnTo>
                  <a:lnTo>
                    <a:pt x="49" y="7"/>
                  </a:lnTo>
                  <a:lnTo>
                    <a:pt x="56" y="4"/>
                  </a:lnTo>
                  <a:lnTo>
                    <a:pt x="64" y="2"/>
                  </a:lnTo>
                  <a:lnTo>
                    <a:pt x="72" y="1"/>
                  </a:lnTo>
                  <a:lnTo>
                    <a:pt x="80" y="0"/>
                  </a:lnTo>
                  <a:lnTo>
                    <a:pt x="80" y="0"/>
                  </a:lnTo>
                  <a:lnTo>
                    <a:pt x="89" y="1"/>
                  </a:lnTo>
                  <a:lnTo>
                    <a:pt x="97" y="2"/>
                  </a:lnTo>
                  <a:lnTo>
                    <a:pt x="104" y="4"/>
                  </a:lnTo>
                  <a:lnTo>
                    <a:pt x="112" y="7"/>
                  </a:lnTo>
                  <a:lnTo>
                    <a:pt x="119" y="10"/>
                  </a:lnTo>
                  <a:lnTo>
                    <a:pt x="125" y="14"/>
                  </a:lnTo>
                  <a:lnTo>
                    <a:pt x="131" y="19"/>
                  </a:lnTo>
                  <a:lnTo>
                    <a:pt x="137" y="24"/>
                  </a:lnTo>
                  <a:lnTo>
                    <a:pt x="143" y="29"/>
                  </a:lnTo>
                  <a:lnTo>
                    <a:pt x="148" y="36"/>
                  </a:lnTo>
                  <a:lnTo>
                    <a:pt x="152" y="43"/>
                  </a:lnTo>
                  <a:lnTo>
                    <a:pt x="155" y="50"/>
                  </a:lnTo>
                  <a:lnTo>
                    <a:pt x="158" y="57"/>
                  </a:lnTo>
                  <a:lnTo>
                    <a:pt x="159" y="65"/>
                  </a:lnTo>
                  <a:lnTo>
                    <a:pt x="161" y="73"/>
                  </a:lnTo>
                  <a:lnTo>
                    <a:pt x="161" y="81"/>
                  </a:lnTo>
                  <a:lnTo>
                    <a:pt x="161" y="81"/>
                  </a:lnTo>
                  <a:lnTo>
                    <a:pt x="161" y="90"/>
                  </a:lnTo>
                  <a:lnTo>
                    <a:pt x="159" y="98"/>
                  </a:lnTo>
                  <a:lnTo>
                    <a:pt x="158" y="105"/>
                  </a:lnTo>
                  <a:lnTo>
                    <a:pt x="155" y="113"/>
                  </a:lnTo>
                  <a:lnTo>
                    <a:pt x="152" y="120"/>
                  </a:lnTo>
                  <a:lnTo>
                    <a:pt x="148" y="126"/>
                  </a:lnTo>
                  <a:lnTo>
                    <a:pt x="143" y="132"/>
                  </a:lnTo>
                  <a:lnTo>
                    <a:pt x="137" y="139"/>
                  </a:lnTo>
                  <a:lnTo>
                    <a:pt x="131" y="144"/>
                  </a:lnTo>
                  <a:lnTo>
                    <a:pt x="125" y="148"/>
                  </a:lnTo>
                  <a:lnTo>
                    <a:pt x="119" y="152"/>
                  </a:lnTo>
                  <a:lnTo>
                    <a:pt x="112" y="156"/>
                  </a:lnTo>
                  <a:lnTo>
                    <a:pt x="104" y="158"/>
                  </a:lnTo>
                  <a:lnTo>
                    <a:pt x="97" y="160"/>
                  </a:lnTo>
                  <a:lnTo>
                    <a:pt x="89" y="162"/>
                  </a:lnTo>
                  <a:lnTo>
                    <a:pt x="80" y="162"/>
                  </a:lnTo>
                  <a:lnTo>
                    <a:pt x="80" y="162"/>
                  </a:lnTo>
                  <a:lnTo>
                    <a:pt x="72" y="162"/>
                  </a:lnTo>
                  <a:lnTo>
                    <a:pt x="64" y="160"/>
                  </a:lnTo>
                  <a:lnTo>
                    <a:pt x="56" y="158"/>
                  </a:lnTo>
                  <a:lnTo>
                    <a:pt x="49" y="156"/>
                  </a:lnTo>
                  <a:lnTo>
                    <a:pt x="42" y="152"/>
                  </a:lnTo>
                  <a:lnTo>
                    <a:pt x="34" y="148"/>
                  </a:lnTo>
                  <a:lnTo>
                    <a:pt x="28" y="144"/>
                  </a:lnTo>
                  <a:lnTo>
                    <a:pt x="23" y="139"/>
                  </a:lnTo>
                  <a:lnTo>
                    <a:pt x="18" y="132"/>
                  </a:lnTo>
                  <a:lnTo>
                    <a:pt x="13" y="126"/>
                  </a:lnTo>
                  <a:lnTo>
                    <a:pt x="9" y="120"/>
                  </a:lnTo>
                  <a:lnTo>
                    <a:pt x="6" y="113"/>
                  </a:lnTo>
                  <a:lnTo>
                    <a:pt x="3" y="105"/>
                  </a:lnTo>
                  <a:lnTo>
                    <a:pt x="1" y="98"/>
                  </a:lnTo>
                  <a:lnTo>
                    <a:pt x="0" y="90"/>
                  </a:lnTo>
                  <a:lnTo>
                    <a:pt x="0" y="81"/>
                  </a:lnTo>
                  <a:lnTo>
                    <a:pt x="0" y="81"/>
                  </a:lnTo>
                  <a:lnTo>
                    <a:pt x="0" y="81"/>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3" name="Freeform 666">
              <a:extLst>
                <a:ext uri="{FF2B5EF4-FFF2-40B4-BE49-F238E27FC236}">
                  <a16:creationId xmlns:a16="http://schemas.microsoft.com/office/drawing/2014/main" id="{82432725-0E10-1926-F31D-BAE335DB8FE0}"/>
                </a:ext>
              </a:extLst>
            </p:cNvPr>
            <p:cNvSpPr>
              <a:spLocks/>
            </p:cNvSpPr>
            <p:nvPr/>
          </p:nvSpPr>
          <p:spPr bwMode="gray">
            <a:xfrm>
              <a:off x="9336088" y="6149975"/>
              <a:ext cx="84138" cy="85725"/>
            </a:xfrm>
            <a:custGeom>
              <a:avLst/>
              <a:gdLst>
                <a:gd name="T0" fmla="*/ 0 w 161"/>
                <a:gd name="T1" fmla="*/ 81 h 162"/>
                <a:gd name="T2" fmla="*/ 1 w 161"/>
                <a:gd name="T3" fmla="*/ 65 h 162"/>
                <a:gd name="T4" fmla="*/ 6 w 161"/>
                <a:gd name="T5" fmla="*/ 50 h 162"/>
                <a:gd name="T6" fmla="*/ 13 w 161"/>
                <a:gd name="T7" fmla="*/ 35 h 162"/>
                <a:gd name="T8" fmla="*/ 23 w 161"/>
                <a:gd name="T9" fmla="*/ 23 h 162"/>
                <a:gd name="T10" fmla="*/ 34 w 161"/>
                <a:gd name="T11" fmla="*/ 14 h 162"/>
                <a:gd name="T12" fmla="*/ 49 w 161"/>
                <a:gd name="T13" fmla="*/ 7 h 162"/>
                <a:gd name="T14" fmla="*/ 64 w 161"/>
                <a:gd name="T15" fmla="*/ 2 h 162"/>
                <a:gd name="T16" fmla="*/ 80 w 161"/>
                <a:gd name="T17" fmla="*/ 0 h 162"/>
                <a:gd name="T18" fmla="*/ 89 w 161"/>
                <a:gd name="T19" fmla="*/ 1 h 162"/>
                <a:gd name="T20" fmla="*/ 104 w 161"/>
                <a:gd name="T21" fmla="*/ 4 h 162"/>
                <a:gd name="T22" fmla="*/ 119 w 161"/>
                <a:gd name="T23" fmla="*/ 10 h 162"/>
                <a:gd name="T24" fmla="*/ 131 w 161"/>
                <a:gd name="T25" fmla="*/ 18 h 162"/>
                <a:gd name="T26" fmla="*/ 143 w 161"/>
                <a:gd name="T27" fmla="*/ 29 h 162"/>
                <a:gd name="T28" fmla="*/ 152 w 161"/>
                <a:gd name="T29" fmla="*/ 42 h 162"/>
                <a:gd name="T30" fmla="*/ 158 w 161"/>
                <a:gd name="T31" fmla="*/ 57 h 162"/>
                <a:gd name="T32" fmla="*/ 161 w 161"/>
                <a:gd name="T33" fmla="*/ 72 h 162"/>
                <a:gd name="T34" fmla="*/ 161 w 161"/>
                <a:gd name="T35" fmla="*/ 81 h 162"/>
                <a:gd name="T36" fmla="*/ 159 w 161"/>
                <a:gd name="T37" fmla="*/ 97 h 162"/>
                <a:gd name="T38" fmla="*/ 155 w 161"/>
                <a:gd name="T39" fmla="*/ 112 h 162"/>
                <a:gd name="T40" fmla="*/ 148 w 161"/>
                <a:gd name="T41" fmla="*/ 126 h 162"/>
                <a:gd name="T42" fmla="*/ 137 w 161"/>
                <a:gd name="T43" fmla="*/ 138 h 162"/>
                <a:gd name="T44" fmla="*/ 125 w 161"/>
                <a:gd name="T45" fmla="*/ 147 h 162"/>
                <a:gd name="T46" fmla="*/ 112 w 161"/>
                <a:gd name="T47" fmla="*/ 156 h 162"/>
                <a:gd name="T48" fmla="*/ 97 w 161"/>
                <a:gd name="T49" fmla="*/ 160 h 162"/>
                <a:gd name="T50" fmla="*/ 80 w 161"/>
                <a:gd name="T51" fmla="*/ 162 h 162"/>
                <a:gd name="T52" fmla="*/ 72 w 161"/>
                <a:gd name="T53" fmla="*/ 161 h 162"/>
                <a:gd name="T54" fmla="*/ 56 w 161"/>
                <a:gd name="T55" fmla="*/ 158 h 162"/>
                <a:gd name="T56" fmla="*/ 42 w 161"/>
                <a:gd name="T57" fmla="*/ 152 h 162"/>
                <a:gd name="T58" fmla="*/ 28 w 161"/>
                <a:gd name="T59" fmla="*/ 143 h 162"/>
                <a:gd name="T60" fmla="*/ 18 w 161"/>
                <a:gd name="T61" fmla="*/ 132 h 162"/>
                <a:gd name="T62" fmla="*/ 9 w 161"/>
                <a:gd name="T63" fmla="*/ 119 h 162"/>
                <a:gd name="T64" fmla="*/ 3 w 161"/>
                <a:gd name="T65" fmla="*/ 105 h 162"/>
                <a:gd name="T66" fmla="*/ 0 w 161"/>
                <a:gd name="T67" fmla="*/ 89 h 162"/>
                <a:gd name="T68" fmla="*/ 0 w 161"/>
                <a:gd name="T69" fmla="*/ 81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1" h="162">
                  <a:moveTo>
                    <a:pt x="0" y="81"/>
                  </a:moveTo>
                  <a:lnTo>
                    <a:pt x="0" y="81"/>
                  </a:lnTo>
                  <a:lnTo>
                    <a:pt x="0" y="72"/>
                  </a:lnTo>
                  <a:lnTo>
                    <a:pt x="1" y="65"/>
                  </a:lnTo>
                  <a:lnTo>
                    <a:pt x="3" y="57"/>
                  </a:lnTo>
                  <a:lnTo>
                    <a:pt x="6" y="50"/>
                  </a:lnTo>
                  <a:lnTo>
                    <a:pt x="9" y="42"/>
                  </a:lnTo>
                  <a:lnTo>
                    <a:pt x="13" y="35"/>
                  </a:lnTo>
                  <a:lnTo>
                    <a:pt x="18" y="29"/>
                  </a:lnTo>
                  <a:lnTo>
                    <a:pt x="23" y="23"/>
                  </a:lnTo>
                  <a:lnTo>
                    <a:pt x="28" y="18"/>
                  </a:lnTo>
                  <a:lnTo>
                    <a:pt x="34" y="14"/>
                  </a:lnTo>
                  <a:lnTo>
                    <a:pt x="42" y="10"/>
                  </a:lnTo>
                  <a:lnTo>
                    <a:pt x="49" y="7"/>
                  </a:lnTo>
                  <a:lnTo>
                    <a:pt x="56" y="4"/>
                  </a:lnTo>
                  <a:lnTo>
                    <a:pt x="64" y="2"/>
                  </a:lnTo>
                  <a:lnTo>
                    <a:pt x="72" y="1"/>
                  </a:lnTo>
                  <a:lnTo>
                    <a:pt x="80" y="0"/>
                  </a:lnTo>
                  <a:lnTo>
                    <a:pt x="80" y="0"/>
                  </a:lnTo>
                  <a:lnTo>
                    <a:pt x="89" y="1"/>
                  </a:lnTo>
                  <a:lnTo>
                    <a:pt x="97" y="2"/>
                  </a:lnTo>
                  <a:lnTo>
                    <a:pt x="104" y="4"/>
                  </a:lnTo>
                  <a:lnTo>
                    <a:pt x="112" y="7"/>
                  </a:lnTo>
                  <a:lnTo>
                    <a:pt x="119" y="10"/>
                  </a:lnTo>
                  <a:lnTo>
                    <a:pt x="125" y="14"/>
                  </a:lnTo>
                  <a:lnTo>
                    <a:pt x="131" y="18"/>
                  </a:lnTo>
                  <a:lnTo>
                    <a:pt x="137" y="23"/>
                  </a:lnTo>
                  <a:lnTo>
                    <a:pt x="143" y="29"/>
                  </a:lnTo>
                  <a:lnTo>
                    <a:pt x="148" y="35"/>
                  </a:lnTo>
                  <a:lnTo>
                    <a:pt x="152" y="42"/>
                  </a:lnTo>
                  <a:lnTo>
                    <a:pt x="155" y="50"/>
                  </a:lnTo>
                  <a:lnTo>
                    <a:pt x="158" y="57"/>
                  </a:lnTo>
                  <a:lnTo>
                    <a:pt x="159" y="65"/>
                  </a:lnTo>
                  <a:lnTo>
                    <a:pt x="161" y="72"/>
                  </a:lnTo>
                  <a:lnTo>
                    <a:pt x="161" y="81"/>
                  </a:lnTo>
                  <a:lnTo>
                    <a:pt x="161" y="81"/>
                  </a:lnTo>
                  <a:lnTo>
                    <a:pt x="161" y="89"/>
                  </a:lnTo>
                  <a:lnTo>
                    <a:pt x="159" y="97"/>
                  </a:lnTo>
                  <a:lnTo>
                    <a:pt x="158" y="105"/>
                  </a:lnTo>
                  <a:lnTo>
                    <a:pt x="155" y="112"/>
                  </a:lnTo>
                  <a:lnTo>
                    <a:pt x="152" y="119"/>
                  </a:lnTo>
                  <a:lnTo>
                    <a:pt x="148" y="126"/>
                  </a:lnTo>
                  <a:lnTo>
                    <a:pt x="143" y="132"/>
                  </a:lnTo>
                  <a:lnTo>
                    <a:pt x="137" y="138"/>
                  </a:lnTo>
                  <a:lnTo>
                    <a:pt x="131" y="143"/>
                  </a:lnTo>
                  <a:lnTo>
                    <a:pt x="125" y="147"/>
                  </a:lnTo>
                  <a:lnTo>
                    <a:pt x="119" y="152"/>
                  </a:lnTo>
                  <a:lnTo>
                    <a:pt x="112" y="156"/>
                  </a:lnTo>
                  <a:lnTo>
                    <a:pt x="104" y="158"/>
                  </a:lnTo>
                  <a:lnTo>
                    <a:pt x="97" y="160"/>
                  </a:lnTo>
                  <a:lnTo>
                    <a:pt x="89" y="161"/>
                  </a:lnTo>
                  <a:lnTo>
                    <a:pt x="80" y="162"/>
                  </a:lnTo>
                  <a:lnTo>
                    <a:pt x="80" y="162"/>
                  </a:lnTo>
                  <a:lnTo>
                    <a:pt x="72" y="161"/>
                  </a:lnTo>
                  <a:lnTo>
                    <a:pt x="64" y="160"/>
                  </a:lnTo>
                  <a:lnTo>
                    <a:pt x="56" y="158"/>
                  </a:lnTo>
                  <a:lnTo>
                    <a:pt x="49" y="156"/>
                  </a:lnTo>
                  <a:lnTo>
                    <a:pt x="42" y="152"/>
                  </a:lnTo>
                  <a:lnTo>
                    <a:pt x="34" y="147"/>
                  </a:lnTo>
                  <a:lnTo>
                    <a:pt x="28" y="143"/>
                  </a:lnTo>
                  <a:lnTo>
                    <a:pt x="23" y="138"/>
                  </a:lnTo>
                  <a:lnTo>
                    <a:pt x="18" y="132"/>
                  </a:lnTo>
                  <a:lnTo>
                    <a:pt x="13" y="126"/>
                  </a:lnTo>
                  <a:lnTo>
                    <a:pt x="9" y="119"/>
                  </a:lnTo>
                  <a:lnTo>
                    <a:pt x="6" y="112"/>
                  </a:lnTo>
                  <a:lnTo>
                    <a:pt x="3" y="105"/>
                  </a:lnTo>
                  <a:lnTo>
                    <a:pt x="1" y="97"/>
                  </a:lnTo>
                  <a:lnTo>
                    <a:pt x="0" y="89"/>
                  </a:lnTo>
                  <a:lnTo>
                    <a:pt x="0" y="81"/>
                  </a:lnTo>
                  <a:lnTo>
                    <a:pt x="0" y="81"/>
                  </a:lnTo>
                  <a:lnTo>
                    <a:pt x="0" y="81"/>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4" name="Freeform 667">
              <a:extLst>
                <a:ext uri="{FF2B5EF4-FFF2-40B4-BE49-F238E27FC236}">
                  <a16:creationId xmlns:a16="http://schemas.microsoft.com/office/drawing/2014/main" id="{E865B93E-FAE8-77BF-7D66-8C965A2C6C35}"/>
                </a:ext>
              </a:extLst>
            </p:cNvPr>
            <p:cNvSpPr>
              <a:spLocks/>
            </p:cNvSpPr>
            <p:nvPr/>
          </p:nvSpPr>
          <p:spPr bwMode="gray">
            <a:xfrm>
              <a:off x="9207501" y="6021388"/>
              <a:ext cx="84138" cy="85725"/>
            </a:xfrm>
            <a:custGeom>
              <a:avLst/>
              <a:gdLst>
                <a:gd name="T0" fmla="*/ 49 w 161"/>
                <a:gd name="T1" fmla="*/ 156 h 162"/>
                <a:gd name="T2" fmla="*/ 35 w 161"/>
                <a:gd name="T3" fmla="*/ 148 h 162"/>
                <a:gd name="T4" fmla="*/ 23 w 161"/>
                <a:gd name="T5" fmla="*/ 138 h 162"/>
                <a:gd name="T6" fmla="*/ 13 w 161"/>
                <a:gd name="T7" fmla="*/ 125 h 162"/>
                <a:gd name="T8" fmla="*/ 6 w 161"/>
                <a:gd name="T9" fmla="*/ 112 h 162"/>
                <a:gd name="T10" fmla="*/ 1 w 161"/>
                <a:gd name="T11" fmla="*/ 97 h 162"/>
                <a:gd name="T12" fmla="*/ 0 w 161"/>
                <a:gd name="T13" fmla="*/ 81 h 162"/>
                <a:gd name="T14" fmla="*/ 1 w 161"/>
                <a:gd name="T15" fmla="*/ 65 h 162"/>
                <a:gd name="T16" fmla="*/ 6 w 161"/>
                <a:gd name="T17" fmla="*/ 50 h 162"/>
                <a:gd name="T18" fmla="*/ 9 w 161"/>
                <a:gd name="T19" fmla="*/ 43 h 162"/>
                <a:gd name="T20" fmla="*/ 18 w 161"/>
                <a:gd name="T21" fmla="*/ 29 h 162"/>
                <a:gd name="T22" fmla="*/ 30 w 161"/>
                <a:gd name="T23" fmla="*/ 18 h 162"/>
                <a:gd name="T24" fmla="*/ 43 w 161"/>
                <a:gd name="T25" fmla="*/ 10 h 162"/>
                <a:gd name="T26" fmla="*/ 57 w 161"/>
                <a:gd name="T27" fmla="*/ 4 h 162"/>
                <a:gd name="T28" fmla="*/ 72 w 161"/>
                <a:gd name="T29" fmla="*/ 1 h 162"/>
                <a:gd name="T30" fmla="*/ 89 w 161"/>
                <a:gd name="T31" fmla="*/ 1 h 162"/>
                <a:gd name="T32" fmla="*/ 104 w 161"/>
                <a:gd name="T33" fmla="*/ 4 h 162"/>
                <a:gd name="T34" fmla="*/ 112 w 161"/>
                <a:gd name="T35" fmla="*/ 7 h 162"/>
                <a:gd name="T36" fmla="*/ 127 w 161"/>
                <a:gd name="T37" fmla="*/ 14 h 162"/>
                <a:gd name="T38" fmla="*/ 139 w 161"/>
                <a:gd name="T39" fmla="*/ 24 h 162"/>
                <a:gd name="T40" fmla="*/ 148 w 161"/>
                <a:gd name="T41" fmla="*/ 37 h 162"/>
                <a:gd name="T42" fmla="*/ 155 w 161"/>
                <a:gd name="T43" fmla="*/ 51 h 162"/>
                <a:gd name="T44" fmla="*/ 160 w 161"/>
                <a:gd name="T45" fmla="*/ 65 h 162"/>
                <a:gd name="T46" fmla="*/ 161 w 161"/>
                <a:gd name="T47" fmla="*/ 81 h 162"/>
                <a:gd name="T48" fmla="*/ 160 w 161"/>
                <a:gd name="T49" fmla="*/ 97 h 162"/>
                <a:gd name="T50" fmla="*/ 155 w 161"/>
                <a:gd name="T51" fmla="*/ 112 h 162"/>
                <a:gd name="T52" fmla="*/ 152 w 161"/>
                <a:gd name="T53" fmla="*/ 120 h 162"/>
                <a:gd name="T54" fmla="*/ 143 w 161"/>
                <a:gd name="T55" fmla="*/ 133 h 162"/>
                <a:gd name="T56" fmla="*/ 132 w 161"/>
                <a:gd name="T57" fmla="*/ 145 h 162"/>
                <a:gd name="T58" fmla="*/ 118 w 161"/>
                <a:gd name="T59" fmla="*/ 153 h 162"/>
                <a:gd name="T60" fmla="*/ 104 w 161"/>
                <a:gd name="T61" fmla="*/ 159 h 162"/>
                <a:gd name="T62" fmla="*/ 89 w 161"/>
                <a:gd name="T63" fmla="*/ 162 h 162"/>
                <a:gd name="T64" fmla="*/ 72 w 161"/>
                <a:gd name="T65" fmla="*/ 162 h 162"/>
                <a:gd name="T66" fmla="*/ 57 w 161"/>
                <a:gd name="T67" fmla="*/ 159 h 162"/>
                <a:gd name="T68" fmla="*/ 49 w 161"/>
                <a:gd name="T69" fmla="*/ 156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1" h="162">
                  <a:moveTo>
                    <a:pt x="49" y="156"/>
                  </a:moveTo>
                  <a:lnTo>
                    <a:pt x="49" y="156"/>
                  </a:lnTo>
                  <a:lnTo>
                    <a:pt x="42" y="152"/>
                  </a:lnTo>
                  <a:lnTo>
                    <a:pt x="35" y="148"/>
                  </a:lnTo>
                  <a:lnTo>
                    <a:pt x="29" y="143"/>
                  </a:lnTo>
                  <a:lnTo>
                    <a:pt x="23" y="138"/>
                  </a:lnTo>
                  <a:lnTo>
                    <a:pt x="17" y="131"/>
                  </a:lnTo>
                  <a:lnTo>
                    <a:pt x="13" y="125"/>
                  </a:lnTo>
                  <a:lnTo>
                    <a:pt x="9" y="119"/>
                  </a:lnTo>
                  <a:lnTo>
                    <a:pt x="6" y="112"/>
                  </a:lnTo>
                  <a:lnTo>
                    <a:pt x="3" y="105"/>
                  </a:lnTo>
                  <a:lnTo>
                    <a:pt x="1" y="97"/>
                  </a:lnTo>
                  <a:lnTo>
                    <a:pt x="0" y="90"/>
                  </a:lnTo>
                  <a:lnTo>
                    <a:pt x="0" y="81"/>
                  </a:lnTo>
                  <a:lnTo>
                    <a:pt x="0" y="73"/>
                  </a:lnTo>
                  <a:lnTo>
                    <a:pt x="1" y="65"/>
                  </a:lnTo>
                  <a:lnTo>
                    <a:pt x="3" y="58"/>
                  </a:lnTo>
                  <a:lnTo>
                    <a:pt x="6" y="50"/>
                  </a:lnTo>
                  <a:lnTo>
                    <a:pt x="6" y="50"/>
                  </a:lnTo>
                  <a:lnTo>
                    <a:pt x="9" y="43"/>
                  </a:lnTo>
                  <a:lnTo>
                    <a:pt x="14" y="36"/>
                  </a:lnTo>
                  <a:lnTo>
                    <a:pt x="18" y="29"/>
                  </a:lnTo>
                  <a:lnTo>
                    <a:pt x="25" y="23"/>
                  </a:lnTo>
                  <a:lnTo>
                    <a:pt x="30" y="18"/>
                  </a:lnTo>
                  <a:lnTo>
                    <a:pt x="37" y="13"/>
                  </a:lnTo>
                  <a:lnTo>
                    <a:pt x="43" y="10"/>
                  </a:lnTo>
                  <a:lnTo>
                    <a:pt x="50" y="6"/>
                  </a:lnTo>
                  <a:lnTo>
                    <a:pt x="57" y="4"/>
                  </a:lnTo>
                  <a:lnTo>
                    <a:pt x="65" y="2"/>
                  </a:lnTo>
                  <a:lnTo>
                    <a:pt x="72" y="1"/>
                  </a:lnTo>
                  <a:lnTo>
                    <a:pt x="81" y="0"/>
                  </a:lnTo>
                  <a:lnTo>
                    <a:pt x="89" y="1"/>
                  </a:lnTo>
                  <a:lnTo>
                    <a:pt x="96" y="2"/>
                  </a:lnTo>
                  <a:lnTo>
                    <a:pt x="104" y="4"/>
                  </a:lnTo>
                  <a:lnTo>
                    <a:pt x="112" y="7"/>
                  </a:lnTo>
                  <a:lnTo>
                    <a:pt x="112" y="7"/>
                  </a:lnTo>
                  <a:lnTo>
                    <a:pt x="119" y="10"/>
                  </a:lnTo>
                  <a:lnTo>
                    <a:pt x="127" y="14"/>
                  </a:lnTo>
                  <a:lnTo>
                    <a:pt x="133" y="19"/>
                  </a:lnTo>
                  <a:lnTo>
                    <a:pt x="139" y="24"/>
                  </a:lnTo>
                  <a:lnTo>
                    <a:pt x="144" y="30"/>
                  </a:lnTo>
                  <a:lnTo>
                    <a:pt x="148" y="37"/>
                  </a:lnTo>
                  <a:lnTo>
                    <a:pt x="152" y="44"/>
                  </a:lnTo>
                  <a:lnTo>
                    <a:pt x="155" y="51"/>
                  </a:lnTo>
                  <a:lnTo>
                    <a:pt x="158" y="58"/>
                  </a:lnTo>
                  <a:lnTo>
                    <a:pt x="160" y="65"/>
                  </a:lnTo>
                  <a:lnTo>
                    <a:pt x="161" y="73"/>
                  </a:lnTo>
                  <a:lnTo>
                    <a:pt x="161" y="81"/>
                  </a:lnTo>
                  <a:lnTo>
                    <a:pt x="161" y="89"/>
                  </a:lnTo>
                  <a:lnTo>
                    <a:pt x="160" y="97"/>
                  </a:lnTo>
                  <a:lnTo>
                    <a:pt x="158" y="105"/>
                  </a:lnTo>
                  <a:lnTo>
                    <a:pt x="155" y="112"/>
                  </a:lnTo>
                  <a:lnTo>
                    <a:pt x="155" y="112"/>
                  </a:lnTo>
                  <a:lnTo>
                    <a:pt x="152" y="120"/>
                  </a:lnTo>
                  <a:lnTo>
                    <a:pt x="147" y="127"/>
                  </a:lnTo>
                  <a:lnTo>
                    <a:pt x="143" y="133"/>
                  </a:lnTo>
                  <a:lnTo>
                    <a:pt x="137" y="139"/>
                  </a:lnTo>
                  <a:lnTo>
                    <a:pt x="132" y="145"/>
                  </a:lnTo>
                  <a:lnTo>
                    <a:pt x="125" y="149"/>
                  </a:lnTo>
                  <a:lnTo>
                    <a:pt x="118" y="153"/>
                  </a:lnTo>
                  <a:lnTo>
                    <a:pt x="111" y="156"/>
                  </a:lnTo>
                  <a:lnTo>
                    <a:pt x="104" y="159"/>
                  </a:lnTo>
                  <a:lnTo>
                    <a:pt x="96" y="161"/>
                  </a:lnTo>
                  <a:lnTo>
                    <a:pt x="89" y="162"/>
                  </a:lnTo>
                  <a:lnTo>
                    <a:pt x="81" y="162"/>
                  </a:lnTo>
                  <a:lnTo>
                    <a:pt x="72" y="162"/>
                  </a:lnTo>
                  <a:lnTo>
                    <a:pt x="65" y="161"/>
                  </a:lnTo>
                  <a:lnTo>
                    <a:pt x="57" y="159"/>
                  </a:lnTo>
                  <a:lnTo>
                    <a:pt x="49" y="156"/>
                  </a:lnTo>
                  <a:lnTo>
                    <a:pt x="49" y="156"/>
                  </a:lnTo>
                  <a:lnTo>
                    <a:pt x="49" y="156"/>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5" name="Line 668">
              <a:extLst>
                <a:ext uri="{FF2B5EF4-FFF2-40B4-BE49-F238E27FC236}">
                  <a16:creationId xmlns:a16="http://schemas.microsoft.com/office/drawing/2014/main" id="{4D9249C2-6978-B5D3-15C9-87BCAA188A38}"/>
                </a:ext>
              </a:extLst>
            </p:cNvPr>
            <p:cNvSpPr>
              <a:spLocks noChangeShapeType="1"/>
            </p:cNvSpPr>
            <p:nvPr/>
          </p:nvSpPr>
          <p:spPr bwMode="gray">
            <a:xfrm flipV="1">
              <a:off x="9377363" y="6107113"/>
              <a:ext cx="0" cy="4286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6" name="Line 669">
              <a:extLst>
                <a:ext uri="{FF2B5EF4-FFF2-40B4-BE49-F238E27FC236}">
                  <a16:creationId xmlns:a16="http://schemas.microsoft.com/office/drawing/2014/main" id="{5B25A444-F0DF-E55A-8D8D-853ECAA8B606}"/>
                </a:ext>
              </a:extLst>
            </p:cNvPr>
            <p:cNvSpPr>
              <a:spLocks noChangeShapeType="1"/>
            </p:cNvSpPr>
            <p:nvPr/>
          </p:nvSpPr>
          <p:spPr bwMode="gray">
            <a:xfrm flipH="1">
              <a:off x="9291638" y="6064250"/>
              <a:ext cx="44450" cy="0"/>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grpSp>
      <p:grpSp>
        <p:nvGrpSpPr>
          <p:cNvPr id="47" name="Groupe 2872">
            <a:extLst>
              <a:ext uri="{FF2B5EF4-FFF2-40B4-BE49-F238E27FC236}">
                <a16:creationId xmlns:a16="http://schemas.microsoft.com/office/drawing/2014/main" id="{F393D436-2046-6E86-EFDB-A6AF81CEA9B2}"/>
              </a:ext>
            </a:extLst>
          </p:cNvPr>
          <p:cNvGrpSpPr/>
          <p:nvPr/>
        </p:nvGrpSpPr>
        <p:grpSpPr bwMode="gray">
          <a:xfrm flipH="1">
            <a:off x="942701" y="5825389"/>
            <a:ext cx="486304" cy="486530"/>
            <a:chOff x="9043988" y="779463"/>
            <a:chExt cx="504825" cy="577851"/>
          </a:xfrm>
        </p:grpSpPr>
        <p:sp>
          <p:nvSpPr>
            <p:cNvPr id="48" name="Freeform 74">
              <a:extLst>
                <a:ext uri="{FF2B5EF4-FFF2-40B4-BE49-F238E27FC236}">
                  <a16:creationId xmlns:a16="http://schemas.microsoft.com/office/drawing/2014/main" id="{23136E6E-DB2D-A23C-904F-D599F193D9E3}"/>
                </a:ext>
              </a:extLst>
            </p:cNvPr>
            <p:cNvSpPr>
              <a:spLocks/>
            </p:cNvSpPr>
            <p:nvPr/>
          </p:nvSpPr>
          <p:spPr bwMode="gray">
            <a:xfrm>
              <a:off x="9188450" y="1109663"/>
              <a:ext cx="73025" cy="247650"/>
            </a:xfrm>
            <a:custGeom>
              <a:avLst/>
              <a:gdLst>
                <a:gd name="T0" fmla="*/ 0 w 136"/>
                <a:gd name="T1" fmla="*/ 468 h 468"/>
                <a:gd name="T2" fmla="*/ 0 w 136"/>
                <a:gd name="T3" fmla="*/ 0 h 468"/>
                <a:gd name="T4" fmla="*/ 136 w 136"/>
                <a:gd name="T5" fmla="*/ 0 h 468"/>
                <a:gd name="T6" fmla="*/ 136 w 136"/>
                <a:gd name="T7" fmla="*/ 468 h 468"/>
                <a:gd name="T8" fmla="*/ 0 w 136"/>
                <a:gd name="T9" fmla="*/ 468 h 468"/>
                <a:gd name="T10" fmla="*/ 0 w 136"/>
                <a:gd name="T11" fmla="*/ 468 h 468"/>
              </a:gdLst>
              <a:ahLst/>
              <a:cxnLst>
                <a:cxn ang="0">
                  <a:pos x="T0" y="T1"/>
                </a:cxn>
                <a:cxn ang="0">
                  <a:pos x="T2" y="T3"/>
                </a:cxn>
                <a:cxn ang="0">
                  <a:pos x="T4" y="T5"/>
                </a:cxn>
                <a:cxn ang="0">
                  <a:pos x="T6" y="T7"/>
                </a:cxn>
                <a:cxn ang="0">
                  <a:pos x="T8" y="T9"/>
                </a:cxn>
                <a:cxn ang="0">
                  <a:pos x="T10" y="T11"/>
                </a:cxn>
              </a:cxnLst>
              <a:rect l="0" t="0" r="r" b="b"/>
              <a:pathLst>
                <a:path w="136" h="468">
                  <a:moveTo>
                    <a:pt x="0" y="468"/>
                  </a:moveTo>
                  <a:lnTo>
                    <a:pt x="0" y="0"/>
                  </a:lnTo>
                  <a:lnTo>
                    <a:pt x="136" y="0"/>
                  </a:lnTo>
                  <a:lnTo>
                    <a:pt x="136" y="468"/>
                  </a:lnTo>
                  <a:lnTo>
                    <a:pt x="0" y="468"/>
                  </a:lnTo>
                  <a:lnTo>
                    <a:pt x="0" y="468"/>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9" name="Freeform 75">
              <a:extLst>
                <a:ext uri="{FF2B5EF4-FFF2-40B4-BE49-F238E27FC236}">
                  <a16:creationId xmlns:a16="http://schemas.microsoft.com/office/drawing/2014/main" id="{F748638F-0F64-4327-32F2-EA0F316C29EA}"/>
                </a:ext>
              </a:extLst>
            </p:cNvPr>
            <p:cNvSpPr>
              <a:spLocks/>
            </p:cNvSpPr>
            <p:nvPr/>
          </p:nvSpPr>
          <p:spPr bwMode="gray">
            <a:xfrm>
              <a:off x="9332913" y="985838"/>
              <a:ext cx="73025" cy="371475"/>
            </a:xfrm>
            <a:custGeom>
              <a:avLst/>
              <a:gdLst>
                <a:gd name="T0" fmla="*/ 0 w 137"/>
                <a:gd name="T1" fmla="*/ 0 h 702"/>
                <a:gd name="T2" fmla="*/ 0 w 137"/>
                <a:gd name="T3" fmla="*/ 702 h 702"/>
                <a:gd name="T4" fmla="*/ 137 w 137"/>
                <a:gd name="T5" fmla="*/ 702 h 702"/>
                <a:gd name="T6" fmla="*/ 137 w 137"/>
                <a:gd name="T7" fmla="*/ 0 h 702"/>
                <a:gd name="T8" fmla="*/ 0 w 137"/>
                <a:gd name="T9" fmla="*/ 0 h 702"/>
                <a:gd name="T10" fmla="*/ 0 w 137"/>
                <a:gd name="T11" fmla="*/ 0 h 702"/>
              </a:gdLst>
              <a:ahLst/>
              <a:cxnLst>
                <a:cxn ang="0">
                  <a:pos x="T0" y="T1"/>
                </a:cxn>
                <a:cxn ang="0">
                  <a:pos x="T2" y="T3"/>
                </a:cxn>
                <a:cxn ang="0">
                  <a:pos x="T4" y="T5"/>
                </a:cxn>
                <a:cxn ang="0">
                  <a:pos x="T6" y="T7"/>
                </a:cxn>
                <a:cxn ang="0">
                  <a:pos x="T8" y="T9"/>
                </a:cxn>
                <a:cxn ang="0">
                  <a:pos x="T10" y="T11"/>
                </a:cxn>
              </a:cxnLst>
              <a:rect l="0" t="0" r="r" b="b"/>
              <a:pathLst>
                <a:path w="137" h="702">
                  <a:moveTo>
                    <a:pt x="0" y="0"/>
                  </a:moveTo>
                  <a:lnTo>
                    <a:pt x="0" y="702"/>
                  </a:lnTo>
                  <a:lnTo>
                    <a:pt x="137" y="702"/>
                  </a:lnTo>
                  <a:lnTo>
                    <a:pt x="137" y="0"/>
                  </a:lnTo>
                  <a:lnTo>
                    <a:pt x="0" y="0"/>
                  </a:lnTo>
                  <a:lnTo>
                    <a:pt x="0" y="0"/>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50" name="Freeform 76">
              <a:extLst>
                <a:ext uri="{FF2B5EF4-FFF2-40B4-BE49-F238E27FC236}">
                  <a16:creationId xmlns:a16="http://schemas.microsoft.com/office/drawing/2014/main" id="{44F7ACBE-E549-7298-E18F-6DB96EF9B90F}"/>
                </a:ext>
              </a:extLst>
            </p:cNvPr>
            <p:cNvSpPr>
              <a:spLocks/>
            </p:cNvSpPr>
            <p:nvPr/>
          </p:nvSpPr>
          <p:spPr bwMode="gray">
            <a:xfrm>
              <a:off x="9477375" y="923926"/>
              <a:ext cx="71438" cy="433388"/>
            </a:xfrm>
            <a:custGeom>
              <a:avLst/>
              <a:gdLst>
                <a:gd name="T0" fmla="*/ 0 w 136"/>
                <a:gd name="T1" fmla="*/ 819 h 819"/>
                <a:gd name="T2" fmla="*/ 0 w 136"/>
                <a:gd name="T3" fmla="*/ 0 h 819"/>
                <a:gd name="T4" fmla="*/ 136 w 136"/>
                <a:gd name="T5" fmla="*/ 0 h 819"/>
                <a:gd name="T6" fmla="*/ 136 w 136"/>
                <a:gd name="T7" fmla="*/ 819 h 819"/>
                <a:gd name="T8" fmla="*/ 0 w 136"/>
                <a:gd name="T9" fmla="*/ 819 h 819"/>
                <a:gd name="T10" fmla="*/ 0 w 136"/>
                <a:gd name="T11" fmla="*/ 819 h 819"/>
              </a:gdLst>
              <a:ahLst/>
              <a:cxnLst>
                <a:cxn ang="0">
                  <a:pos x="T0" y="T1"/>
                </a:cxn>
                <a:cxn ang="0">
                  <a:pos x="T2" y="T3"/>
                </a:cxn>
                <a:cxn ang="0">
                  <a:pos x="T4" y="T5"/>
                </a:cxn>
                <a:cxn ang="0">
                  <a:pos x="T6" y="T7"/>
                </a:cxn>
                <a:cxn ang="0">
                  <a:pos x="T8" y="T9"/>
                </a:cxn>
                <a:cxn ang="0">
                  <a:pos x="T10" y="T11"/>
                </a:cxn>
              </a:cxnLst>
              <a:rect l="0" t="0" r="r" b="b"/>
              <a:pathLst>
                <a:path w="136" h="819">
                  <a:moveTo>
                    <a:pt x="0" y="819"/>
                  </a:moveTo>
                  <a:lnTo>
                    <a:pt x="0" y="0"/>
                  </a:lnTo>
                  <a:lnTo>
                    <a:pt x="136" y="0"/>
                  </a:lnTo>
                  <a:lnTo>
                    <a:pt x="136" y="819"/>
                  </a:lnTo>
                  <a:lnTo>
                    <a:pt x="0" y="819"/>
                  </a:lnTo>
                  <a:lnTo>
                    <a:pt x="0" y="819"/>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51" name="Freeform 77">
              <a:extLst>
                <a:ext uri="{FF2B5EF4-FFF2-40B4-BE49-F238E27FC236}">
                  <a16:creationId xmlns:a16="http://schemas.microsoft.com/office/drawing/2014/main" id="{81662DA2-4A85-45F2-591C-76E222919D81}"/>
                </a:ext>
              </a:extLst>
            </p:cNvPr>
            <p:cNvSpPr>
              <a:spLocks/>
            </p:cNvSpPr>
            <p:nvPr/>
          </p:nvSpPr>
          <p:spPr bwMode="gray">
            <a:xfrm>
              <a:off x="9043988" y="1171576"/>
              <a:ext cx="73025" cy="185738"/>
            </a:xfrm>
            <a:custGeom>
              <a:avLst/>
              <a:gdLst>
                <a:gd name="T0" fmla="*/ 0 w 136"/>
                <a:gd name="T1" fmla="*/ 0 h 351"/>
                <a:gd name="T2" fmla="*/ 136 w 136"/>
                <a:gd name="T3" fmla="*/ 0 h 351"/>
                <a:gd name="T4" fmla="*/ 136 w 136"/>
                <a:gd name="T5" fmla="*/ 351 h 351"/>
                <a:gd name="T6" fmla="*/ 0 w 136"/>
                <a:gd name="T7" fmla="*/ 351 h 351"/>
                <a:gd name="T8" fmla="*/ 0 w 136"/>
                <a:gd name="T9" fmla="*/ 0 h 351"/>
                <a:gd name="T10" fmla="*/ 0 w 136"/>
                <a:gd name="T11" fmla="*/ 0 h 351"/>
              </a:gdLst>
              <a:ahLst/>
              <a:cxnLst>
                <a:cxn ang="0">
                  <a:pos x="T0" y="T1"/>
                </a:cxn>
                <a:cxn ang="0">
                  <a:pos x="T2" y="T3"/>
                </a:cxn>
                <a:cxn ang="0">
                  <a:pos x="T4" y="T5"/>
                </a:cxn>
                <a:cxn ang="0">
                  <a:pos x="T6" y="T7"/>
                </a:cxn>
                <a:cxn ang="0">
                  <a:pos x="T8" y="T9"/>
                </a:cxn>
                <a:cxn ang="0">
                  <a:pos x="T10" y="T11"/>
                </a:cxn>
              </a:cxnLst>
              <a:rect l="0" t="0" r="r" b="b"/>
              <a:pathLst>
                <a:path w="136" h="351">
                  <a:moveTo>
                    <a:pt x="0" y="0"/>
                  </a:moveTo>
                  <a:lnTo>
                    <a:pt x="136" y="0"/>
                  </a:lnTo>
                  <a:lnTo>
                    <a:pt x="136" y="351"/>
                  </a:lnTo>
                  <a:lnTo>
                    <a:pt x="0" y="351"/>
                  </a:lnTo>
                  <a:lnTo>
                    <a:pt x="0" y="0"/>
                  </a:lnTo>
                  <a:lnTo>
                    <a:pt x="0" y="0"/>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52" name="Freeform 82">
              <a:extLst>
                <a:ext uri="{FF2B5EF4-FFF2-40B4-BE49-F238E27FC236}">
                  <a16:creationId xmlns:a16="http://schemas.microsoft.com/office/drawing/2014/main" id="{A39EA7AC-1307-B482-EE2B-43B4999D5E3D}"/>
                </a:ext>
              </a:extLst>
            </p:cNvPr>
            <p:cNvSpPr>
              <a:spLocks/>
            </p:cNvSpPr>
            <p:nvPr/>
          </p:nvSpPr>
          <p:spPr bwMode="gray">
            <a:xfrm flipH="1" flipV="1">
              <a:off x="9043988" y="779463"/>
              <a:ext cx="504825" cy="288925"/>
            </a:xfrm>
            <a:custGeom>
              <a:avLst/>
              <a:gdLst>
                <a:gd name="T0" fmla="*/ 0 w 954"/>
                <a:gd name="T1" fmla="*/ 545 h 545"/>
                <a:gd name="T2" fmla="*/ 954 w 954"/>
                <a:gd name="T3" fmla="*/ 0 h 545"/>
                <a:gd name="T4" fmla="*/ 818 w 954"/>
                <a:gd name="T5" fmla="*/ 0 h 545"/>
              </a:gdLst>
              <a:ahLst/>
              <a:cxnLst>
                <a:cxn ang="0">
                  <a:pos x="T0" y="T1"/>
                </a:cxn>
                <a:cxn ang="0">
                  <a:pos x="T2" y="T3"/>
                </a:cxn>
                <a:cxn ang="0">
                  <a:pos x="T4" y="T5"/>
                </a:cxn>
              </a:cxnLst>
              <a:rect l="0" t="0" r="r" b="b"/>
              <a:pathLst>
                <a:path w="954" h="545">
                  <a:moveTo>
                    <a:pt x="0" y="545"/>
                  </a:moveTo>
                  <a:lnTo>
                    <a:pt x="954" y="0"/>
                  </a:lnTo>
                  <a:lnTo>
                    <a:pt x="818" y="0"/>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53" name="Line 83">
              <a:extLst>
                <a:ext uri="{FF2B5EF4-FFF2-40B4-BE49-F238E27FC236}">
                  <a16:creationId xmlns:a16="http://schemas.microsoft.com/office/drawing/2014/main" id="{D2DEE4E3-C901-C870-42BD-177493A78DE1}"/>
                </a:ext>
              </a:extLst>
            </p:cNvPr>
            <p:cNvSpPr>
              <a:spLocks noChangeShapeType="1"/>
            </p:cNvSpPr>
            <p:nvPr/>
          </p:nvSpPr>
          <p:spPr bwMode="gray">
            <a:xfrm flipH="1">
              <a:off x="9043988" y="1003301"/>
              <a:ext cx="26988" cy="65089"/>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grpSp>
      <p:sp>
        <p:nvSpPr>
          <p:cNvPr id="54" name="ZoneTexte 53">
            <a:extLst>
              <a:ext uri="{FF2B5EF4-FFF2-40B4-BE49-F238E27FC236}">
                <a16:creationId xmlns:a16="http://schemas.microsoft.com/office/drawing/2014/main" id="{00C36F58-86D6-2246-0F80-34B5E11766D0}"/>
              </a:ext>
            </a:extLst>
          </p:cNvPr>
          <p:cNvSpPr txBox="1"/>
          <p:nvPr/>
        </p:nvSpPr>
        <p:spPr>
          <a:xfrm>
            <a:off x="2475243" y="2181778"/>
            <a:ext cx="10315988" cy="969496"/>
          </a:xfrm>
          <a:prstGeom prst="rect">
            <a:avLst/>
          </a:prstGeom>
          <a:noFill/>
        </p:spPr>
        <p:txBody>
          <a:bodyPr wrap="square">
            <a:spAutoFit/>
          </a:bodyPr>
          <a:lstStyle/>
          <a:p>
            <a:pPr>
              <a:spcAft>
                <a:spcPts val="600"/>
              </a:spcAft>
            </a:pPr>
            <a:r>
              <a:rPr lang="fr-FR" b="1" i="1" dirty="0"/>
              <a:t>Scenario #1: </a:t>
            </a:r>
            <a:r>
              <a:rPr lang="en-US" b="1" i="1" dirty="0"/>
              <a:t>Loss of independence for the Fed and stronger interventionism by the White House</a:t>
            </a:r>
            <a:endParaRPr lang="fr-FR" b="1" i="1" dirty="0"/>
          </a:p>
          <a:p>
            <a:r>
              <a:rPr lang="en-US" sz="1600" i="1" dirty="0"/>
              <a:t>The implementation of an expansionary monetary policy to lower interest rates</a:t>
            </a:r>
            <a:endParaRPr lang="fr-FR" i="1" dirty="0"/>
          </a:p>
        </p:txBody>
      </p:sp>
      <p:sp>
        <p:nvSpPr>
          <p:cNvPr id="55" name="ZoneTexte 54">
            <a:extLst>
              <a:ext uri="{FF2B5EF4-FFF2-40B4-BE49-F238E27FC236}">
                <a16:creationId xmlns:a16="http://schemas.microsoft.com/office/drawing/2014/main" id="{78CB8214-5702-9C10-8372-44D0896AA6C1}"/>
              </a:ext>
            </a:extLst>
          </p:cNvPr>
          <p:cNvSpPr txBox="1"/>
          <p:nvPr/>
        </p:nvSpPr>
        <p:spPr>
          <a:xfrm>
            <a:off x="2497910" y="3736328"/>
            <a:ext cx="10315988" cy="1184940"/>
          </a:xfrm>
          <a:prstGeom prst="rect">
            <a:avLst/>
          </a:prstGeom>
          <a:noFill/>
        </p:spPr>
        <p:txBody>
          <a:bodyPr wrap="square">
            <a:spAutoFit/>
          </a:bodyPr>
          <a:lstStyle/>
          <a:p>
            <a:pPr>
              <a:spcAft>
                <a:spcPts val="600"/>
              </a:spcAft>
            </a:pPr>
            <a:r>
              <a:rPr lang="en-US" b="1" i="1" dirty="0"/>
              <a:t>Scenario #2: The bursting of the AI bubble</a:t>
            </a:r>
            <a:endParaRPr lang="fr-FR" b="1" i="1" dirty="0"/>
          </a:p>
          <a:p>
            <a:r>
              <a:rPr lang="en-US" sz="1600" i="1" dirty="0"/>
              <a:t>AI attracts capital from around the world like a magnet. A significant slowdown would have consequences for economic activity over the medium term and, by extension, lead to a decline of the Dollar.</a:t>
            </a:r>
          </a:p>
        </p:txBody>
      </p:sp>
      <p:sp>
        <p:nvSpPr>
          <p:cNvPr id="56" name="ZoneTexte 55">
            <a:extLst>
              <a:ext uri="{FF2B5EF4-FFF2-40B4-BE49-F238E27FC236}">
                <a16:creationId xmlns:a16="http://schemas.microsoft.com/office/drawing/2014/main" id="{62F8D207-BC70-BAAA-AFF7-73655B725788}"/>
              </a:ext>
            </a:extLst>
          </p:cNvPr>
          <p:cNvSpPr txBox="1"/>
          <p:nvPr/>
        </p:nvSpPr>
        <p:spPr>
          <a:xfrm>
            <a:off x="2488260" y="5599295"/>
            <a:ext cx="10315988" cy="938719"/>
          </a:xfrm>
          <a:prstGeom prst="rect">
            <a:avLst/>
          </a:prstGeom>
          <a:noFill/>
        </p:spPr>
        <p:txBody>
          <a:bodyPr wrap="square">
            <a:spAutoFit/>
          </a:bodyPr>
          <a:lstStyle/>
          <a:p>
            <a:pPr>
              <a:spcAft>
                <a:spcPts val="600"/>
              </a:spcAft>
            </a:pPr>
            <a:r>
              <a:rPr lang="en-US" b="1" i="1" dirty="0"/>
              <a:t>Scenario #3: Impact of persistent deficits on longer-term rates</a:t>
            </a:r>
            <a:endParaRPr lang="fr-FR" b="1" i="1" dirty="0"/>
          </a:p>
          <a:p>
            <a:r>
              <a:rPr lang="en-US" sz="1600" i="1" dirty="0"/>
              <a:t>Long-term rates are falling due to persistent deficits, and the easing of short-term rates is failing to feed through to the rest of the curve and to the cost of capital in the real economy.</a:t>
            </a:r>
          </a:p>
        </p:txBody>
      </p:sp>
    </p:spTree>
    <p:extLst>
      <p:ext uri="{BB962C8B-B14F-4D97-AF65-F5344CB8AC3E}">
        <p14:creationId xmlns:p14="http://schemas.microsoft.com/office/powerpoint/2010/main" val="398529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52626-C51E-5DB6-09B0-686BE46323C0}"/>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9F5E116-8E33-EB92-0753-DC5B6E9FCE7C}"/>
              </a:ext>
            </a:extLst>
          </p:cNvPr>
          <p:cNvSpPr>
            <a:spLocks noGrp="1"/>
          </p:cNvSpPr>
          <p:nvPr>
            <p:ph type="sldNum" sz="quarter" idx="12"/>
          </p:nvPr>
        </p:nvSpPr>
        <p:spPr/>
        <p:txBody>
          <a:bodyPr/>
          <a:lstStyle/>
          <a:p>
            <a:fld id="{E4361461-078F-48AF-88AE-4D21A9B65272}" type="slidenum">
              <a:rPr lang="en-GB" smtClean="0"/>
              <a:t>11</a:t>
            </a:fld>
            <a:endParaRPr lang="en-GB" dirty="0"/>
          </a:p>
        </p:txBody>
      </p:sp>
      <p:sp>
        <p:nvSpPr>
          <p:cNvPr id="3" name="Titre 2">
            <a:extLst>
              <a:ext uri="{FF2B5EF4-FFF2-40B4-BE49-F238E27FC236}">
                <a16:creationId xmlns:a16="http://schemas.microsoft.com/office/drawing/2014/main" id="{AC474444-6385-EF95-406B-8FDBE471CACF}"/>
              </a:ext>
            </a:extLst>
          </p:cNvPr>
          <p:cNvSpPr>
            <a:spLocks noGrp="1"/>
          </p:cNvSpPr>
          <p:nvPr>
            <p:ph type="title"/>
          </p:nvPr>
        </p:nvSpPr>
        <p:spPr>
          <a:xfrm>
            <a:off x="615950" y="543839"/>
            <a:ext cx="10933905" cy="430887"/>
          </a:xfrm>
        </p:spPr>
        <p:txBody>
          <a:bodyPr/>
          <a:lstStyle/>
          <a:p>
            <a:r>
              <a:rPr lang="fr-FR" noProof="0" dirty="0"/>
              <a:t>… </a:t>
            </a:r>
            <a:r>
              <a:rPr lang="fr-FR" dirty="0"/>
              <a:t>Gold </a:t>
            </a:r>
            <a:r>
              <a:rPr lang="fr-FR" dirty="0" err="1"/>
              <a:t>is</a:t>
            </a:r>
            <a:r>
              <a:rPr lang="fr-FR" dirty="0"/>
              <a:t> </a:t>
            </a:r>
            <a:r>
              <a:rPr lang="fr-FR" dirty="0" err="1"/>
              <a:t>dominating</a:t>
            </a:r>
            <a:r>
              <a:rPr lang="fr-FR" dirty="0"/>
              <a:t> headlines</a:t>
            </a:r>
            <a:endParaRPr lang="fr-FR" noProof="0" dirty="0"/>
          </a:p>
        </p:txBody>
      </p:sp>
      <p:sp>
        <p:nvSpPr>
          <p:cNvPr id="6" name="Espace réservé du texte 5">
            <a:extLst>
              <a:ext uri="{FF2B5EF4-FFF2-40B4-BE49-F238E27FC236}">
                <a16:creationId xmlns:a16="http://schemas.microsoft.com/office/drawing/2014/main" id="{93E18B65-0B38-F4A8-0BC3-BC490BC7B332}"/>
              </a:ext>
            </a:extLst>
          </p:cNvPr>
          <p:cNvSpPr txBox="1">
            <a:spLocks/>
          </p:cNvSpPr>
          <p:nvPr/>
        </p:nvSpPr>
        <p:spPr>
          <a:xfrm>
            <a:off x="628376" y="6608890"/>
            <a:ext cx="12162855" cy="371148"/>
          </a:xfrm>
          <a:prstGeom prst="rect">
            <a:avLst/>
          </a:prstGeom>
        </p:spPr>
        <p:txBody>
          <a:bodyPr vert="horz" lIns="0" tIns="0" rIns="0" bIns="0" rtlCol="0">
            <a:noAutofit/>
          </a:bodyPr>
          <a:lstStyle>
            <a:lvl1pPr marL="0" indent="0" algn="l" defTabSz="1007943" rtl="0" eaLnBrk="1" latinLnBrk="0" hangingPunct="1">
              <a:lnSpc>
                <a:spcPct val="100000"/>
              </a:lnSpc>
              <a:spcBef>
                <a:spcPts val="600"/>
              </a:spcBef>
              <a:buFont typeface="Arial" panose="020B0604020202020204" pitchFamily="34" charset="0"/>
              <a:buNone/>
              <a:defRPr sz="1800" b="1" i="0" kern="1200">
                <a:solidFill>
                  <a:schemeClr val="bg2"/>
                </a:solidFill>
                <a:latin typeface="Gotham Office" panose="02000000000000000000" pitchFamily="2" charset="0"/>
                <a:ea typeface="+mn-ea"/>
                <a:cs typeface="+mn-cs"/>
              </a:defRPr>
            </a:lvl1pPr>
            <a:lvl2pPr marL="0" indent="0" algn="l" defTabSz="1007943" rtl="0" eaLnBrk="1" latinLnBrk="0" hangingPunct="1">
              <a:lnSpc>
                <a:spcPct val="100000"/>
              </a:lnSpc>
              <a:spcBef>
                <a:spcPts val="600"/>
              </a:spcBef>
              <a:buFontTx/>
              <a:buNone/>
              <a:defRPr sz="1800" b="1" i="0" kern="1200">
                <a:solidFill>
                  <a:schemeClr val="bg2"/>
                </a:solidFill>
                <a:latin typeface="Gotham Office" panose="02000000000000000000" pitchFamily="2" charset="0"/>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800" b="1" i="0" kern="1200">
                <a:solidFill>
                  <a:schemeClr val="bg2"/>
                </a:solidFill>
                <a:latin typeface="Gotham Office" panose="02000000000000000000" pitchFamily="2" charset="0"/>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800" b="1" i="0" kern="1200">
                <a:solidFill>
                  <a:schemeClr val="bg2"/>
                </a:solidFill>
                <a:latin typeface="Gotham Office" panose="02000000000000000000" pitchFamily="2" charset="0"/>
                <a:ea typeface="+mn-ea"/>
                <a:cs typeface="+mn-cs"/>
              </a:defRPr>
            </a:lvl4pPr>
            <a:lvl5pPr marL="360000" indent="0" algn="l" defTabSz="1007943" rtl="0" eaLnBrk="1" latinLnBrk="0" hangingPunct="1">
              <a:lnSpc>
                <a:spcPct val="100000"/>
              </a:lnSpc>
              <a:spcBef>
                <a:spcPts val="600"/>
              </a:spcBef>
              <a:buFontTx/>
              <a:buNone/>
              <a:defRPr sz="1800" b="1" i="0" kern="1200">
                <a:solidFill>
                  <a:schemeClr val="bg2"/>
                </a:solidFill>
                <a:latin typeface="Gotham Office" panose="02000000000000000000" pitchFamily="2" charset="0"/>
                <a:ea typeface="+mn-ea"/>
                <a:cs typeface="+mn-cs"/>
              </a:defRPr>
            </a:lvl5pPr>
            <a:lvl6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6pPr>
            <a:lvl7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7pPr>
            <a:lvl8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8pPr>
            <a:lvl9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9pPr>
          </a:lstStyle>
          <a:p>
            <a:r>
              <a:rPr lang="en-US" dirty="0"/>
              <a:t>Emerging markets are particularly keen to implement a de-dollarization policy</a:t>
            </a:r>
            <a:endParaRPr lang="fr-FR" dirty="0"/>
          </a:p>
        </p:txBody>
      </p:sp>
      <p:sp>
        <p:nvSpPr>
          <p:cNvPr id="5" name="Inhaltsplatzhalter 10">
            <a:extLst>
              <a:ext uri="{FF2B5EF4-FFF2-40B4-BE49-F238E27FC236}">
                <a16:creationId xmlns:a16="http://schemas.microsoft.com/office/drawing/2014/main" id="{189D777D-2171-C148-880B-9328479A5206}"/>
              </a:ext>
            </a:extLst>
          </p:cNvPr>
          <p:cNvSpPr txBox="1">
            <a:spLocks/>
          </p:cNvSpPr>
          <p:nvPr/>
        </p:nvSpPr>
        <p:spPr bwMode="gray">
          <a:xfrm>
            <a:off x="3378862" y="1260804"/>
            <a:ext cx="6912239" cy="37114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CENTRAL BANK GOLD RESERVES OVER 25 YEARS</a:t>
            </a:r>
            <a:endParaRPr lang="en-US" sz="1400" dirty="0">
              <a:solidFill>
                <a:schemeClr val="tx2"/>
              </a:solidFill>
              <a:latin typeface="Gotham Office" panose="02000000000000000000" pitchFamily="2" charset="0"/>
            </a:endParaRPr>
          </a:p>
        </p:txBody>
      </p:sp>
      <p:cxnSp>
        <p:nvCxnSpPr>
          <p:cNvPr id="7" name="Connecteur droit 21">
            <a:extLst>
              <a:ext uri="{FF2B5EF4-FFF2-40B4-BE49-F238E27FC236}">
                <a16:creationId xmlns:a16="http://schemas.microsoft.com/office/drawing/2014/main" id="{1CBA60AE-64FD-301A-FCE3-73D34A94EBB7}"/>
              </a:ext>
            </a:extLst>
          </p:cNvPr>
          <p:cNvCxnSpPr>
            <a:cxnSpLocks/>
          </p:cNvCxnSpPr>
          <p:nvPr/>
        </p:nvCxnSpPr>
        <p:spPr>
          <a:xfrm flipV="1">
            <a:off x="3231573" y="1631950"/>
            <a:ext cx="7398327" cy="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2B22DB1-79D6-4D54-A652-EFBDD6E43B62}"/>
              </a:ext>
            </a:extLst>
          </p:cNvPr>
          <p:cNvSpPr/>
          <p:nvPr/>
        </p:nvSpPr>
        <p:spPr>
          <a:xfrm>
            <a:off x="2662177" y="7133814"/>
            <a:ext cx="9630136" cy="115416"/>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Macrobond</a:t>
            </a:r>
            <a:r>
              <a:rPr lang="fr-FR" sz="750" b="1" dirty="0">
                <a:solidFill>
                  <a:schemeClr val="tx1">
                    <a:lumMod val="75000"/>
                    <a:lumOff val="25000"/>
                  </a:schemeClr>
                </a:solidFill>
                <a:latin typeface="Gotham Narrow Office" panose="02000000000000000000" pitchFamily="2" charset="0"/>
              </a:rPr>
              <a:t>, data as of 28/11/2025. </a:t>
            </a:r>
            <a:r>
              <a:rPr lang="en-US" sz="750" b="1" dirty="0">
                <a:solidFill>
                  <a:schemeClr val="tx1">
                    <a:lumMod val="75000"/>
                    <a:lumOff val="25000"/>
                  </a:schemeClr>
                </a:solidFill>
                <a:latin typeface="Gotham Narrow Office" panose="02000000000000000000" pitchFamily="2" charset="0"/>
              </a:rPr>
              <a:t>The figures relate to the past years and do not prejudge future results</a:t>
            </a:r>
            <a:endParaRPr lang="en-GB" sz="750" b="1" dirty="0">
              <a:solidFill>
                <a:schemeClr val="tx1">
                  <a:lumMod val="75000"/>
                  <a:lumOff val="25000"/>
                </a:schemeClr>
              </a:solidFill>
              <a:latin typeface="Gotham Narrow Office" panose="02000000000000000000" pitchFamily="2" charset="0"/>
            </a:endParaRPr>
          </a:p>
        </p:txBody>
      </p:sp>
      <p:pic>
        <p:nvPicPr>
          <p:cNvPr id="8" name="Picture 2">
            <a:extLst>
              <a:ext uri="{FF2B5EF4-FFF2-40B4-BE49-F238E27FC236}">
                <a16:creationId xmlns:a16="http://schemas.microsoft.com/office/drawing/2014/main" id="{38B7494B-B607-2699-440F-07961D3EEAE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340" b="7491"/>
          <a:stretch>
            <a:fillRect/>
          </a:stretch>
        </p:blipFill>
        <p:spPr bwMode="auto">
          <a:xfrm>
            <a:off x="3378862" y="1771650"/>
            <a:ext cx="7378362" cy="4683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7963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DAB7869-09AE-F13B-FD99-E8111342C503}"/>
              </a:ext>
            </a:extLst>
          </p:cNvPr>
          <p:cNvSpPr>
            <a:spLocks noGrp="1"/>
          </p:cNvSpPr>
          <p:nvPr>
            <p:ph type="sldNum" sz="quarter" idx="12"/>
          </p:nvPr>
        </p:nvSpPr>
        <p:spPr/>
        <p:txBody>
          <a:bodyPr/>
          <a:lstStyle/>
          <a:p>
            <a:fld id="{E4361461-078F-48AF-88AE-4D21A9B65272}" type="slidenum">
              <a:rPr lang="fr-FR" smtClean="0"/>
              <a:pPr/>
              <a:t>12</a:t>
            </a:fld>
            <a:endParaRPr lang="fr-FR" dirty="0"/>
          </a:p>
        </p:txBody>
      </p:sp>
      <p:sp>
        <p:nvSpPr>
          <p:cNvPr id="3" name="Titre 2">
            <a:extLst>
              <a:ext uri="{FF2B5EF4-FFF2-40B4-BE49-F238E27FC236}">
                <a16:creationId xmlns:a16="http://schemas.microsoft.com/office/drawing/2014/main" id="{C9FCBBBC-38A6-B758-E701-0A76B40AF55D}"/>
              </a:ext>
            </a:extLst>
          </p:cNvPr>
          <p:cNvSpPr>
            <a:spLocks noGrp="1"/>
          </p:cNvSpPr>
          <p:nvPr>
            <p:ph type="title"/>
          </p:nvPr>
        </p:nvSpPr>
        <p:spPr/>
        <p:txBody>
          <a:bodyPr/>
          <a:lstStyle/>
          <a:p>
            <a:r>
              <a:rPr lang="fr-FR" dirty="0"/>
              <a:t>Investment conclusions</a:t>
            </a:r>
          </a:p>
        </p:txBody>
      </p:sp>
      <p:sp>
        <p:nvSpPr>
          <p:cNvPr id="5" name="ZoneTexte 4">
            <a:extLst>
              <a:ext uri="{FF2B5EF4-FFF2-40B4-BE49-F238E27FC236}">
                <a16:creationId xmlns:a16="http://schemas.microsoft.com/office/drawing/2014/main" id="{54A331AE-177B-5E9E-B428-2EE65197838F}"/>
              </a:ext>
            </a:extLst>
          </p:cNvPr>
          <p:cNvSpPr txBox="1"/>
          <p:nvPr/>
        </p:nvSpPr>
        <p:spPr>
          <a:xfrm>
            <a:off x="615280" y="1454413"/>
            <a:ext cx="12175951" cy="5447645"/>
          </a:xfrm>
          <a:prstGeom prst="rect">
            <a:avLst/>
          </a:prstGeom>
          <a:noFill/>
        </p:spPr>
        <p:txBody>
          <a:bodyPr wrap="square">
            <a:spAutoFit/>
          </a:bodyPr>
          <a:lstStyle/>
          <a:p>
            <a:pPr>
              <a:spcAft>
                <a:spcPts val="600"/>
              </a:spcAft>
            </a:pPr>
            <a:r>
              <a:rPr lang="en-US" sz="1600" b="1" dirty="0">
                <a:solidFill>
                  <a:schemeClr val="bg2"/>
                </a:solidFill>
              </a:rPr>
              <a:t>KEY TAKEAWAYS</a:t>
            </a:r>
          </a:p>
          <a:p>
            <a:pPr marL="285750" indent="-285750">
              <a:spcAft>
                <a:spcPts val="1200"/>
              </a:spcAft>
              <a:buFont typeface="Wingdings" panose="05000000000000000000" pitchFamily="2" charset="2"/>
              <a:buChar char="§"/>
            </a:pPr>
            <a:r>
              <a:rPr lang="en-US" sz="1600" b="1" dirty="0"/>
              <a:t>Excessive valuations</a:t>
            </a:r>
          </a:p>
          <a:p>
            <a:pPr marL="285750" indent="-285750">
              <a:buFont typeface="Wingdings" panose="05000000000000000000" pitchFamily="2" charset="2"/>
              <a:buChar char="§"/>
            </a:pPr>
            <a:r>
              <a:rPr lang="en-US" sz="1600" dirty="0"/>
              <a:t>Some </a:t>
            </a:r>
            <a:r>
              <a:rPr lang="en-US" sz="1600" b="1" dirty="0"/>
              <a:t>cracks in the market </a:t>
            </a:r>
            <a:r>
              <a:rPr lang="en-US" sz="1600" dirty="0"/>
              <a:t>(Crypto Assets, US Private Assets)</a:t>
            </a:r>
          </a:p>
          <a:p>
            <a:pPr marL="539750" indent="-269875">
              <a:spcAft>
                <a:spcPts val="1200"/>
              </a:spcAft>
              <a:buFont typeface="Wingdings" panose="05000000000000000000" pitchFamily="2" charset="2"/>
              <a:buChar char="Ä"/>
            </a:pPr>
            <a:r>
              <a:rPr lang="en-US" sz="1600" b="1" i="1" dirty="0"/>
              <a:t>Don’t be too aggressive!</a:t>
            </a:r>
          </a:p>
          <a:p>
            <a:pPr marL="285750" indent="-285750">
              <a:buFont typeface="Wingdings" panose="05000000000000000000" pitchFamily="2" charset="2"/>
              <a:buChar char="§"/>
            </a:pPr>
            <a:r>
              <a:rPr lang="en-US" sz="1600" dirty="0"/>
              <a:t>We are in the </a:t>
            </a:r>
            <a:r>
              <a:rPr lang="en-US" sz="1600" b="1" dirty="0"/>
              <a:t>middle of the AI Bubble</a:t>
            </a:r>
            <a:r>
              <a:rPr lang="en-US" sz="1600" dirty="0"/>
              <a:t>… but earnings are broadening</a:t>
            </a:r>
          </a:p>
          <a:p>
            <a:endParaRPr lang="en-US" sz="1600" i="1" dirty="0"/>
          </a:p>
          <a:p>
            <a:endParaRPr lang="en-US" sz="1600" i="1" dirty="0"/>
          </a:p>
          <a:p>
            <a:pPr>
              <a:spcAft>
                <a:spcPts val="600"/>
              </a:spcAft>
            </a:pPr>
            <a:r>
              <a:rPr lang="en-US" sz="1600" b="1" dirty="0">
                <a:solidFill>
                  <a:schemeClr val="bg2"/>
                </a:solidFill>
              </a:rPr>
              <a:t>OUR CONVICTIONS</a:t>
            </a:r>
          </a:p>
          <a:p>
            <a:pPr marL="285750" indent="-285750">
              <a:spcAft>
                <a:spcPts val="600"/>
              </a:spcAft>
              <a:buFont typeface="Wingdings" panose="05000000000000000000" pitchFamily="2" charset="2"/>
              <a:buChar char="§"/>
            </a:pPr>
            <a:r>
              <a:rPr lang="en-US" sz="1600" b="1" dirty="0"/>
              <a:t>Equities:</a:t>
            </a:r>
          </a:p>
          <a:p>
            <a:pPr marL="742950" lvl="1" indent="-285750">
              <a:spcAft>
                <a:spcPts val="600"/>
              </a:spcAft>
              <a:buFont typeface="Wingdings" panose="05000000000000000000" pitchFamily="2" charset="2"/>
              <a:buChar char=""/>
            </a:pPr>
            <a:r>
              <a:rPr lang="en-US" sz="1400" dirty="0"/>
              <a:t>Overweight the </a:t>
            </a:r>
            <a:r>
              <a:rPr lang="en-US" sz="1400" b="1" dirty="0"/>
              <a:t>Big Data</a:t>
            </a:r>
            <a:r>
              <a:rPr lang="en-US" sz="1400" dirty="0"/>
              <a:t>, the </a:t>
            </a:r>
            <a:r>
              <a:rPr lang="en-US" sz="1400" b="1" dirty="0"/>
              <a:t>Resilience themes </a:t>
            </a:r>
            <a:r>
              <a:rPr lang="en-US" sz="1400" dirty="0"/>
              <a:t>and </a:t>
            </a:r>
            <a:r>
              <a:rPr lang="en-US" sz="1400" b="1" dirty="0"/>
              <a:t>European Small Caps</a:t>
            </a:r>
          </a:p>
          <a:p>
            <a:pPr marL="742950" lvl="1" indent="-285750">
              <a:buFont typeface="Wingdings" panose="05000000000000000000" pitchFamily="2" charset="2"/>
              <a:buChar char=""/>
            </a:pPr>
            <a:r>
              <a:rPr lang="en-US" sz="1400" b="1" dirty="0"/>
              <a:t>Gold rally </a:t>
            </a:r>
            <a:r>
              <a:rPr lang="en-US" sz="1400" dirty="0"/>
              <a:t>might not be over</a:t>
            </a:r>
          </a:p>
          <a:p>
            <a:pPr marL="987425" indent="-269875">
              <a:spcAft>
                <a:spcPts val="600"/>
              </a:spcAft>
              <a:buFont typeface="Wingdings" panose="05000000000000000000" pitchFamily="2" charset="2"/>
              <a:buChar char="Ä"/>
            </a:pPr>
            <a:r>
              <a:rPr lang="en-US" sz="1400" dirty="0"/>
              <a:t>Keep gold miners</a:t>
            </a:r>
          </a:p>
          <a:p>
            <a:pPr marL="742950" lvl="1" indent="-285750">
              <a:buFont typeface="Wingdings" panose="05000000000000000000" pitchFamily="2" charset="2"/>
              <a:buChar char=""/>
            </a:pPr>
            <a:r>
              <a:rPr lang="en-US" sz="1400" dirty="0"/>
              <a:t>Build positions on </a:t>
            </a:r>
            <a:r>
              <a:rPr lang="en-US" sz="1400" b="1" dirty="0"/>
              <a:t>anti-momentum assets with sound fundamentals </a:t>
            </a:r>
            <a:r>
              <a:rPr lang="en-US" sz="1400" dirty="0"/>
              <a:t>(US Value and Healthcare)</a:t>
            </a:r>
          </a:p>
          <a:p>
            <a:endParaRPr lang="en-US" sz="1600" dirty="0"/>
          </a:p>
          <a:p>
            <a:pPr marL="285750" indent="-285750">
              <a:spcAft>
                <a:spcPts val="600"/>
              </a:spcAft>
              <a:buFont typeface="Wingdings" panose="05000000000000000000" pitchFamily="2" charset="2"/>
              <a:buChar char="§"/>
            </a:pPr>
            <a:r>
              <a:rPr lang="en-US" sz="1600" b="1" dirty="0"/>
              <a:t>Fixed Income:</a:t>
            </a:r>
          </a:p>
          <a:p>
            <a:pPr marL="742950" indent="-473075"/>
            <a:r>
              <a:rPr lang="en-US" sz="1400" dirty="0"/>
              <a:t>Favor:</a:t>
            </a:r>
          </a:p>
          <a:p>
            <a:pPr marL="742950" lvl="1" indent="-285750">
              <a:spcAft>
                <a:spcPts val="600"/>
              </a:spcAft>
              <a:buFont typeface="Wingdings" panose="05000000000000000000" pitchFamily="2" charset="2"/>
              <a:buChar char=""/>
            </a:pPr>
            <a:r>
              <a:rPr lang="en-US" sz="1400" b="1" dirty="0"/>
              <a:t>Emerging Market Debts</a:t>
            </a:r>
          </a:p>
          <a:p>
            <a:pPr marL="742950" lvl="1" indent="-285750">
              <a:spcAft>
                <a:spcPts val="600"/>
              </a:spcAft>
              <a:buFont typeface="Wingdings" panose="05000000000000000000" pitchFamily="2" charset="2"/>
              <a:buChar char=""/>
            </a:pPr>
            <a:r>
              <a:rPr lang="en-US" sz="1400" b="1" dirty="0"/>
              <a:t>Hybrids</a:t>
            </a:r>
            <a:r>
              <a:rPr lang="en-US" sz="1400" dirty="0"/>
              <a:t> (both Financials &amp; Corporates)</a:t>
            </a:r>
          </a:p>
          <a:p>
            <a:pPr marL="742950" lvl="1" indent="-285750">
              <a:buFont typeface="Wingdings" panose="05000000000000000000" pitchFamily="2" charset="2"/>
              <a:buChar char=""/>
            </a:pPr>
            <a:r>
              <a:rPr lang="en-US" sz="1400" dirty="0"/>
              <a:t>And </a:t>
            </a:r>
            <a:r>
              <a:rPr lang="en-US" sz="1400" b="1" dirty="0"/>
              <a:t>Carry</a:t>
            </a:r>
            <a:r>
              <a:rPr lang="en-US" sz="1400" dirty="0"/>
              <a:t> strategies</a:t>
            </a:r>
          </a:p>
        </p:txBody>
      </p:sp>
    </p:spTree>
    <p:extLst>
      <p:ext uri="{BB962C8B-B14F-4D97-AF65-F5344CB8AC3E}">
        <p14:creationId xmlns:p14="http://schemas.microsoft.com/office/powerpoint/2010/main" val="445636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44A0DF5-0947-8699-A7EC-098546A9B6F3}"/>
              </a:ext>
            </a:extLst>
          </p:cNvPr>
          <p:cNvSpPr>
            <a:spLocks noGrp="1"/>
          </p:cNvSpPr>
          <p:nvPr>
            <p:ph type="sldNum" sz="quarter" idx="12"/>
          </p:nvPr>
        </p:nvSpPr>
        <p:spPr/>
        <p:txBody>
          <a:bodyPr/>
          <a:lstStyle/>
          <a:p>
            <a:fld id="{E4361461-078F-48AF-88AE-4D21A9B65272}" type="slidenum">
              <a:rPr lang="en-GB" smtClean="0"/>
              <a:t>13</a:t>
            </a:fld>
            <a:endParaRPr lang="en-GB" dirty="0"/>
          </a:p>
        </p:txBody>
      </p:sp>
      <p:sp>
        <p:nvSpPr>
          <p:cNvPr id="4" name="Title 3">
            <a:extLst>
              <a:ext uri="{FF2B5EF4-FFF2-40B4-BE49-F238E27FC236}">
                <a16:creationId xmlns:a16="http://schemas.microsoft.com/office/drawing/2014/main" id="{94E4188C-08BD-AA0A-22F2-77D5B2038262}"/>
              </a:ext>
            </a:extLst>
          </p:cNvPr>
          <p:cNvSpPr>
            <a:spLocks noGrp="1"/>
          </p:cNvSpPr>
          <p:nvPr>
            <p:ph type="title"/>
          </p:nvPr>
        </p:nvSpPr>
        <p:spPr/>
        <p:txBody>
          <a:bodyPr/>
          <a:lstStyle/>
          <a:p>
            <a:r>
              <a:rPr lang="en-GB" dirty="0"/>
              <a:t>DISCLAIMER</a:t>
            </a:r>
          </a:p>
        </p:txBody>
      </p:sp>
      <p:sp>
        <p:nvSpPr>
          <p:cNvPr id="8" name="Espace réservé du texte 2"/>
          <p:cNvSpPr txBox="1">
            <a:spLocks/>
          </p:cNvSpPr>
          <p:nvPr>
            <p:custDataLst>
              <p:tags r:id="rId1"/>
            </p:custDataLst>
          </p:nvPr>
        </p:nvSpPr>
        <p:spPr bwMode="gray">
          <a:xfrm>
            <a:off x="619299" y="1125383"/>
            <a:ext cx="12171932" cy="5308913"/>
          </a:xfrm>
          <a:prstGeom prst="rect">
            <a:avLst/>
          </a:prstGeom>
        </p:spPr>
        <p:txBody>
          <a:bodyPr vert="horz" lIns="0" tIns="0" rIns="0" bIns="0" rtlCol="0">
            <a:noAutofit/>
          </a:bodyPr>
          <a:lstStyle>
            <a:lvl1pPr marL="270000" indent="-270000" algn="l" defTabSz="839641" rtl="0" eaLnBrk="1" latinLnBrk="0" hangingPunct="1">
              <a:lnSpc>
                <a:spcPct val="110000"/>
              </a:lnSpc>
              <a:spcBef>
                <a:spcPts val="0"/>
              </a:spcBef>
              <a:spcAft>
                <a:spcPts val="1000"/>
              </a:spcAft>
              <a:buClr>
                <a:schemeClr val="tx2"/>
              </a:buClr>
              <a:buSzPct val="80000"/>
              <a:buFontTx/>
              <a:buBlip>
                <a:blip r:embed="rId3"/>
              </a:buBlip>
              <a:defRPr lang="fr-FR" sz="1800" kern="1200" dirty="0" smtClean="0">
                <a:solidFill>
                  <a:schemeClr val="bg2"/>
                </a:solidFill>
                <a:latin typeface="+mn-lt"/>
                <a:ea typeface="+mn-ea"/>
                <a:cs typeface="+mn-cs"/>
              </a:defRPr>
            </a:lvl1pPr>
            <a:lvl2pPr marL="720000" indent="-270000" algn="l" defTabSz="839641" rtl="0" eaLnBrk="1" latinLnBrk="0" hangingPunct="1">
              <a:lnSpc>
                <a:spcPct val="110000"/>
              </a:lnSpc>
              <a:spcBef>
                <a:spcPts val="0"/>
              </a:spcBef>
              <a:spcAft>
                <a:spcPts val="1000"/>
              </a:spcAft>
              <a:buClr>
                <a:schemeClr val="bg2">
                  <a:lumMod val="50000"/>
                </a:schemeClr>
              </a:buClr>
              <a:buFont typeface="Gotham Office" panose="02000000000000000000" pitchFamily="2" charset="0"/>
              <a:buChar char="›"/>
              <a:defRPr lang="fr-FR" sz="1600" kern="1200" noProof="0" dirty="0" smtClean="0">
                <a:solidFill>
                  <a:schemeClr val="bg2"/>
                </a:solidFill>
                <a:latin typeface="+mn-lt"/>
                <a:ea typeface="+mn-ea"/>
                <a:cs typeface="+mn-cs"/>
              </a:defRPr>
            </a:lvl2pPr>
            <a:lvl3pPr marL="1080000" indent="-270000" algn="l" defTabSz="839641" rtl="0" eaLnBrk="1" latinLnBrk="0" hangingPunct="1">
              <a:lnSpc>
                <a:spcPct val="110000"/>
              </a:lnSpc>
              <a:spcBef>
                <a:spcPts val="0"/>
              </a:spcBef>
              <a:spcAft>
                <a:spcPts val="1000"/>
              </a:spcAft>
              <a:buClr>
                <a:schemeClr val="bg2">
                  <a:lumMod val="50000"/>
                </a:schemeClr>
              </a:buClr>
              <a:buFont typeface="Gotham Office" panose="02000000000000000000" pitchFamily="2" charset="0"/>
              <a:buChar char="•"/>
              <a:defRPr lang="fr-FR" sz="1400" kern="1200" noProof="0" dirty="0" smtClean="0">
                <a:solidFill>
                  <a:schemeClr val="bg2"/>
                </a:solidFill>
                <a:latin typeface="+mn-lt"/>
                <a:ea typeface="+mn-ea"/>
                <a:cs typeface="+mn-cs"/>
              </a:defRPr>
            </a:lvl3pPr>
            <a:lvl4pPr marL="1341450" indent="-270000" algn="l" defTabSz="839641" rtl="0" eaLnBrk="1" latinLnBrk="0" hangingPunct="1">
              <a:lnSpc>
                <a:spcPct val="110000"/>
              </a:lnSpc>
              <a:spcBef>
                <a:spcPts val="0"/>
              </a:spcBef>
              <a:spcAft>
                <a:spcPts val="1000"/>
              </a:spcAft>
              <a:buClr>
                <a:schemeClr val="bg2">
                  <a:lumMod val="50000"/>
                </a:schemeClr>
              </a:buClr>
              <a:buFont typeface="Gotham Office" panose="02000000000000000000" pitchFamily="2" charset="0"/>
              <a:buChar char="•"/>
              <a:defRPr lang="fr-FR" sz="1200" kern="1200" noProof="0" dirty="0" smtClean="0">
                <a:solidFill>
                  <a:schemeClr val="bg2"/>
                </a:solidFill>
                <a:latin typeface="+mn-lt"/>
                <a:ea typeface="+mn-ea"/>
                <a:cs typeface="+mn-cs"/>
              </a:defRPr>
            </a:lvl4pPr>
            <a:lvl5pPr marL="1800000" indent="-270000" algn="l" defTabSz="839641" rtl="0" eaLnBrk="1" latinLnBrk="0" hangingPunct="1">
              <a:lnSpc>
                <a:spcPct val="110000"/>
              </a:lnSpc>
              <a:spcBef>
                <a:spcPts val="0"/>
              </a:spcBef>
              <a:spcAft>
                <a:spcPts val="1000"/>
              </a:spcAft>
              <a:buClr>
                <a:schemeClr val="bg2">
                  <a:lumMod val="50000"/>
                </a:schemeClr>
              </a:buClr>
              <a:buFont typeface="Gotham Office" panose="02000000000000000000" pitchFamily="2" charset="0"/>
              <a:buChar char="•"/>
              <a:defRPr lang="fr-FR" sz="1000" kern="1200" dirty="0">
                <a:solidFill>
                  <a:schemeClr val="bg2"/>
                </a:solidFill>
                <a:latin typeface="+mn-lt"/>
                <a:ea typeface="+mn-ea"/>
                <a:cs typeface="+mn-cs"/>
              </a:defRPr>
            </a:lvl5pPr>
            <a:lvl6pPr marL="2309011" indent="-209910" algn="l" defTabSz="83964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728831" indent="-209910" algn="l" defTabSz="83964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148652" indent="-209910" algn="l" defTabSz="83964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568472" indent="-209910" algn="l" defTabSz="83964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600"/>
              </a:spcAft>
              <a:buClr>
                <a:srgbClr val="6886D6"/>
              </a:buClr>
              <a:buNone/>
              <a:defRPr/>
            </a:pPr>
            <a:r>
              <a:rPr lang="en-US" sz="800" dirty="0">
                <a:solidFill>
                  <a:schemeClr val="tx1"/>
                </a:solidFill>
                <a:latin typeface="Gotham Narrow Office" panose="02000000000000000000" pitchFamily="2" charset="0"/>
              </a:rPr>
              <a:t>January 2026.</a:t>
            </a:r>
          </a:p>
          <a:p>
            <a:pPr marL="0" indent="0" algn="just">
              <a:spcAft>
                <a:spcPts val="600"/>
              </a:spcAft>
              <a:buClr>
                <a:srgbClr val="6886D6"/>
              </a:buClr>
              <a:buNone/>
              <a:defRPr/>
            </a:pPr>
            <a:endParaRPr lang="en-US" sz="800" dirty="0">
              <a:solidFill>
                <a:schemeClr val="tx1"/>
              </a:solidFill>
              <a:latin typeface="Gotham Narrow Office" panose="02000000000000000000" pitchFamily="2" charset="0"/>
            </a:endParaRP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This document has no contractual value, it is designed exclusively for information purposes. Any reproduction or use of all or part of its content is strictly prohibited without the </a:t>
            </a:r>
            <a:r>
              <a:rPr lang="en-US" sz="800" dirty="0" err="1">
                <a:solidFill>
                  <a:schemeClr val="tx1"/>
                </a:solidFill>
                <a:latin typeface="Gotham Narrow Office" panose="02000000000000000000" pitchFamily="2" charset="0"/>
              </a:rPr>
              <a:t>authorisation</a:t>
            </a:r>
            <a:r>
              <a:rPr lang="en-US" sz="800" dirty="0">
                <a:solidFill>
                  <a:schemeClr val="tx1"/>
                </a:solidFill>
                <a:latin typeface="Gotham Narrow Office" panose="02000000000000000000" pitchFamily="2" charset="0"/>
              </a:rPr>
              <a:t> of the Edmond de Rothschild Group. </a:t>
            </a: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The information contained herein should not be construed as an offer or solicitation of a transaction in any jurisdiction in which such offer or solicitation would be unlawful or in which the person making the offer or solicitation is not authorized to act. This document does not constitute and should not be construed as investment advice, tax or legal advice, or a recommendation to buy, sell or continue to hold any investment. The Edmond de Rothschild Group cannot be held liable for any investment or divestment decision taken on the basis of the information contained in this document.</a:t>
            </a: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This document has not been reviewed or approved by any regulator in any jurisdiction. The regulations concerning the marketing method of a UCI vary from country to country. The UCIs presented may not be authorized for sale in your country of residence. If you have the slightest doubt about your ability to subscribe to this mutual fund, we invite you to contact your usual advisor.</a:t>
            </a: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This document is not intended for citizens or residents of the United States of America or "U.S. Persons" as that term is defined in Regulation S of the U.S. Securities Act of 1933. No bullion product shown herein is permitted for sale under the Securities Act of 1933 or any other applicable U.S. regulations. Therefore, no investment product may be offered or sold, directly or indirectly, in the United States of America to residents and citizens of the United States of America and to U.S. Persons.</a:t>
            </a: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The figures, comments, projections and other elements contained in this presentation reflect the Edmond de Rothschild Group's feelings on the markets, their evolution and their regulations, taking into account its expertise, the economic context and the information available to date. They may no longer be relevant on the day the investor becomes aware of them. Consequently, the Edmond de Rothschild Group cannot be held responsible for the quality or accuracy of the economic information and data obtained from third parties.</a:t>
            </a: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Any investment involves specific risks. It is therefore recommended that investors ensure that any investment is appropriate to their personal situation by using independent advice if necessary. In addition, they must read the Key Information Document (KID) and/or any other document required by local regulations, provided before any subscription and available in French and English on the website www.edmond-de-rothschild.com "Fund Center" tab or free of charge on request.</a:t>
            </a: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Past performance and volatility are not indicative of future performance and volatility and are not constant over time. In particular, they may be independently affected by changes in exchange rates. The performance data does not take into account the commissions and fees received when the units or shares of the UCI are issued and redeemed.</a:t>
            </a: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"Edmond de Rothschild Asset Management" or "</a:t>
            </a:r>
            <a:r>
              <a:rPr lang="en-US" sz="800" dirty="0" err="1">
                <a:solidFill>
                  <a:schemeClr val="tx1"/>
                </a:solidFill>
                <a:latin typeface="Gotham Narrow Office" panose="02000000000000000000" pitchFamily="2" charset="0"/>
              </a:rPr>
              <a:t>EdRAM</a:t>
            </a:r>
            <a:r>
              <a:rPr lang="en-US" sz="800" dirty="0">
                <a:solidFill>
                  <a:schemeClr val="tx1"/>
                </a:solidFill>
                <a:latin typeface="Gotham Narrow Office" panose="02000000000000000000" pitchFamily="2" charset="0"/>
              </a:rPr>
              <a:t>" is the trading name of the asset management entities (including subsidiaries and affiliated entities) of the Edmond de Rothschild Group. This name also refers to the Asset Management division of the Edmond de Rothschild Group</a:t>
            </a: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Source of information: Unless otherwise indicated, the sources used in this document are those of the Edmond de Rothschild Group.</a:t>
            </a: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This document is issued by Edmond de Rothschild Asset Management (France). You can obtain a summary of investor rights in English and French at the following link: </a:t>
            </a:r>
            <a:r>
              <a:rPr lang="en-US" sz="800" dirty="0">
                <a:solidFill>
                  <a:schemeClr val="tx1"/>
                </a:solidFill>
                <a:latin typeface="Gotham Narrow Office" panose="02000000000000000000" pitchFamily="2" charset="0"/>
                <a:hlinkClick r:id="rId4"/>
              </a:rPr>
              <a:t>https://www.edmond-de-rothschild.com/media/no2ncu1s/edram-luxembourg-en-investors-rights.pdf</a:t>
            </a:r>
            <a:r>
              <a:rPr lang="en-US" sz="800" dirty="0">
                <a:solidFill>
                  <a:schemeClr val="tx1"/>
                </a:solidFill>
                <a:latin typeface="Gotham Narrow Office" panose="02000000000000000000" pitchFamily="2" charset="0"/>
              </a:rPr>
              <a:t>.</a:t>
            </a:r>
          </a:p>
          <a:p>
            <a:pPr marL="0" indent="0" algn="just">
              <a:spcAft>
                <a:spcPts val="600"/>
              </a:spcAft>
              <a:buClr>
                <a:srgbClr val="6886D6"/>
              </a:buClr>
              <a:buNone/>
              <a:defRPr/>
            </a:pPr>
            <a:endParaRPr lang="en-US" sz="800" dirty="0">
              <a:solidFill>
                <a:schemeClr val="tx1"/>
              </a:solidFill>
              <a:latin typeface="Gotham Narrow Office" panose="02000000000000000000" pitchFamily="2" charset="0"/>
            </a:endParaRPr>
          </a:p>
          <a:p>
            <a:pPr marL="0" indent="0" algn="just">
              <a:spcAft>
                <a:spcPts val="600"/>
              </a:spcAft>
              <a:buClr>
                <a:srgbClr val="6886D6"/>
              </a:buClr>
              <a:buNone/>
              <a:defRPr/>
            </a:pPr>
            <a:endParaRPr lang="en-US" sz="800" dirty="0">
              <a:solidFill>
                <a:schemeClr val="tx1"/>
              </a:solidFill>
              <a:latin typeface="Gotham Narrow Office" panose="02000000000000000000" pitchFamily="2" charset="0"/>
            </a:endParaRPr>
          </a:p>
          <a:p>
            <a:pPr marL="0" indent="0" algn="just">
              <a:spcAft>
                <a:spcPts val="600"/>
              </a:spcAft>
              <a:buClr>
                <a:srgbClr val="6886D6"/>
              </a:buClr>
              <a:buNone/>
              <a:defRPr/>
            </a:pPr>
            <a:r>
              <a:rPr lang="en-US" sz="800" dirty="0">
                <a:solidFill>
                  <a:schemeClr val="tx1"/>
                </a:solidFill>
                <a:latin typeface="Gotham Narrow Office" panose="02000000000000000000" pitchFamily="2" charset="0"/>
              </a:rPr>
              <a:t>© Copyright Edmond de Rothschild. All rights reserved.</a:t>
            </a:r>
          </a:p>
          <a:p>
            <a:pPr marL="0" indent="0" algn="just">
              <a:spcAft>
                <a:spcPts val="600"/>
              </a:spcAft>
              <a:buClr>
                <a:srgbClr val="6886D6"/>
              </a:buClr>
              <a:buNone/>
              <a:defRPr/>
            </a:pPr>
            <a:endParaRPr lang="en-US" sz="800" dirty="0">
              <a:solidFill>
                <a:schemeClr val="tx1"/>
              </a:solidFill>
              <a:latin typeface="Gotham Narrow Office" panose="02000000000000000000" pitchFamily="2" charset="0"/>
            </a:endParaRPr>
          </a:p>
        </p:txBody>
      </p:sp>
      <p:sp>
        <p:nvSpPr>
          <p:cNvPr id="2" name="ZoneTexte 1">
            <a:extLst>
              <a:ext uri="{FF2B5EF4-FFF2-40B4-BE49-F238E27FC236}">
                <a16:creationId xmlns:a16="http://schemas.microsoft.com/office/drawing/2014/main" id="{AFD6C798-B986-6B07-75AA-44F60C465188}"/>
              </a:ext>
            </a:extLst>
          </p:cNvPr>
          <p:cNvSpPr txBox="1"/>
          <p:nvPr/>
        </p:nvSpPr>
        <p:spPr>
          <a:xfrm>
            <a:off x="4231702" y="5647556"/>
            <a:ext cx="4988689" cy="1297757"/>
          </a:xfrm>
          <a:prstGeom prst="rect">
            <a:avLst/>
          </a:prstGeom>
          <a:noFill/>
        </p:spPr>
        <p:txBody>
          <a:bodyPr wrap="square" lIns="0" tIns="0" rIns="0" bIns="0" rtlCol="0" anchor="ctr" anchorCtr="0">
            <a:noAutofit/>
          </a:bodyPr>
          <a:lstStyle/>
          <a:p>
            <a:pPr algn="ctr"/>
            <a:r>
              <a:rPr lang="en-US" sz="800" b="1" dirty="0">
                <a:solidFill>
                  <a:schemeClr val="tx2"/>
                </a:solidFill>
              </a:rPr>
              <a:t>MANAGEMENT COMPANY AND GLOBAL DISTRIBUTOR</a:t>
            </a:r>
          </a:p>
          <a:p>
            <a:pPr algn="ctr"/>
            <a:endParaRPr lang="fr-FR" sz="800" dirty="0"/>
          </a:p>
          <a:p>
            <a:pPr algn="ctr"/>
            <a:r>
              <a:rPr lang="fr-FR" sz="800" b="1" dirty="0"/>
              <a:t>EDMOND DE ROTHSCHILD ASSET MANAGEMENT (FRANCE)</a:t>
            </a:r>
          </a:p>
          <a:p>
            <a:pPr algn="ctr"/>
            <a:r>
              <a:rPr lang="fr-FR" sz="800" dirty="0"/>
              <a:t>47, rue du Faubourg Saint-Honoré</a:t>
            </a:r>
          </a:p>
          <a:p>
            <a:pPr algn="ctr"/>
            <a:r>
              <a:rPr lang="fr-FR" sz="800" dirty="0"/>
              <a:t>75401 Paris Cedex 08</a:t>
            </a:r>
          </a:p>
          <a:p>
            <a:pPr algn="ctr"/>
            <a:r>
              <a:rPr lang="fr-FR" sz="800" dirty="0"/>
              <a:t>Société anonyme à Directoire et Conseil de Surveillance au capital de 11.033.769 euros</a:t>
            </a:r>
          </a:p>
          <a:p>
            <a:pPr algn="ctr"/>
            <a:r>
              <a:rPr lang="fr-FR" sz="800" dirty="0"/>
              <a:t>Numéro d’agrément AMF GP 04000015</a:t>
            </a:r>
          </a:p>
          <a:p>
            <a:pPr algn="ctr"/>
            <a:r>
              <a:rPr lang="fr-FR" sz="800" dirty="0"/>
              <a:t>332.652.536 R.C.S. Paris</a:t>
            </a:r>
          </a:p>
          <a:p>
            <a:pPr algn="ctr"/>
            <a:r>
              <a:rPr lang="fr-FR" sz="800" dirty="0"/>
              <a:t>www.edram.fr</a:t>
            </a:r>
          </a:p>
        </p:txBody>
      </p:sp>
    </p:spTree>
    <p:extLst>
      <p:ext uri="{BB962C8B-B14F-4D97-AF65-F5344CB8AC3E}">
        <p14:creationId xmlns:p14="http://schemas.microsoft.com/office/powerpoint/2010/main" val="1255601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C6C670F-94CF-75FD-8A3C-D48E12FB3FF7}"/>
              </a:ext>
            </a:extLst>
          </p:cNvPr>
          <p:cNvSpPr>
            <a:spLocks noGrp="1"/>
          </p:cNvSpPr>
          <p:nvPr>
            <p:ph type="sldNum" sz="quarter" idx="12"/>
          </p:nvPr>
        </p:nvSpPr>
        <p:spPr/>
        <p:txBody>
          <a:bodyPr/>
          <a:lstStyle/>
          <a:p>
            <a:fld id="{E4361461-078F-48AF-88AE-4D21A9B65272}" type="slidenum">
              <a:rPr lang="fr-FR" sz="3200" smtClean="0"/>
              <a:pPr/>
              <a:t>14</a:t>
            </a:fld>
            <a:endParaRPr lang="fr-FR" sz="3200" dirty="0"/>
          </a:p>
        </p:txBody>
      </p:sp>
      <p:sp>
        <p:nvSpPr>
          <p:cNvPr id="3" name="Titre 2">
            <a:extLst>
              <a:ext uri="{FF2B5EF4-FFF2-40B4-BE49-F238E27FC236}">
                <a16:creationId xmlns:a16="http://schemas.microsoft.com/office/drawing/2014/main" id="{3A62FC68-77E9-65B2-133B-6E34EA5AF9A6}"/>
              </a:ext>
            </a:extLst>
          </p:cNvPr>
          <p:cNvSpPr>
            <a:spLocks noGrp="1"/>
          </p:cNvSpPr>
          <p:nvPr>
            <p:ph type="title"/>
          </p:nvPr>
        </p:nvSpPr>
        <p:spPr/>
        <p:txBody>
          <a:bodyPr/>
          <a:lstStyle/>
          <a:p>
            <a:endParaRPr lang="fr-FR"/>
          </a:p>
        </p:txBody>
      </p:sp>
    </p:spTree>
    <p:extLst>
      <p:ext uri="{BB962C8B-B14F-4D97-AF65-F5344CB8AC3E}">
        <p14:creationId xmlns:p14="http://schemas.microsoft.com/office/powerpoint/2010/main" val="26441508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PSLIDETOCALGOID" val="Standard"/>
  <p:tag name="TEMPLATESHORTNAMETAG" val="Edmond de Rothschild Template"/>
  <p:tag name="TEMPLATEFULLNAMETAG" val="Edmond de Rothschild Template"/>
  <p:tag name="TEMPLATEDETAILSTAG" val="Edmond de Rothschild Template"/>
  <p:tag name="UPSLIDE" val="Edm02299_Edmond de Rothschild Template_02-08-2023"/>
  <p:tag name="UPSLIDEVERSION" val="6.8.28.2"/>
  <p:tag name="UPSLIDETOCOPTIONS" val="&lt;?xml version=&quot;1.0&quot; encoding=&quot;utf-16&quot;?&gt;&#10;&lt;TocContentOptions xmlns:xsi=&quot;http://www.w3.org/2001/XMLSchema-instance&quot; xmlns:xsd=&quot;http://www.w3.org/2001/XMLSchema&quot;&gt;&#10;  &lt;TocSlidesOptions&gt;&#10;    &lt;ContainsSubSectionTitles&gt;true&lt;/ContainsSubSectionTitles&gt;&#10;    &lt;ContainsSlideTitles&gt;false&lt;/ContainsSlideTitles&gt;&#10;    &lt;ContainsParentLessSlidesTitles&gt;false&lt;/ContainsParentLessSlidesTitles&gt;&#10;    &lt;ContainsPrentLessSubsections&gt;true&lt;/ContainsPrentLessSubsections&gt;&#10;    &lt;ContainsAppendix&gt;true&lt;/ContainsAppendix&gt;&#10;    &lt;ContainsUnNumberedSections&gt;true&lt;/ContainsUnNumberedSections&gt;&#10;    &lt;SlideTitle&gt;Table of contents&lt;/SlideTitle&gt;&#10;  &lt;/TocSlidesOptions&gt;&#10;  &lt;SectionSlideOptions&gt;&#10;    &lt;ContainsOwnSubSection&gt;false&lt;/ContainsOwnSubSection&gt;&#10;    &lt;ContainsOwnSlide&gt;false&lt;/ContainsOwnSlide&gt;&#10;    &lt;ContainsOtherSections&gt;fals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Edmond de Rothschild&lt;/DesignName&gt;&#10;      &lt;LayoutName&gt;Table des matières (bleue)&lt;/LayoutName&gt;&#10;    &lt;/TocSlidesLayout&gt;&#10;    &lt;SectionLayout&gt;&#10;      &lt;DesignName&gt;Edmond de Rothschild&lt;/DesignName&gt;&#10;      &lt;LayoutName&gt;Intercalaire de section (bleu)&lt;/LayoutName&gt;&#10;    &lt;/SectionLayout&gt;&#10;    &lt;SubsectionLayout&gt;&#10;      &lt;DesignName&gt;Edmond de Rothschild&lt;/DesignName&gt;&#10;      &lt;LayoutName&gt;Intercalaire de sous-section (bleu)&lt;/LayoutName&gt;&#10;    &lt;/SubsectionLayout&gt;&#10;    &lt;AppendixLayout&gt;&#10;      &lt;DesignName /&gt;&#10;      &lt;LayoutName /&gt;&#10;    &lt;/AppendixLayout&gt;&#10;    &lt;TitleSliLayout&gt;&#10;      &lt;DesignName&gt;Edmond de Rothschild&lt;/DesignName&gt;&#10;      &lt;LayoutName&gt;Couverture (bleue)&lt;/LayoutName&gt;&#10;    &lt;/TitleSliLayout&gt;&#10;  &lt;/UsedSlideLayouts&gt;&#10;  &lt;ActiveReminders&gt;&#10;    &lt;MigrationVersion&gt;6.8.22.2&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false&lt;/UseFixedColor&gt;&#10;        &lt;R&gt;0&lt;/R&gt;&#10;        &lt;G&gt;0&lt;/G&gt;&#10;        &lt;B&gt;0&lt;/B&gt;&#10;      &lt;/myColorOfNonCurrentItems&gt;&#10;      &lt;currentItemFormat&gt;&#10;        &lt;UseBanner&gt;false&lt;/UseBanner&gt;&#10;        &lt;BannerFillR&gt;0&lt;/BannerFillR&gt;&#10;        &lt;BannerFillG&gt;0&lt;/BannerFillG&gt;&#10;        &lt;BannerFillB&gt;0&lt;/BannerFillB&gt;&#10;        &lt;ForceBold&gt;false&lt;/ForceBold&gt;&#10;        &lt;ApplyToSubSections&gt;fals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false&lt;/ForceDisplayTOCOnTwocolumns&gt;&#10;      &lt;DisplayTOCOnTwocolumns&gt;false&lt;/DisplayTOCOnTwocolumns&gt;&#10;      &lt;Scripts&gt;&#10;        &lt;BeforeSubSecTitle /&gt;&#10;        &lt;BeforeSlideIndex /&gt;&#10;        &lt;AfterSecNum /&gt;&#10;        &lt;BeforeSecNum /&gt;&#10;        &lt;ZeroBeforeSecNum&gt;false&lt;/Zero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15&lt;/SpaceBeforeSections&gt;&#10;          &lt;SpaceBeforeSubSections&gt;4&lt;/SpaceBeforeSubSections&gt;&#10;          &lt;SpaceBeforeSlides&gt;1&lt;/SpaceBeforeSlides&gt;&#10;        &lt;/ManualSpacing&gt;&#10;        &lt;ManualSpacingSections&gt;&#10;          &lt;SpaceBeforeSections&gt;0&lt;/SpaceBeforeSections&gt;&#10;          &lt;SpaceBeforeSubSections&gt;2&lt;/SpaceBeforeSubSections&gt;&#10;          &lt;SpaceBeforeSlides&gt;1&lt;/SpaceBeforeSlides&gt;&#10;        &lt;/ManualSpacingSections&gt;&#10;        &lt;ManualSpacingSubSections&gt;&#10;          &lt;SpaceBeforeSections&gt;0&lt;/SpaceBeforeSections&gt;&#10;          &lt;SpaceBeforeSubSections&gt;0&lt;/SpaceBeforeSubSections&gt;&#10;          &lt;SpaceBeforeSlides&gt;2&lt;/SpaceBeforeSlides&gt;&#10;        &lt;/ManualSpacingSubSections&gt;&#10;        &lt;UseSpecificSpacingForSecDivider&gt;fals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gt;false&lt;/SectionDividersContainOwnSlideTitles&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true&lt;/AllowDuplicateTitleSlides&gt;&#10;  &lt;ShowEmptySlideTitles&gt;false&lt;/ShowEmptySlideTitles&gt;&#10;  &lt;NumberingOption&gt;&#10;    &lt;NumType&gt;FullArabic&lt;/NumType&gt;&#10;  &lt;/NumberingOption&gt;&#10;  &lt;NumberingOptionForAppendix&gt;&#10;    &lt;NumType&gt;ArabicAndCapitalLetters&lt;/NumType&gt;&#10;  &lt;/NumberingOptionForAppendix&gt;&#10;&lt;/TocContentOptions&gt;"/>
</p:tagLst>
</file>

<file path=ppt/tags/tag2.xml><?xml version="1.0" encoding="utf-8"?>
<p:tagLst xmlns:a="http://schemas.openxmlformats.org/drawingml/2006/main" xmlns:r="http://schemas.openxmlformats.org/officeDocument/2006/relationships" xmlns:p="http://schemas.openxmlformats.org/presentationml/2006/main">
  <p:tag name="UPSLIDEHYPERLINKSBACKUP" val="&lt;HyperlinksBackup xmlns=&quot;http://schemas.datacontract.org/2004/07/UpSlide.Engine.ImportExcel.ExportPrintMode&quot; xmlns:i=&quot;http://www.w3.org/2001/XMLSchema-instance&quot;&gt;&lt;Hyperlinks&gt;&lt;HyperlinkData&gt;&lt;ExportId&gt;#_#4#_#247418116.836165#_#4568247138675.686761#_#U:\EdR_AM\Marketing\01.Societe_de_gestion_et_Gamme_de_fonds\Z_Bibliothèque UpSlide\EdR Fund Big Data\EdR_Fund_Big_Data.xlsx#_#fmollicone#_#NOVEMBER#_##-#Performances&lt;/ExportId&gt;&lt;Length&gt;8&lt;/Length&gt;&lt;Start&gt;1&lt;/Start&gt;&lt;/HyperlinkData&gt;&lt;HyperlinkData&gt;&lt;ExportId&gt;#_#4#_#247418116.898565#_#2774246449268.881711#_#U:\EdR_AM\Marketing\01.Societe_de_gestion_et_Gamme_de_fonds\Z_Bibliothèque UpSlide\EdR Fund Big Data\EdR_Fund_Big_Data.xlsx#_#fmollicone#_#2017#_##-#Performances&lt;/ExportId&gt;&lt;Length&gt;4&lt;/Length&gt;&lt;Start&gt;10&lt;/Start&gt;&lt;/HyperlinkData&gt;&lt;/Hyperlinks&gt;&lt;OriginalContent&gt;NOVEMBER 2017. This document is issued by Edmond de Rothschild Asset Management (France).&amp;#xD;This document is non-binding and its content is exclusively designed for information purposes. Any reproduction, alteration, disclosure or dissemination of this material in whole or in part without prior written consent from the Edmond de Rothschild Group is strictly prohibited.&amp;#xD;The information provided in this document should not be considered as an offer, an inducement, or a solicitation to deal, by anyone in any jurisdiction where it would be unlawful or where the person providing it is not qualified to do so. It is not intended to constitute, and should not be construed as investment, legal, or tax advice, nor as a recommendation to buy, sell or continue to hold any investment. EdRAM shall incur no liability for any investment decisions based on this document. &amp;#xD;This document has not been reviewed or approved by any regulator in any jurisdiction. The regulation concerning marketing conditions of UCITS and AIFs (&quot;Funds&quot; hereafter) varies from country to country. The Funds presented herein may not be registered and/or authorised in your country. You should seek advice from your professional advisor if you are in doubt as to whether any of the Funds mentioned might be suitable for your individual situation.&amp;#xD;&amp;#xD;This document is not intended for citizens or residents of the United States of America or &quot;U.S. Persons&quot; as defined by &quot;Regulation S&quot; under the U.S. Securities Act of 1933. No investment product presented herein is registered under the Securities Act of 1933 or any other United States regulation. Then, they cannot be offered or sold directly or indirectly in the United States of America, to or to the benefit of residents and citizens of the United States of America and to «U.S. Persons».&amp;#xD;The figures, comments, forward looking statements and elements provided in this document reflect the opinion of EdRAM on market trends based on economic data and information available as of today. They may no longer be relevant when investors read this document. In addition, EdRAM shall assume no liability for the quality or accuracy of information / economic data provided by third parties. &amp;#xD;Any investment involves specific risks. We recommend investors to ensure the suitability and/or appropriateness of any investment to its individual situation, using appropriate independent advice, where necessary. Furthermore, investors must read the key investor information document (KIID) and/or any other legal documentation requested by local regulation, that are provided before any subscription and available at www.edmond-de-rothschild.com under the “Fund Center” section, or upon request free of charge.&amp;#xD;Past performance and past volatility are not reliable indicators for future performance and future volatility. Performance may vary over time and be independently affected by, inter alia, changes in exchange rates. Performance data does not include commissions and costs incurred on subscriptions and redemptions of units or shares of the Funds.&amp;#xD;« Edmond de Rothschild Asset Management » or « EdRAM » refers to the Asset Management division of the Edmond de Rothschild Group. In addition, it is the commercial name of the asset management entities (including branches and subsidiaries) of the Edmond de Rothschild Group. &amp;#xD; &amp;#xD;GLOBAL DISTRIBUTOR&amp;#xD;EDMOND DE ROTHSCHILD ASSET MANAGEMENT (FRANCE)&amp;#xD;47, rue du Faubourg Saint-Honoré, 75401 Paris Cedex 08&amp;#xD;Société anonyme governed by an executive board&amp;#xD;and a supervisory board with capital of 11,033,769 euros&amp;#xD;AMF Registration No. GP 04000015 - 332.652.536 R.C.S. Paris&amp;#xD; &amp;#xD;MANAGEMENT COMPANY&amp;#xD;EDMOND DE ROTHSCHILD ASSET MANAGEMENT (LUXEMBOURG)&amp;#xD;16, Boulevard Emmanuel Servais, L – 2535 Luxembourg&amp;#xD; &amp;#xD;SUB INVESTMENT MANAGER&amp;#xD;EDMOND DE ROTHSCHILD ASSET MANAGEMENT (FRANCE)&amp;#xD;47, rue du Faubourg Saint-Honoré, 75401 Paris Cedex 08&lt;/OriginalContent&gt;&lt;/HyperlinksBackup&gt;"/>
</p:tagLst>
</file>

<file path=ppt/theme/theme1.xml><?xml version="1.0" encoding="utf-8"?>
<a:theme xmlns:a="http://schemas.openxmlformats.org/drawingml/2006/main" name="1_Edmond de Rothschild">
  <a:themeElements>
    <a:clrScheme name="EdR">
      <a:dk1>
        <a:sysClr val="windowText" lastClr="000000"/>
      </a:dk1>
      <a:lt1>
        <a:sysClr val="window" lastClr="FFFFFF"/>
      </a:lt1>
      <a:dk2>
        <a:srgbClr val="7D9ED4"/>
      </a:dk2>
      <a:lt2>
        <a:srgbClr val="002855"/>
      </a:lt2>
      <a:accent1>
        <a:srgbClr val="C4A27B"/>
      </a:accent1>
      <a:accent2>
        <a:srgbClr val="BAC0C3"/>
      </a:accent2>
      <a:accent3>
        <a:srgbClr val="FFC72C"/>
      </a:accent3>
      <a:accent4>
        <a:srgbClr val="C8102E"/>
      </a:accent4>
      <a:accent5>
        <a:srgbClr val="008C00"/>
      </a:accent5>
      <a:accent6>
        <a:srgbClr val="FF5316"/>
      </a:accent6>
      <a:hlink>
        <a:srgbClr val="0D2344"/>
      </a:hlink>
      <a:folHlink>
        <a:srgbClr val="6886D6"/>
      </a:folHlink>
    </a:clrScheme>
    <a:fontScheme name="EdR">
      <a:majorFont>
        <a:latin typeface="Gotham"/>
        <a:ea typeface=""/>
        <a:cs typeface=""/>
      </a:majorFont>
      <a:minorFont>
        <a:latin typeface="Gotham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600"/>
          </a:spcBef>
          <a:defRPr sz="1100" b="1"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oAutofit/>
      </a:bodyPr>
      <a:lstStyle>
        <a:defPPr algn="l">
          <a:spcBef>
            <a:spcPts val="600"/>
          </a:spcBef>
          <a:defRPr sz="1100" b="1" dirty="0" err="1" smtClean="0"/>
        </a:defPPr>
      </a:lstStyle>
    </a:txDef>
  </a:objectDefaults>
  <a:extraClrSchemeLst/>
  <a:extLst>
    <a:ext uri="{05A4C25C-085E-4340-85A3-A5531E510DB2}">
      <thm15:themeFamily xmlns:thm15="http://schemas.microsoft.com/office/thememl/2012/main" name="Template EdR - FR.pptx" id="{521D212F-E684-4CE5-B2D3-C9731A015351}" vid="{B30311E9-ACE2-4356-9303-9C08C5CD179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C78CE09F451044085BD20AE26165FED" ma:contentTypeVersion="18" ma:contentTypeDescription="Create a new document." ma:contentTypeScope="" ma:versionID="9d8c584d2664cc277a0fcf47768e1dfa">
  <xsd:schema xmlns:xsd="http://www.w3.org/2001/XMLSchema" xmlns:xs="http://www.w3.org/2001/XMLSchema" xmlns:p="http://schemas.microsoft.com/office/2006/metadata/properties" xmlns:ns2="e5e58b11-f745-45e3-9bae-2ebf80225d14" xmlns:ns3="ad2e9ad2-38b0-4b2b-a771-3ca98dc4e31f" targetNamespace="http://schemas.microsoft.com/office/2006/metadata/properties" ma:root="true" ma:fieldsID="59b92fb7a1df6468ee368e31430319d0" ns2:_="" ns3:_="">
    <xsd:import namespace="e5e58b11-f745-45e3-9bae-2ebf80225d14"/>
    <xsd:import namespace="ad2e9ad2-38b0-4b2b-a771-3ca98dc4e31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Receivedfromtheclient"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e58b11-f745-45e3-9bae-2ebf80225d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fa8fefb-ed0e-4221-9c26-4a6e70b36b60" ma:termSetId="09814cd3-568e-fe90-9814-8d621ff8fb84" ma:anchorId="fba54fb3-c3e1-fe81-a776-ca4b69148c4d" ma:open="true" ma:isKeyword="false">
      <xsd:complexType>
        <xsd:sequence>
          <xsd:element ref="pc:Terms" minOccurs="0" maxOccurs="1"/>
        </xsd:sequence>
      </xsd:complexType>
    </xsd:element>
    <xsd:element name="Receivedfromtheclient" ma:index="24" nillable="true" ma:displayName="Info" ma:format="Dropdown" ma:internalName="Receivedfromtheclient">
      <xsd:simpleType>
        <xsd:restriction base="dms:Text">
          <xsd:maxLength value="255"/>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d2e9ad2-38b0-4b2b-a771-3ca98dc4e31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1f2dbb6-e95f-4679-99e3-73a6037aa878}" ma:internalName="TaxCatchAll" ma:showField="CatchAllData" ma:web="ad2e9ad2-38b0-4b2b-a771-3ca98dc4e3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Receivedfromtheclient xmlns="e5e58b11-f745-45e3-9bae-2ebf80225d14" xsi:nil="true"/>
    <TaxCatchAll xmlns="ad2e9ad2-38b0-4b2b-a771-3ca98dc4e31f" xsi:nil="true"/>
    <lcf76f155ced4ddcb4097134ff3c332f xmlns="e5e58b11-f745-45e3-9bae-2ebf80225d14">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8216F0-82ED-4FED-B232-4D43CD4468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e58b11-f745-45e3-9bae-2ebf80225d14"/>
    <ds:schemaRef ds:uri="ad2e9ad2-38b0-4b2b-a771-3ca98dc4e3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991FDC-9A02-4197-A76D-7D1A2BB365B8}">
  <ds:schemaRefs>
    <ds:schemaRef ds:uri="http://purl.org/dc/elements/1.1/"/>
    <ds:schemaRef ds:uri="http://www.w3.org/XML/1998/namespace"/>
    <ds:schemaRef ds:uri="http://schemas.openxmlformats.org/package/2006/metadata/core-properties"/>
    <ds:schemaRef ds:uri="http://schemas.microsoft.com/office/2006/documentManagement/types"/>
    <ds:schemaRef ds:uri="http://purl.org/dc/dcmitype/"/>
    <ds:schemaRef ds:uri="e5e58b11-f745-45e3-9bae-2ebf80225d14"/>
    <ds:schemaRef ds:uri="http://schemas.microsoft.com/office/2006/metadata/properties"/>
    <ds:schemaRef ds:uri="http://schemas.microsoft.com/office/infopath/2007/PartnerControls"/>
    <ds:schemaRef ds:uri="ad2e9ad2-38b0-4b2b-a771-3ca98dc4e31f"/>
    <ds:schemaRef ds:uri="http://purl.org/dc/terms/"/>
  </ds:schemaRefs>
</ds:datastoreItem>
</file>

<file path=customXml/itemProps3.xml><?xml version="1.0" encoding="utf-8"?>
<ds:datastoreItem xmlns:ds="http://schemas.openxmlformats.org/officeDocument/2006/customXml" ds:itemID="{427B6983-3A71-41AB-8A44-8CDB660B1E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A4_EN</Template>
  <TotalTime>0</TotalTime>
  <Words>1596</Words>
  <Application>Microsoft Office PowerPoint</Application>
  <PresentationFormat>Personnalisé</PresentationFormat>
  <Paragraphs>140</Paragraphs>
  <Slides>14</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14</vt:i4>
      </vt:variant>
    </vt:vector>
  </HeadingPairs>
  <TitlesOfParts>
    <vt:vector size="20" baseType="lpstr">
      <vt:lpstr>Arial</vt:lpstr>
      <vt:lpstr>Calibri</vt:lpstr>
      <vt:lpstr>Gotham Narrow Office</vt:lpstr>
      <vt:lpstr>Gotham Office</vt:lpstr>
      <vt:lpstr>Wingdings</vt:lpstr>
      <vt:lpstr>1_Edmond de Rothschild</vt:lpstr>
      <vt:lpstr>INVESTMENT STRATEGY 2026</vt:lpstr>
      <vt:lpstr>The bubble is real</vt:lpstr>
      <vt:lpstr>2026: a fiscal year</vt:lpstr>
      <vt:lpstr>towards a fed takeover?</vt:lpstr>
      <vt:lpstr>Towards A capital markets union?</vt:lpstr>
      <vt:lpstr>What about the China-US rivalry?</vt:lpstr>
      <vt:lpstr>Growing skepticism in the private credit market</vt:lpstr>
      <vt:lpstr>Low risk premiums</vt:lpstr>
      <vt:lpstr>What about equities?</vt:lpstr>
      <vt:lpstr>king dollar is teetering…</vt:lpstr>
      <vt:lpstr>… Gold is dominating headlines</vt:lpstr>
      <vt:lpstr>Investment conclusions</vt:lpstr>
      <vt:lpstr>DISCLAIMER</vt:lpstr>
      <vt:lpstr>Présentation PowerPoint</vt:lpstr>
    </vt:vector>
  </TitlesOfParts>
  <Company>EdR (France)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Edmond de Rothschild Fund Big Data</dc:title>
  <dc:creator>atthaan</dc:creator>
  <cp:lastModifiedBy>ALVAREZ, Guillaume</cp:lastModifiedBy>
  <cp:revision>742</cp:revision>
  <cp:lastPrinted>2025-12-22T08:04:27Z</cp:lastPrinted>
  <dcterms:created xsi:type="dcterms:W3CDTF">2024-01-23T11:12:30Z</dcterms:created>
  <dcterms:modified xsi:type="dcterms:W3CDTF">2026-02-18T16:00:56Z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0x0101004C78CE09F451044085BD20AE26165FED</vt:lpwstr>
  </property>
  <property fmtid="{D5CDD505-2E9C-101B-9397-08002B2CF9AE}" pid="3" name="MediaServiceImageTags">
    <vt:lpwstr/>
  </property>
</Properties>
</file>